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Person - regular clothes" descr="Simple gender-neutral figure with short hair in a light blue T-shirt, dark pants and dark shoes."/>
          <p:cNvGrpSpPr/>
          <p:nvPr/>
        </p:nvGrpSpPr>
        <p:grpSpPr>
          <a:xfrm>
            <a:off x="3364992" y="1261872"/>
            <a:ext cx="1133856" cy="3035808"/>
            <a:chOff x="3364992" y="1261872"/>
            <a:chExt cx="1133856" cy="3035808"/>
          </a:xfrm>
        </p:grpSpPr>
        <p:sp>
          <p:nvSpPr>
            <p:cNvPr id="3" name="arm"/>
            <p:cNvSpPr/>
            <p:nvPr/>
          </p:nvSpPr>
          <p:spPr>
            <a:xfrm>
              <a:off x="3401568" y="2212848"/>
              <a:ext cx="201168" cy="960120"/>
            </a:xfrm>
            <a:prstGeom prst="roundRect">
              <a:avLst>
                <a:gd name="adj" fmla="val 50000"/>
              </a:avLst>
            </a:prstGeom>
            <a:solidFill>
              <a:srgbClr val="E9B8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arm"/>
            <p:cNvSpPr/>
            <p:nvPr/>
          </p:nvSpPr>
          <p:spPr>
            <a:xfrm>
              <a:off x="4261104" y="2212848"/>
              <a:ext cx="201168" cy="960120"/>
            </a:xfrm>
            <a:prstGeom prst="roundRect">
              <a:avLst>
                <a:gd name="adj" fmla="val 50000"/>
              </a:avLst>
            </a:prstGeom>
            <a:solidFill>
              <a:srgbClr val="E9B8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ant leg"/>
            <p:cNvSpPr/>
            <p:nvPr/>
          </p:nvSpPr>
          <p:spPr>
            <a:xfrm>
              <a:off x="3602736" y="3063240"/>
              <a:ext cx="310896" cy="1115568"/>
            </a:xfrm>
            <a:prstGeom prst="roundRect">
              <a:avLst>
                <a:gd name="adj" fmla="val 15000"/>
              </a:avLst>
            </a:prstGeom>
            <a:solidFill>
              <a:srgbClr val="2E3A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pant leg"/>
            <p:cNvSpPr/>
            <p:nvPr/>
          </p:nvSpPr>
          <p:spPr>
            <a:xfrm>
              <a:off x="3950208" y="3063240"/>
              <a:ext cx="310896" cy="1115568"/>
            </a:xfrm>
            <a:prstGeom prst="roundRect">
              <a:avLst>
                <a:gd name="adj" fmla="val 15000"/>
              </a:avLst>
            </a:prstGeom>
            <a:solidFill>
              <a:srgbClr val="2E3A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hips"/>
            <p:cNvSpPr/>
            <p:nvPr/>
          </p:nvSpPr>
          <p:spPr>
            <a:xfrm>
              <a:off x="3602736" y="3035808"/>
              <a:ext cx="658368" cy="320040"/>
            </a:xfrm>
            <a:prstGeom prst="rect">
              <a:avLst/>
            </a:prstGeom>
            <a:solidFill>
              <a:srgbClr val="2E3A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shoe"/>
            <p:cNvSpPr/>
            <p:nvPr/>
          </p:nvSpPr>
          <p:spPr>
            <a:xfrm>
              <a:off x="3511296" y="4114800"/>
              <a:ext cx="384048" cy="182880"/>
            </a:xfrm>
            <a:prstGeom prst="roundRect">
              <a:avLst>
                <a:gd name="adj" fmla="val 50000"/>
              </a:avLst>
            </a:prstGeom>
            <a:solidFill>
              <a:srgbClr val="3A3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shoe"/>
            <p:cNvSpPr/>
            <p:nvPr/>
          </p:nvSpPr>
          <p:spPr>
            <a:xfrm>
              <a:off x="3986784" y="4114800"/>
              <a:ext cx="384048" cy="182880"/>
            </a:xfrm>
            <a:prstGeom prst="roundRect">
              <a:avLst>
                <a:gd name="adj" fmla="val 50000"/>
              </a:avLst>
            </a:prstGeom>
            <a:solidFill>
              <a:srgbClr val="3A3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shirt"/>
            <p:cNvSpPr/>
            <p:nvPr/>
          </p:nvSpPr>
          <p:spPr>
            <a:xfrm>
              <a:off x="3566160" y="2157984"/>
              <a:ext cx="731520" cy="1005840"/>
            </a:xfrm>
            <a:prstGeom prst="roundRect">
              <a:avLst>
                <a:gd name="adj" fmla="val 25000"/>
              </a:avLst>
            </a:prstGeom>
            <a:solidFill>
              <a:srgbClr val="8DB3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leeve"/>
            <p:cNvSpPr/>
            <p:nvPr/>
          </p:nvSpPr>
          <p:spPr>
            <a:xfrm>
              <a:off x="3364992" y="2194560"/>
              <a:ext cx="274320" cy="384048"/>
            </a:xfrm>
            <a:prstGeom prst="roundRect">
              <a:avLst>
                <a:gd name="adj" fmla="val 40000"/>
              </a:avLst>
            </a:prstGeom>
            <a:solidFill>
              <a:srgbClr val="8DB3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leeve"/>
            <p:cNvSpPr/>
            <p:nvPr/>
          </p:nvSpPr>
          <p:spPr>
            <a:xfrm>
              <a:off x="4224528" y="2194560"/>
              <a:ext cx="274320" cy="384048"/>
            </a:xfrm>
            <a:prstGeom prst="roundRect">
              <a:avLst>
                <a:gd name="adj" fmla="val 40000"/>
              </a:avLst>
            </a:prstGeom>
            <a:solidFill>
              <a:srgbClr val="8DB3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eck"/>
            <p:cNvSpPr/>
            <p:nvPr/>
          </p:nvSpPr>
          <p:spPr>
            <a:xfrm>
              <a:off x="3840480" y="2029968"/>
              <a:ext cx="182880" cy="164592"/>
            </a:xfrm>
            <a:prstGeom prst="rect">
              <a:avLst/>
            </a:prstGeom>
            <a:solidFill>
              <a:srgbClr val="E9B8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head"/>
            <p:cNvSpPr/>
            <p:nvPr/>
          </p:nvSpPr>
          <p:spPr>
            <a:xfrm>
              <a:off x="3611880" y="1463040"/>
              <a:ext cx="640080" cy="658368"/>
            </a:xfrm>
            <a:prstGeom prst="ellipse">
              <a:avLst/>
            </a:prstGeom>
            <a:solidFill>
              <a:srgbClr val="E9B8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hair"/>
            <p:cNvSpPr/>
            <p:nvPr/>
          </p:nvSpPr>
          <p:spPr>
            <a:xfrm rot="16200000">
              <a:off x="3794760" y="1261872"/>
              <a:ext cx="274320" cy="658368"/>
            </a:xfrm>
            <a:prstGeom prst="flowChartDelay">
              <a:avLst/>
            </a:prstGeom>
            <a:solidFill>
              <a:srgbClr val="4A3B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eye"/>
            <p:cNvSpPr/>
            <p:nvPr/>
          </p:nvSpPr>
          <p:spPr>
            <a:xfrm>
              <a:off x="3776472" y="1819656"/>
              <a:ext cx="64008" cy="6400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eye"/>
            <p:cNvSpPr/>
            <p:nvPr/>
          </p:nvSpPr>
          <p:spPr>
            <a:xfrm>
              <a:off x="4032504" y="1819656"/>
              <a:ext cx="64008" cy="6400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mile"/>
            <p:cNvSpPr/>
            <p:nvPr/>
          </p:nvSpPr>
          <p:spPr>
            <a:xfrm>
              <a:off x="3803904" y="1828800"/>
              <a:ext cx="256032" cy="182880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5400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Person - Harvard workout clothes" descr="Simple gender-neutral figure in a crimson tank top reading HARVARD, black shorts, white headband and white sneakers."/>
          <p:cNvGrpSpPr/>
          <p:nvPr/>
        </p:nvGrpSpPr>
        <p:grpSpPr>
          <a:xfrm>
            <a:off x="7790688" y="1261872"/>
            <a:ext cx="1060704" cy="3035808"/>
            <a:chOff x="7790688" y="1261872"/>
            <a:chExt cx="1060704" cy="3035808"/>
          </a:xfrm>
        </p:grpSpPr>
        <p:sp>
          <p:nvSpPr>
            <p:cNvPr id="20" name="arm"/>
            <p:cNvSpPr/>
            <p:nvPr/>
          </p:nvSpPr>
          <p:spPr>
            <a:xfrm>
              <a:off x="7790688" y="2212848"/>
              <a:ext cx="201168" cy="960120"/>
            </a:xfrm>
            <a:prstGeom prst="roundRect">
              <a:avLst>
                <a:gd name="adj" fmla="val 50000"/>
              </a:avLst>
            </a:prstGeom>
            <a:solidFill>
              <a:srgbClr val="E9B8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arm"/>
            <p:cNvSpPr/>
            <p:nvPr/>
          </p:nvSpPr>
          <p:spPr>
            <a:xfrm>
              <a:off x="8650224" y="2212848"/>
              <a:ext cx="201168" cy="960120"/>
            </a:xfrm>
            <a:prstGeom prst="roundRect">
              <a:avLst>
                <a:gd name="adj" fmla="val 50000"/>
              </a:avLst>
            </a:prstGeom>
            <a:solidFill>
              <a:srgbClr val="E9B8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leg"/>
            <p:cNvSpPr/>
            <p:nvPr/>
          </p:nvSpPr>
          <p:spPr>
            <a:xfrm>
              <a:off x="8046720" y="3337560"/>
              <a:ext cx="237744" cy="841248"/>
            </a:xfrm>
            <a:prstGeom prst="roundRect">
              <a:avLst>
                <a:gd name="adj" fmla="val 30000"/>
              </a:avLst>
            </a:prstGeom>
            <a:solidFill>
              <a:srgbClr val="E9B8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leg"/>
            <p:cNvSpPr/>
            <p:nvPr/>
          </p:nvSpPr>
          <p:spPr>
            <a:xfrm>
              <a:off x="8357616" y="3337560"/>
              <a:ext cx="237744" cy="841248"/>
            </a:xfrm>
            <a:prstGeom prst="roundRect">
              <a:avLst>
                <a:gd name="adj" fmla="val 30000"/>
              </a:avLst>
            </a:prstGeom>
            <a:solidFill>
              <a:srgbClr val="E9B8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horts"/>
            <p:cNvSpPr/>
            <p:nvPr/>
          </p:nvSpPr>
          <p:spPr>
            <a:xfrm>
              <a:off x="7973568" y="3035808"/>
              <a:ext cx="694944" cy="530352"/>
            </a:xfrm>
            <a:prstGeom prst="roundRect">
              <a:avLst>
                <a:gd name="adj" fmla="val 15000"/>
              </a:avLst>
            </a:prstGeom>
            <a:solidFill>
              <a:srgbClr val="1F1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hoe"/>
            <p:cNvSpPr/>
            <p:nvPr/>
          </p:nvSpPr>
          <p:spPr>
            <a:xfrm>
              <a:off x="7900416" y="4114800"/>
              <a:ext cx="384048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555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shoe"/>
            <p:cNvSpPr/>
            <p:nvPr/>
          </p:nvSpPr>
          <p:spPr>
            <a:xfrm>
              <a:off x="8375904" y="4114800"/>
              <a:ext cx="384048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555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hirt"/>
            <p:cNvSpPr/>
            <p:nvPr/>
          </p:nvSpPr>
          <p:spPr>
            <a:xfrm>
              <a:off x="7955280" y="2157984"/>
              <a:ext cx="731520" cy="1005840"/>
            </a:xfrm>
            <a:prstGeom prst="roundRect">
              <a:avLst>
                <a:gd name="adj" fmla="val 25000"/>
              </a:avLst>
            </a:prstGeom>
            <a:solidFill>
              <a:srgbClr val="A51C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Arial"/>
                </a:rPr>
                <a:t>HARVARD</a:t>
              </a:r>
            </a:p>
          </p:txBody>
        </p:sp>
        <p:sp>
          <p:nvSpPr>
            <p:cNvPr id="28" name="neck"/>
            <p:cNvSpPr/>
            <p:nvPr/>
          </p:nvSpPr>
          <p:spPr>
            <a:xfrm>
              <a:off x="8229600" y="2029968"/>
              <a:ext cx="182880" cy="164592"/>
            </a:xfrm>
            <a:prstGeom prst="rect">
              <a:avLst/>
            </a:prstGeom>
            <a:solidFill>
              <a:srgbClr val="E9B8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head"/>
            <p:cNvSpPr/>
            <p:nvPr/>
          </p:nvSpPr>
          <p:spPr>
            <a:xfrm>
              <a:off x="8001000" y="1463040"/>
              <a:ext cx="640080" cy="658368"/>
            </a:xfrm>
            <a:prstGeom prst="ellipse">
              <a:avLst/>
            </a:prstGeom>
            <a:solidFill>
              <a:srgbClr val="E9B8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hair"/>
            <p:cNvSpPr/>
            <p:nvPr/>
          </p:nvSpPr>
          <p:spPr>
            <a:xfrm rot="16200000">
              <a:off x="8183880" y="1261872"/>
              <a:ext cx="274320" cy="658368"/>
            </a:xfrm>
            <a:prstGeom prst="flowChartDelay">
              <a:avLst/>
            </a:prstGeom>
            <a:solidFill>
              <a:srgbClr val="4A3B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headband"/>
            <p:cNvSpPr/>
            <p:nvPr/>
          </p:nvSpPr>
          <p:spPr>
            <a:xfrm>
              <a:off x="8010144" y="1655064"/>
              <a:ext cx="621792" cy="914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eye"/>
            <p:cNvSpPr/>
            <p:nvPr/>
          </p:nvSpPr>
          <p:spPr>
            <a:xfrm>
              <a:off x="8165592" y="1819656"/>
              <a:ext cx="64008" cy="6400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eye"/>
            <p:cNvSpPr/>
            <p:nvPr/>
          </p:nvSpPr>
          <p:spPr>
            <a:xfrm>
              <a:off x="8421624" y="1819656"/>
              <a:ext cx="64008" cy="64008"/>
            </a:xfrm>
            <a:prstGeom prst="ellipse">
              <a:avLst/>
            </a:prstGeom>
            <a:solidFill>
              <a:srgbClr val="2B2B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smile"/>
            <p:cNvSpPr/>
            <p:nvPr/>
          </p:nvSpPr>
          <p:spPr>
            <a:xfrm>
              <a:off x="8193024" y="1828800"/>
              <a:ext cx="256032" cy="182880"/>
            </a:xfrm>
            <a:prstGeom prst="arc">
              <a:avLst>
                <a:gd name="adj1" fmla="val 1200000"/>
                <a:gd name="adj2" fmla="val 9600000"/>
              </a:avLst>
            </a:prstGeom>
            <a:noFill/>
            <a:ln w="25400">
              <a:solidFill>
                <a:srgbClr val="2B2B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21031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33333"/>
                </a:solidFill>
                <a:latin typeface="Arial"/>
              </a:rPr>
              <a:t>Control: regular clothes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33333"/>
                </a:solidFill>
                <a:latin typeface="Arial"/>
              </a:rPr>
              <a:t>Treatment: exercise clothes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274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rial"/>
              </a:rPr>
              <a:t>Sample of 40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27432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rial"/>
              </a:rPr>
              <a:t>Randomly assign to treatments</a:t>
            </a:r>
          </a:p>
        </p:txBody>
      </p:sp>
      <p:sp>
        <p:nvSpPr>
          <p:cNvPr id="4" name="Sample box"/>
          <p:cNvSpPr/>
          <p:nvPr/>
        </p:nvSpPr>
        <p:spPr>
          <a:xfrm>
            <a:off x="1188720" y="868680"/>
            <a:ext cx="3291840" cy="402336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Sample - 40 students" descr="40 figures in light blue T-shirts and dark pants."/>
          <p:cNvGrpSpPr/>
          <p:nvPr/>
        </p:nvGrpSpPr>
        <p:grpSpPr>
          <a:xfrm>
            <a:off x="1431950" y="1057046"/>
            <a:ext cx="2787091" cy="3460090"/>
            <a:chOff x="1431950" y="1057046"/>
            <a:chExt cx="2787091" cy="3460090"/>
          </a:xfrm>
        </p:grpSpPr>
        <p:grpSp>
          <p:nvGrpSpPr>
            <p:cNvPr id="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31950" y="1057046"/>
              <a:ext cx="226771" cy="607161"/>
              <a:chOff x="1431950" y="1057046"/>
              <a:chExt cx="226771" cy="607161"/>
            </a:xfrm>
          </p:grpSpPr>
          <p:sp>
            <p:nvSpPr>
              <p:cNvPr id="7" name="arm"/>
              <p:cNvSpPr/>
              <p:nvPr/>
            </p:nvSpPr>
            <p:spPr>
              <a:xfrm>
                <a:off x="1439265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arm"/>
              <p:cNvSpPr/>
              <p:nvPr/>
            </p:nvSpPr>
            <p:spPr>
              <a:xfrm>
                <a:off x="1611172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pant leg"/>
              <p:cNvSpPr/>
              <p:nvPr/>
            </p:nvSpPr>
            <p:spPr>
              <a:xfrm>
                <a:off x="1479499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pant leg"/>
              <p:cNvSpPr/>
              <p:nvPr/>
            </p:nvSpPr>
            <p:spPr>
              <a:xfrm>
                <a:off x="1548993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hips"/>
              <p:cNvSpPr/>
              <p:nvPr/>
            </p:nvSpPr>
            <p:spPr>
              <a:xfrm>
                <a:off x="1479499" y="141183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shoe"/>
              <p:cNvSpPr/>
              <p:nvPr/>
            </p:nvSpPr>
            <p:spPr>
              <a:xfrm>
                <a:off x="1461211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shoe"/>
              <p:cNvSpPr/>
              <p:nvPr/>
            </p:nvSpPr>
            <p:spPr>
              <a:xfrm>
                <a:off x="1556308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shirt"/>
              <p:cNvSpPr/>
              <p:nvPr/>
            </p:nvSpPr>
            <p:spPr>
              <a:xfrm>
                <a:off x="1472184" y="123626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sleeve"/>
              <p:cNvSpPr/>
              <p:nvPr/>
            </p:nvSpPr>
            <p:spPr>
              <a:xfrm>
                <a:off x="1431950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sleeve"/>
              <p:cNvSpPr/>
              <p:nvPr/>
            </p:nvSpPr>
            <p:spPr>
              <a:xfrm>
                <a:off x="1603857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neck"/>
              <p:cNvSpPr/>
              <p:nvPr/>
            </p:nvSpPr>
            <p:spPr>
              <a:xfrm>
                <a:off x="1527048" y="121066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head"/>
              <p:cNvSpPr/>
              <p:nvPr/>
            </p:nvSpPr>
            <p:spPr>
              <a:xfrm>
                <a:off x="1481328" y="109728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hair"/>
              <p:cNvSpPr/>
              <p:nvPr/>
            </p:nvSpPr>
            <p:spPr>
              <a:xfrm rot="16200000">
                <a:off x="1517904" y="105704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eye"/>
              <p:cNvSpPr/>
              <p:nvPr/>
            </p:nvSpPr>
            <p:spPr>
              <a:xfrm>
                <a:off x="1514246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eye"/>
              <p:cNvSpPr/>
              <p:nvPr/>
            </p:nvSpPr>
            <p:spPr>
              <a:xfrm>
                <a:off x="1565452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smile"/>
              <p:cNvSpPr/>
              <p:nvPr/>
            </p:nvSpPr>
            <p:spPr>
              <a:xfrm>
                <a:off x="1519732" y="117043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1057046"/>
              <a:ext cx="226771" cy="607161"/>
              <a:chOff x="1797710" y="1057046"/>
              <a:chExt cx="226771" cy="607161"/>
            </a:xfrm>
          </p:grpSpPr>
          <p:sp>
            <p:nvSpPr>
              <p:cNvPr id="24" name="arm"/>
              <p:cNvSpPr/>
              <p:nvPr/>
            </p:nvSpPr>
            <p:spPr>
              <a:xfrm>
                <a:off x="1805025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arm"/>
              <p:cNvSpPr/>
              <p:nvPr/>
            </p:nvSpPr>
            <p:spPr>
              <a:xfrm>
                <a:off x="1976932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pant leg"/>
              <p:cNvSpPr/>
              <p:nvPr/>
            </p:nvSpPr>
            <p:spPr>
              <a:xfrm>
                <a:off x="1845259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pant leg"/>
              <p:cNvSpPr/>
              <p:nvPr/>
            </p:nvSpPr>
            <p:spPr>
              <a:xfrm>
                <a:off x="1914753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hips"/>
              <p:cNvSpPr/>
              <p:nvPr/>
            </p:nvSpPr>
            <p:spPr>
              <a:xfrm>
                <a:off x="1845259" y="141183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shoe"/>
              <p:cNvSpPr/>
              <p:nvPr/>
            </p:nvSpPr>
            <p:spPr>
              <a:xfrm>
                <a:off x="1826971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shoe"/>
              <p:cNvSpPr/>
              <p:nvPr/>
            </p:nvSpPr>
            <p:spPr>
              <a:xfrm>
                <a:off x="1922068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shirt"/>
              <p:cNvSpPr/>
              <p:nvPr/>
            </p:nvSpPr>
            <p:spPr>
              <a:xfrm>
                <a:off x="1837944" y="123626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sleeve"/>
              <p:cNvSpPr/>
              <p:nvPr/>
            </p:nvSpPr>
            <p:spPr>
              <a:xfrm>
                <a:off x="1797710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sleeve"/>
              <p:cNvSpPr/>
              <p:nvPr/>
            </p:nvSpPr>
            <p:spPr>
              <a:xfrm>
                <a:off x="1969617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neck"/>
              <p:cNvSpPr/>
              <p:nvPr/>
            </p:nvSpPr>
            <p:spPr>
              <a:xfrm>
                <a:off x="1892808" y="121066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head"/>
              <p:cNvSpPr/>
              <p:nvPr/>
            </p:nvSpPr>
            <p:spPr>
              <a:xfrm>
                <a:off x="1847088" y="109728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hair"/>
              <p:cNvSpPr/>
              <p:nvPr/>
            </p:nvSpPr>
            <p:spPr>
              <a:xfrm rot="16200000">
                <a:off x="1883664" y="105704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eye"/>
              <p:cNvSpPr/>
              <p:nvPr/>
            </p:nvSpPr>
            <p:spPr>
              <a:xfrm>
                <a:off x="1880006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eye"/>
              <p:cNvSpPr/>
              <p:nvPr/>
            </p:nvSpPr>
            <p:spPr>
              <a:xfrm>
                <a:off x="1931212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smile"/>
              <p:cNvSpPr/>
              <p:nvPr/>
            </p:nvSpPr>
            <p:spPr>
              <a:xfrm>
                <a:off x="1885492" y="117043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63470" y="1057046"/>
              <a:ext cx="226771" cy="607161"/>
              <a:chOff x="2163470" y="1057046"/>
              <a:chExt cx="226771" cy="607161"/>
            </a:xfrm>
          </p:grpSpPr>
          <p:sp>
            <p:nvSpPr>
              <p:cNvPr id="41" name="arm"/>
              <p:cNvSpPr/>
              <p:nvPr/>
            </p:nvSpPr>
            <p:spPr>
              <a:xfrm>
                <a:off x="2170785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arm"/>
              <p:cNvSpPr/>
              <p:nvPr/>
            </p:nvSpPr>
            <p:spPr>
              <a:xfrm>
                <a:off x="2342692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pant leg"/>
              <p:cNvSpPr/>
              <p:nvPr/>
            </p:nvSpPr>
            <p:spPr>
              <a:xfrm>
                <a:off x="2211019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pant leg"/>
              <p:cNvSpPr/>
              <p:nvPr/>
            </p:nvSpPr>
            <p:spPr>
              <a:xfrm>
                <a:off x="2280513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hips"/>
              <p:cNvSpPr/>
              <p:nvPr/>
            </p:nvSpPr>
            <p:spPr>
              <a:xfrm>
                <a:off x="2211019" y="141183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shoe"/>
              <p:cNvSpPr/>
              <p:nvPr/>
            </p:nvSpPr>
            <p:spPr>
              <a:xfrm>
                <a:off x="2192731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shoe"/>
              <p:cNvSpPr/>
              <p:nvPr/>
            </p:nvSpPr>
            <p:spPr>
              <a:xfrm>
                <a:off x="2287828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shirt"/>
              <p:cNvSpPr/>
              <p:nvPr/>
            </p:nvSpPr>
            <p:spPr>
              <a:xfrm>
                <a:off x="2203704" y="123626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sleeve"/>
              <p:cNvSpPr/>
              <p:nvPr/>
            </p:nvSpPr>
            <p:spPr>
              <a:xfrm>
                <a:off x="2163470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sleeve"/>
              <p:cNvSpPr/>
              <p:nvPr/>
            </p:nvSpPr>
            <p:spPr>
              <a:xfrm>
                <a:off x="2335377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neck"/>
              <p:cNvSpPr/>
              <p:nvPr/>
            </p:nvSpPr>
            <p:spPr>
              <a:xfrm>
                <a:off x="2258568" y="121066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head"/>
              <p:cNvSpPr/>
              <p:nvPr/>
            </p:nvSpPr>
            <p:spPr>
              <a:xfrm>
                <a:off x="2212848" y="109728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hair"/>
              <p:cNvSpPr/>
              <p:nvPr/>
            </p:nvSpPr>
            <p:spPr>
              <a:xfrm rot="16200000">
                <a:off x="2249424" y="105704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eye"/>
              <p:cNvSpPr/>
              <p:nvPr/>
            </p:nvSpPr>
            <p:spPr>
              <a:xfrm>
                <a:off x="2245766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eye"/>
              <p:cNvSpPr/>
              <p:nvPr/>
            </p:nvSpPr>
            <p:spPr>
              <a:xfrm>
                <a:off x="2296972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smile"/>
              <p:cNvSpPr/>
              <p:nvPr/>
            </p:nvSpPr>
            <p:spPr>
              <a:xfrm>
                <a:off x="2251252" y="117043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529230" y="1057046"/>
              <a:ext cx="226771" cy="607161"/>
              <a:chOff x="2529230" y="1057046"/>
              <a:chExt cx="226771" cy="607161"/>
            </a:xfrm>
          </p:grpSpPr>
          <p:sp>
            <p:nvSpPr>
              <p:cNvPr id="58" name="arm"/>
              <p:cNvSpPr/>
              <p:nvPr/>
            </p:nvSpPr>
            <p:spPr>
              <a:xfrm>
                <a:off x="2536545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arm"/>
              <p:cNvSpPr/>
              <p:nvPr/>
            </p:nvSpPr>
            <p:spPr>
              <a:xfrm>
                <a:off x="2708452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pant leg"/>
              <p:cNvSpPr/>
              <p:nvPr/>
            </p:nvSpPr>
            <p:spPr>
              <a:xfrm>
                <a:off x="2576779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pant leg"/>
              <p:cNvSpPr/>
              <p:nvPr/>
            </p:nvSpPr>
            <p:spPr>
              <a:xfrm>
                <a:off x="2646273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hips"/>
              <p:cNvSpPr/>
              <p:nvPr/>
            </p:nvSpPr>
            <p:spPr>
              <a:xfrm>
                <a:off x="2576779" y="141183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shoe"/>
              <p:cNvSpPr/>
              <p:nvPr/>
            </p:nvSpPr>
            <p:spPr>
              <a:xfrm>
                <a:off x="2558491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shoe"/>
              <p:cNvSpPr/>
              <p:nvPr/>
            </p:nvSpPr>
            <p:spPr>
              <a:xfrm>
                <a:off x="2653588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shirt"/>
              <p:cNvSpPr/>
              <p:nvPr/>
            </p:nvSpPr>
            <p:spPr>
              <a:xfrm>
                <a:off x="2569464" y="123626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sleeve"/>
              <p:cNvSpPr/>
              <p:nvPr/>
            </p:nvSpPr>
            <p:spPr>
              <a:xfrm>
                <a:off x="2529230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sleeve"/>
              <p:cNvSpPr/>
              <p:nvPr/>
            </p:nvSpPr>
            <p:spPr>
              <a:xfrm>
                <a:off x="2701137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neck"/>
              <p:cNvSpPr/>
              <p:nvPr/>
            </p:nvSpPr>
            <p:spPr>
              <a:xfrm>
                <a:off x="2624328" y="121066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head"/>
              <p:cNvSpPr/>
              <p:nvPr/>
            </p:nvSpPr>
            <p:spPr>
              <a:xfrm>
                <a:off x="2578608" y="109728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hair"/>
              <p:cNvSpPr/>
              <p:nvPr/>
            </p:nvSpPr>
            <p:spPr>
              <a:xfrm rot="16200000">
                <a:off x="2615184" y="105704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eye"/>
              <p:cNvSpPr/>
              <p:nvPr/>
            </p:nvSpPr>
            <p:spPr>
              <a:xfrm>
                <a:off x="2611526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eye"/>
              <p:cNvSpPr/>
              <p:nvPr/>
            </p:nvSpPr>
            <p:spPr>
              <a:xfrm>
                <a:off x="2662732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smile"/>
              <p:cNvSpPr/>
              <p:nvPr/>
            </p:nvSpPr>
            <p:spPr>
              <a:xfrm>
                <a:off x="2617012" y="117043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894990" y="1057046"/>
              <a:ext cx="226771" cy="607161"/>
              <a:chOff x="2894990" y="1057046"/>
              <a:chExt cx="226771" cy="607161"/>
            </a:xfrm>
          </p:grpSpPr>
          <p:sp>
            <p:nvSpPr>
              <p:cNvPr id="75" name="arm"/>
              <p:cNvSpPr/>
              <p:nvPr/>
            </p:nvSpPr>
            <p:spPr>
              <a:xfrm>
                <a:off x="2902305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arm"/>
              <p:cNvSpPr/>
              <p:nvPr/>
            </p:nvSpPr>
            <p:spPr>
              <a:xfrm>
                <a:off x="3074212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pant leg"/>
              <p:cNvSpPr/>
              <p:nvPr/>
            </p:nvSpPr>
            <p:spPr>
              <a:xfrm>
                <a:off x="2942539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pant leg"/>
              <p:cNvSpPr/>
              <p:nvPr/>
            </p:nvSpPr>
            <p:spPr>
              <a:xfrm>
                <a:off x="3012033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hips"/>
              <p:cNvSpPr/>
              <p:nvPr/>
            </p:nvSpPr>
            <p:spPr>
              <a:xfrm>
                <a:off x="2942539" y="141183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shoe"/>
              <p:cNvSpPr/>
              <p:nvPr/>
            </p:nvSpPr>
            <p:spPr>
              <a:xfrm>
                <a:off x="2924251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shoe"/>
              <p:cNvSpPr/>
              <p:nvPr/>
            </p:nvSpPr>
            <p:spPr>
              <a:xfrm>
                <a:off x="3019348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shirt"/>
              <p:cNvSpPr/>
              <p:nvPr/>
            </p:nvSpPr>
            <p:spPr>
              <a:xfrm>
                <a:off x="2935224" y="123626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sleeve"/>
              <p:cNvSpPr/>
              <p:nvPr/>
            </p:nvSpPr>
            <p:spPr>
              <a:xfrm>
                <a:off x="2894990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sleeve"/>
              <p:cNvSpPr/>
              <p:nvPr/>
            </p:nvSpPr>
            <p:spPr>
              <a:xfrm>
                <a:off x="3066897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neck"/>
              <p:cNvSpPr/>
              <p:nvPr/>
            </p:nvSpPr>
            <p:spPr>
              <a:xfrm>
                <a:off x="2990088" y="121066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head"/>
              <p:cNvSpPr/>
              <p:nvPr/>
            </p:nvSpPr>
            <p:spPr>
              <a:xfrm>
                <a:off x="2944368" y="109728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hair"/>
              <p:cNvSpPr/>
              <p:nvPr/>
            </p:nvSpPr>
            <p:spPr>
              <a:xfrm rot="16200000">
                <a:off x="2980944" y="105704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eye"/>
              <p:cNvSpPr/>
              <p:nvPr/>
            </p:nvSpPr>
            <p:spPr>
              <a:xfrm>
                <a:off x="2977286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eye"/>
              <p:cNvSpPr/>
              <p:nvPr/>
            </p:nvSpPr>
            <p:spPr>
              <a:xfrm>
                <a:off x="3028492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smile"/>
              <p:cNvSpPr/>
              <p:nvPr/>
            </p:nvSpPr>
            <p:spPr>
              <a:xfrm>
                <a:off x="2982772" y="117043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260750" y="1057046"/>
              <a:ext cx="226771" cy="607161"/>
              <a:chOff x="3260750" y="1057046"/>
              <a:chExt cx="226771" cy="607161"/>
            </a:xfrm>
          </p:grpSpPr>
          <p:sp>
            <p:nvSpPr>
              <p:cNvPr id="92" name="arm"/>
              <p:cNvSpPr/>
              <p:nvPr/>
            </p:nvSpPr>
            <p:spPr>
              <a:xfrm>
                <a:off x="3268065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arm"/>
              <p:cNvSpPr/>
              <p:nvPr/>
            </p:nvSpPr>
            <p:spPr>
              <a:xfrm>
                <a:off x="3439972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pant leg"/>
              <p:cNvSpPr/>
              <p:nvPr/>
            </p:nvSpPr>
            <p:spPr>
              <a:xfrm>
                <a:off x="3308299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pant leg"/>
              <p:cNvSpPr/>
              <p:nvPr/>
            </p:nvSpPr>
            <p:spPr>
              <a:xfrm>
                <a:off x="3377793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hips"/>
              <p:cNvSpPr/>
              <p:nvPr/>
            </p:nvSpPr>
            <p:spPr>
              <a:xfrm>
                <a:off x="3308299" y="141183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shoe"/>
              <p:cNvSpPr/>
              <p:nvPr/>
            </p:nvSpPr>
            <p:spPr>
              <a:xfrm>
                <a:off x="3290011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shoe"/>
              <p:cNvSpPr/>
              <p:nvPr/>
            </p:nvSpPr>
            <p:spPr>
              <a:xfrm>
                <a:off x="3385108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shirt"/>
              <p:cNvSpPr/>
              <p:nvPr/>
            </p:nvSpPr>
            <p:spPr>
              <a:xfrm>
                <a:off x="3300984" y="123626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sleeve"/>
              <p:cNvSpPr/>
              <p:nvPr/>
            </p:nvSpPr>
            <p:spPr>
              <a:xfrm>
                <a:off x="3260750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sleeve"/>
              <p:cNvSpPr/>
              <p:nvPr/>
            </p:nvSpPr>
            <p:spPr>
              <a:xfrm>
                <a:off x="3432657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neck"/>
              <p:cNvSpPr/>
              <p:nvPr/>
            </p:nvSpPr>
            <p:spPr>
              <a:xfrm>
                <a:off x="3355848" y="121066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head"/>
              <p:cNvSpPr/>
              <p:nvPr/>
            </p:nvSpPr>
            <p:spPr>
              <a:xfrm>
                <a:off x="3310127" y="109728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hair"/>
              <p:cNvSpPr/>
              <p:nvPr/>
            </p:nvSpPr>
            <p:spPr>
              <a:xfrm rot="16200000">
                <a:off x="3346703" y="105704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eye"/>
              <p:cNvSpPr/>
              <p:nvPr/>
            </p:nvSpPr>
            <p:spPr>
              <a:xfrm>
                <a:off x="3343046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eye"/>
              <p:cNvSpPr/>
              <p:nvPr/>
            </p:nvSpPr>
            <p:spPr>
              <a:xfrm>
                <a:off x="3394252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smile"/>
              <p:cNvSpPr/>
              <p:nvPr/>
            </p:nvSpPr>
            <p:spPr>
              <a:xfrm>
                <a:off x="3348532" y="117043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626510" y="1057046"/>
              <a:ext cx="226771" cy="607161"/>
              <a:chOff x="3626510" y="1057046"/>
              <a:chExt cx="226771" cy="607161"/>
            </a:xfrm>
          </p:grpSpPr>
          <p:sp>
            <p:nvSpPr>
              <p:cNvPr id="109" name="arm"/>
              <p:cNvSpPr/>
              <p:nvPr/>
            </p:nvSpPr>
            <p:spPr>
              <a:xfrm>
                <a:off x="3633825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arm"/>
              <p:cNvSpPr/>
              <p:nvPr/>
            </p:nvSpPr>
            <p:spPr>
              <a:xfrm>
                <a:off x="3805732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pant leg"/>
              <p:cNvSpPr/>
              <p:nvPr/>
            </p:nvSpPr>
            <p:spPr>
              <a:xfrm>
                <a:off x="3674059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pant leg"/>
              <p:cNvSpPr/>
              <p:nvPr/>
            </p:nvSpPr>
            <p:spPr>
              <a:xfrm>
                <a:off x="3743553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hips"/>
              <p:cNvSpPr/>
              <p:nvPr/>
            </p:nvSpPr>
            <p:spPr>
              <a:xfrm>
                <a:off x="3674059" y="141183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shoe"/>
              <p:cNvSpPr/>
              <p:nvPr/>
            </p:nvSpPr>
            <p:spPr>
              <a:xfrm>
                <a:off x="3655771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shoe"/>
              <p:cNvSpPr/>
              <p:nvPr/>
            </p:nvSpPr>
            <p:spPr>
              <a:xfrm>
                <a:off x="3750868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shirt"/>
              <p:cNvSpPr/>
              <p:nvPr/>
            </p:nvSpPr>
            <p:spPr>
              <a:xfrm>
                <a:off x="3666744" y="123626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sleeve"/>
              <p:cNvSpPr/>
              <p:nvPr/>
            </p:nvSpPr>
            <p:spPr>
              <a:xfrm>
                <a:off x="3626510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sleeve"/>
              <p:cNvSpPr/>
              <p:nvPr/>
            </p:nvSpPr>
            <p:spPr>
              <a:xfrm>
                <a:off x="3798417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neck"/>
              <p:cNvSpPr/>
              <p:nvPr/>
            </p:nvSpPr>
            <p:spPr>
              <a:xfrm>
                <a:off x="3721608" y="121066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head"/>
              <p:cNvSpPr/>
              <p:nvPr/>
            </p:nvSpPr>
            <p:spPr>
              <a:xfrm>
                <a:off x="3675888" y="109728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hair"/>
              <p:cNvSpPr/>
              <p:nvPr/>
            </p:nvSpPr>
            <p:spPr>
              <a:xfrm rot="16200000">
                <a:off x="3712464" y="105704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eye"/>
              <p:cNvSpPr/>
              <p:nvPr/>
            </p:nvSpPr>
            <p:spPr>
              <a:xfrm>
                <a:off x="3708806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eye"/>
              <p:cNvSpPr/>
              <p:nvPr/>
            </p:nvSpPr>
            <p:spPr>
              <a:xfrm>
                <a:off x="3760012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smile"/>
              <p:cNvSpPr/>
              <p:nvPr/>
            </p:nvSpPr>
            <p:spPr>
              <a:xfrm>
                <a:off x="3714292" y="117043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992270" y="1057046"/>
              <a:ext cx="226771" cy="607161"/>
              <a:chOff x="3992270" y="1057046"/>
              <a:chExt cx="226771" cy="607161"/>
            </a:xfrm>
          </p:grpSpPr>
          <p:sp>
            <p:nvSpPr>
              <p:cNvPr id="126" name="arm"/>
              <p:cNvSpPr/>
              <p:nvPr/>
            </p:nvSpPr>
            <p:spPr>
              <a:xfrm>
                <a:off x="3999585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arm"/>
              <p:cNvSpPr/>
              <p:nvPr/>
            </p:nvSpPr>
            <p:spPr>
              <a:xfrm>
                <a:off x="4171492" y="124724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pant leg"/>
              <p:cNvSpPr/>
              <p:nvPr/>
            </p:nvSpPr>
            <p:spPr>
              <a:xfrm>
                <a:off x="4039819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pant leg"/>
              <p:cNvSpPr/>
              <p:nvPr/>
            </p:nvSpPr>
            <p:spPr>
              <a:xfrm>
                <a:off x="4109313" y="141732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hips"/>
              <p:cNvSpPr/>
              <p:nvPr/>
            </p:nvSpPr>
            <p:spPr>
              <a:xfrm>
                <a:off x="4039819" y="141183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shoe"/>
              <p:cNvSpPr/>
              <p:nvPr/>
            </p:nvSpPr>
            <p:spPr>
              <a:xfrm>
                <a:off x="4021531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shoe"/>
              <p:cNvSpPr/>
              <p:nvPr/>
            </p:nvSpPr>
            <p:spPr>
              <a:xfrm>
                <a:off x="4116628" y="162763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shirt"/>
              <p:cNvSpPr/>
              <p:nvPr/>
            </p:nvSpPr>
            <p:spPr>
              <a:xfrm>
                <a:off x="4032504" y="123626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sleeve"/>
              <p:cNvSpPr/>
              <p:nvPr/>
            </p:nvSpPr>
            <p:spPr>
              <a:xfrm>
                <a:off x="3992270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sleeve"/>
              <p:cNvSpPr/>
              <p:nvPr/>
            </p:nvSpPr>
            <p:spPr>
              <a:xfrm>
                <a:off x="4164177" y="124358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neck"/>
              <p:cNvSpPr/>
              <p:nvPr/>
            </p:nvSpPr>
            <p:spPr>
              <a:xfrm>
                <a:off x="4087368" y="121066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head"/>
              <p:cNvSpPr/>
              <p:nvPr/>
            </p:nvSpPr>
            <p:spPr>
              <a:xfrm>
                <a:off x="4041648" y="109728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hair"/>
              <p:cNvSpPr/>
              <p:nvPr/>
            </p:nvSpPr>
            <p:spPr>
              <a:xfrm rot="16200000">
                <a:off x="4078224" y="105704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eye"/>
              <p:cNvSpPr/>
              <p:nvPr/>
            </p:nvSpPr>
            <p:spPr>
              <a:xfrm>
                <a:off x="4074566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eye"/>
              <p:cNvSpPr/>
              <p:nvPr/>
            </p:nvSpPr>
            <p:spPr>
              <a:xfrm>
                <a:off x="4125772" y="116860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smile"/>
              <p:cNvSpPr/>
              <p:nvPr/>
            </p:nvSpPr>
            <p:spPr>
              <a:xfrm>
                <a:off x="4080052" y="117043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31950" y="1770278"/>
              <a:ext cx="226771" cy="607162"/>
              <a:chOff x="1431950" y="1770278"/>
              <a:chExt cx="226771" cy="607162"/>
            </a:xfrm>
          </p:grpSpPr>
          <p:sp>
            <p:nvSpPr>
              <p:cNvPr id="143" name="arm"/>
              <p:cNvSpPr/>
              <p:nvPr/>
            </p:nvSpPr>
            <p:spPr>
              <a:xfrm>
                <a:off x="1439265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arm"/>
              <p:cNvSpPr/>
              <p:nvPr/>
            </p:nvSpPr>
            <p:spPr>
              <a:xfrm>
                <a:off x="1611172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pant leg"/>
              <p:cNvSpPr/>
              <p:nvPr/>
            </p:nvSpPr>
            <p:spPr>
              <a:xfrm>
                <a:off x="1479499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pant leg"/>
              <p:cNvSpPr/>
              <p:nvPr/>
            </p:nvSpPr>
            <p:spPr>
              <a:xfrm>
                <a:off x="1548993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hips"/>
              <p:cNvSpPr/>
              <p:nvPr/>
            </p:nvSpPr>
            <p:spPr>
              <a:xfrm>
                <a:off x="1479499" y="212506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shoe"/>
              <p:cNvSpPr/>
              <p:nvPr/>
            </p:nvSpPr>
            <p:spPr>
              <a:xfrm>
                <a:off x="1461211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shoe"/>
              <p:cNvSpPr/>
              <p:nvPr/>
            </p:nvSpPr>
            <p:spPr>
              <a:xfrm>
                <a:off x="1556308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shirt"/>
              <p:cNvSpPr/>
              <p:nvPr/>
            </p:nvSpPr>
            <p:spPr>
              <a:xfrm>
                <a:off x="1472184" y="194950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sleeve"/>
              <p:cNvSpPr/>
              <p:nvPr/>
            </p:nvSpPr>
            <p:spPr>
              <a:xfrm>
                <a:off x="1431950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sleeve"/>
              <p:cNvSpPr/>
              <p:nvPr/>
            </p:nvSpPr>
            <p:spPr>
              <a:xfrm>
                <a:off x="1603857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neck"/>
              <p:cNvSpPr/>
              <p:nvPr/>
            </p:nvSpPr>
            <p:spPr>
              <a:xfrm>
                <a:off x="1527048" y="192389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head"/>
              <p:cNvSpPr/>
              <p:nvPr/>
            </p:nvSpPr>
            <p:spPr>
              <a:xfrm>
                <a:off x="1481328" y="181051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hair"/>
              <p:cNvSpPr/>
              <p:nvPr/>
            </p:nvSpPr>
            <p:spPr>
              <a:xfrm rot="16200000">
                <a:off x="1517904" y="177027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eye"/>
              <p:cNvSpPr/>
              <p:nvPr/>
            </p:nvSpPr>
            <p:spPr>
              <a:xfrm>
                <a:off x="1514246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eye"/>
              <p:cNvSpPr/>
              <p:nvPr/>
            </p:nvSpPr>
            <p:spPr>
              <a:xfrm>
                <a:off x="1565452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smile"/>
              <p:cNvSpPr/>
              <p:nvPr/>
            </p:nvSpPr>
            <p:spPr>
              <a:xfrm>
                <a:off x="1519732" y="188366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1770278"/>
              <a:ext cx="226771" cy="607162"/>
              <a:chOff x="1797710" y="1770278"/>
              <a:chExt cx="226771" cy="607162"/>
            </a:xfrm>
          </p:grpSpPr>
          <p:sp>
            <p:nvSpPr>
              <p:cNvPr id="160" name="arm"/>
              <p:cNvSpPr/>
              <p:nvPr/>
            </p:nvSpPr>
            <p:spPr>
              <a:xfrm>
                <a:off x="1805025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arm"/>
              <p:cNvSpPr/>
              <p:nvPr/>
            </p:nvSpPr>
            <p:spPr>
              <a:xfrm>
                <a:off x="1976932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pant leg"/>
              <p:cNvSpPr/>
              <p:nvPr/>
            </p:nvSpPr>
            <p:spPr>
              <a:xfrm>
                <a:off x="1845259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pant leg"/>
              <p:cNvSpPr/>
              <p:nvPr/>
            </p:nvSpPr>
            <p:spPr>
              <a:xfrm>
                <a:off x="1914753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hips"/>
              <p:cNvSpPr/>
              <p:nvPr/>
            </p:nvSpPr>
            <p:spPr>
              <a:xfrm>
                <a:off x="1845259" y="212506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shoe"/>
              <p:cNvSpPr/>
              <p:nvPr/>
            </p:nvSpPr>
            <p:spPr>
              <a:xfrm>
                <a:off x="1826971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shoe"/>
              <p:cNvSpPr/>
              <p:nvPr/>
            </p:nvSpPr>
            <p:spPr>
              <a:xfrm>
                <a:off x="1922068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shirt"/>
              <p:cNvSpPr/>
              <p:nvPr/>
            </p:nvSpPr>
            <p:spPr>
              <a:xfrm>
                <a:off x="1837944" y="194950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sleeve"/>
              <p:cNvSpPr/>
              <p:nvPr/>
            </p:nvSpPr>
            <p:spPr>
              <a:xfrm>
                <a:off x="1797710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sleeve"/>
              <p:cNvSpPr/>
              <p:nvPr/>
            </p:nvSpPr>
            <p:spPr>
              <a:xfrm>
                <a:off x="1969617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neck"/>
              <p:cNvSpPr/>
              <p:nvPr/>
            </p:nvSpPr>
            <p:spPr>
              <a:xfrm>
                <a:off x="1892808" y="192389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head"/>
              <p:cNvSpPr/>
              <p:nvPr/>
            </p:nvSpPr>
            <p:spPr>
              <a:xfrm>
                <a:off x="1847088" y="181051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hair"/>
              <p:cNvSpPr/>
              <p:nvPr/>
            </p:nvSpPr>
            <p:spPr>
              <a:xfrm rot="16200000">
                <a:off x="1883664" y="177027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eye"/>
              <p:cNvSpPr/>
              <p:nvPr/>
            </p:nvSpPr>
            <p:spPr>
              <a:xfrm>
                <a:off x="1880006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eye"/>
              <p:cNvSpPr/>
              <p:nvPr/>
            </p:nvSpPr>
            <p:spPr>
              <a:xfrm>
                <a:off x="1931212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smile"/>
              <p:cNvSpPr/>
              <p:nvPr/>
            </p:nvSpPr>
            <p:spPr>
              <a:xfrm>
                <a:off x="1885492" y="188366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63470" y="1770278"/>
              <a:ext cx="226771" cy="607162"/>
              <a:chOff x="2163470" y="1770278"/>
              <a:chExt cx="226771" cy="607162"/>
            </a:xfrm>
          </p:grpSpPr>
          <p:sp>
            <p:nvSpPr>
              <p:cNvPr id="177" name="arm"/>
              <p:cNvSpPr/>
              <p:nvPr/>
            </p:nvSpPr>
            <p:spPr>
              <a:xfrm>
                <a:off x="2170785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arm"/>
              <p:cNvSpPr/>
              <p:nvPr/>
            </p:nvSpPr>
            <p:spPr>
              <a:xfrm>
                <a:off x="2342692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pant leg"/>
              <p:cNvSpPr/>
              <p:nvPr/>
            </p:nvSpPr>
            <p:spPr>
              <a:xfrm>
                <a:off x="2211019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pant leg"/>
              <p:cNvSpPr/>
              <p:nvPr/>
            </p:nvSpPr>
            <p:spPr>
              <a:xfrm>
                <a:off x="2280513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hips"/>
              <p:cNvSpPr/>
              <p:nvPr/>
            </p:nvSpPr>
            <p:spPr>
              <a:xfrm>
                <a:off x="2211019" y="212506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shoe"/>
              <p:cNvSpPr/>
              <p:nvPr/>
            </p:nvSpPr>
            <p:spPr>
              <a:xfrm>
                <a:off x="2192731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shoe"/>
              <p:cNvSpPr/>
              <p:nvPr/>
            </p:nvSpPr>
            <p:spPr>
              <a:xfrm>
                <a:off x="2287828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shirt"/>
              <p:cNvSpPr/>
              <p:nvPr/>
            </p:nvSpPr>
            <p:spPr>
              <a:xfrm>
                <a:off x="2203704" y="194950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sleeve"/>
              <p:cNvSpPr/>
              <p:nvPr/>
            </p:nvSpPr>
            <p:spPr>
              <a:xfrm>
                <a:off x="2163470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sleeve"/>
              <p:cNvSpPr/>
              <p:nvPr/>
            </p:nvSpPr>
            <p:spPr>
              <a:xfrm>
                <a:off x="2335377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neck"/>
              <p:cNvSpPr/>
              <p:nvPr/>
            </p:nvSpPr>
            <p:spPr>
              <a:xfrm>
                <a:off x="2258568" y="192389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head"/>
              <p:cNvSpPr/>
              <p:nvPr/>
            </p:nvSpPr>
            <p:spPr>
              <a:xfrm>
                <a:off x="2212848" y="181051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hair"/>
              <p:cNvSpPr/>
              <p:nvPr/>
            </p:nvSpPr>
            <p:spPr>
              <a:xfrm rot="16200000">
                <a:off x="2249424" y="177027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eye"/>
              <p:cNvSpPr/>
              <p:nvPr/>
            </p:nvSpPr>
            <p:spPr>
              <a:xfrm>
                <a:off x="2245766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eye"/>
              <p:cNvSpPr/>
              <p:nvPr/>
            </p:nvSpPr>
            <p:spPr>
              <a:xfrm>
                <a:off x="2296972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smile"/>
              <p:cNvSpPr/>
              <p:nvPr/>
            </p:nvSpPr>
            <p:spPr>
              <a:xfrm>
                <a:off x="2251252" y="188366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529230" y="1770278"/>
              <a:ext cx="226771" cy="607162"/>
              <a:chOff x="2529230" y="1770278"/>
              <a:chExt cx="226771" cy="607162"/>
            </a:xfrm>
          </p:grpSpPr>
          <p:sp>
            <p:nvSpPr>
              <p:cNvPr id="194" name="arm"/>
              <p:cNvSpPr/>
              <p:nvPr/>
            </p:nvSpPr>
            <p:spPr>
              <a:xfrm>
                <a:off x="2536545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arm"/>
              <p:cNvSpPr/>
              <p:nvPr/>
            </p:nvSpPr>
            <p:spPr>
              <a:xfrm>
                <a:off x="2708452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pant leg"/>
              <p:cNvSpPr/>
              <p:nvPr/>
            </p:nvSpPr>
            <p:spPr>
              <a:xfrm>
                <a:off x="2576779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pant leg"/>
              <p:cNvSpPr/>
              <p:nvPr/>
            </p:nvSpPr>
            <p:spPr>
              <a:xfrm>
                <a:off x="2646273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hips"/>
              <p:cNvSpPr/>
              <p:nvPr/>
            </p:nvSpPr>
            <p:spPr>
              <a:xfrm>
                <a:off x="2576779" y="212506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shoe"/>
              <p:cNvSpPr/>
              <p:nvPr/>
            </p:nvSpPr>
            <p:spPr>
              <a:xfrm>
                <a:off x="2558491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shoe"/>
              <p:cNvSpPr/>
              <p:nvPr/>
            </p:nvSpPr>
            <p:spPr>
              <a:xfrm>
                <a:off x="2653588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shirt"/>
              <p:cNvSpPr/>
              <p:nvPr/>
            </p:nvSpPr>
            <p:spPr>
              <a:xfrm>
                <a:off x="2569464" y="194950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sleeve"/>
              <p:cNvSpPr/>
              <p:nvPr/>
            </p:nvSpPr>
            <p:spPr>
              <a:xfrm>
                <a:off x="2529230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sleeve"/>
              <p:cNvSpPr/>
              <p:nvPr/>
            </p:nvSpPr>
            <p:spPr>
              <a:xfrm>
                <a:off x="2701137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neck"/>
              <p:cNvSpPr/>
              <p:nvPr/>
            </p:nvSpPr>
            <p:spPr>
              <a:xfrm>
                <a:off x="2624328" y="192389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head"/>
              <p:cNvSpPr/>
              <p:nvPr/>
            </p:nvSpPr>
            <p:spPr>
              <a:xfrm>
                <a:off x="2578608" y="181051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hair"/>
              <p:cNvSpPr/>
              <p:nvPr/>
            </p:nvSpPr>
            <p:spPr>
              <a:xfrm rot="16200000">
                <a:off x="2615184" y="177027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eye"/>
              <p:cNvSpPr/>
              <p:nvPr/>
            </p:nvSpPr>
            <p:spPr>
              <a:xfrm>
                <a:off x="2611526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eye"/>
              <p:cNvSpPr/>
              <p:nvPr/>
            </p:nvSpPr>
            <p:spPr>
              <a:xfrm>
                <a:off x="2662732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smile"/>
              <p:cNvSpPr/>
              <p:nvPr/>
            </p:nvSpPr>
            <p:spPr>
              <a:xfrm>
                <a:off x="2617012" y="188366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894990" y="1770278"/>
              <a:ext cx="226771" cy="607162"/>
              <a:chOff x="2894990" y="1770278"/>
              <a:chExt cx="226771" cy="607162"/>
            </a:xfrm>
          </p:grpSpPr>
          <p:sp>
            <p:nvSpPr>
              <p:cNvPr id="211" name="arm"/>
              <p:cNvSpPr/>
              <p:nvPr/>
            </p:nvSpPr>
            <p:spPr>
              <a:xfrm>
                <a:off x="2902305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arm"/>
              <p:cNvSpPr/>
              <p:nvPr/>
            </p:nvSpPr>
            <p:spPr>
              <a:xfrm>
                <a:off x="3074212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pant leg"/>
              <p:cNvSpPr/>
              <p:nvPr/>
            </p:nvSpPr>
            <p:spPr>
              <a:xfrm>
                <a:off x="2942539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pant leg"/>
              <p:cNvSpPr/>
              <p:nvPr/>
            </p:nvSpPr>
            <p:spPr>
              <a:xfrm>
                <a:off x="3012033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hips"/>
              <p:cNvSpPr/>
              <p:nvPr/>
            </p:nvSpPr>
            <p:spPr>
              <a:xfrm>
                <a:off x="2942539" y="212506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shoe"/>
              <p:cNvSpPr/>
              <p:nvPr/>
            </p:nvSpPr>
            <p:spPr>
              <a:xfrm>
                <a:off x="2924251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shoe"/>
              <p:cNvSpPr/>
              <p:nvPr/>
            </p:nvSpPr>
            <p:spPr>
              <a:xfrm>
                <a:off x="3019348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shirt"/>
              <p:cNvSpPr/>
              <p:nvPr/>
            </p:nvSpPr>
            <p:spPr>
              <a:xfrm>
                <a:off x="2935224" y="194950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sleeve"/>
              <p:cNvSpPr/>
              <p:nvPr/>
            </p:nvSpPr>
            <p:spPr>
              <a:xfrm>
                <a:off x="2894990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sleeve"/>
              <p:cNvSpPr/>
              <p:nvPr/>
            </p:nvSpPr>
            <p:spPr>
              <a:xfrm>
                <a:off x="3066897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neck"/>
              <p:cNvSpPr/>
              <p:nvPr/>
            </p:nvSpPr>
            <p:spPr>
              <a:xfrm>
                <a:off x="2990088" y="192389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head"/>
              <p:cNvSpPr/>
              <p:nvPr/>
            </p:nvSpPr>
            <p:spPr>
              <a:xfrm>
                <a:off x="2944368" y="181051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hair"/>
              <p:cNvSpPr/>
              <p:nvPr/>
            </p:nvSpPr>
            <p:spPr>
              <a:xfrm rot="16200000">
                <a:off x="2980944" y="177027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eye"/>
              <p:cNvSpPr/>
              <p:nvPr/>
            </p:nvSpPr>
            <p:spPr>
              <a:xfrm>
                <a:off x="2977286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eye"/>
              <p:cNvSpPr/>
              <p:nvPr/>
            </p:nvSpPr>
            <p:spPr>
              <a:xfrm>
                <a:off x="3028492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smile"/>
              <p:cNvSpPr/>
              <p:nvPr/>
            </p:nvSpPr>
            <p:spPr>
              <a:xfrm>
                <a:off x="2982772" y="188366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260750" y="1770278"/>
              <a:ext cx="226771" cy="607162"/>
              <a:chOff x="3260750" y="1770278"/>
              <a:chExt cx="226771" cy="607162"/>
            </a:xfrm>
          </p:grpSpPr>
          <p:sp>
            <p:nvSpPr>
              <p:cNvPr id="228" name="arm"/>
              <p:cNvSpPr/>
              <p:nvPr/>
            </p:nvSpPr>
            <p:spPr>
              <a:xfrm>
                <a:off x="3268065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arm"/>
              <p:cNvSpPr/>
              <p:nvPr/>
            </p:nvSpPr>
            <p:spPr>
              <a:xfrm>
                <a:off x="3439972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pant leg"/>
              <p:cNvSpPr/>
              <p:nvPr/>
            </p:nvSpPr>
            <p:spPr>
              <a:xfrm>
                <a:off x="3308299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pant leg"/>
              <p:cNvSpPr/>
              <p:nvPr/>
            </p:nvSpPr>
            <p:spPr>
              <a:xfrm>
                <a:off x="3377793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hips"/>
              <p:cNvSpPr/>
              <p:nvPr/>
            </p:nvSpPr>
            <p:spPr>
              <a:xfrm>
                <a:off x="3308299" y="212506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shoe"/>
              <p:cNvSpPr/>
              <p:nvPr/>
            </p:nvSpPr>
            <p:spPr>
              <a:xfrm>
                <a:off x="3290011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shoe"/>
              <p:cNvSpPr/>
              <p:nvPr/>
            </p:nvSpPr>
            <p:spPr>
              <a:xfrm>
                <a:off x="3385108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shirt"/>
              <p:cNvSpPr/>
              <p:nvPr/>
            </p:nvSpPr>
            <p:spPr>
              <a:xfrm>
                <a:off x="3300984" y="194950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sleeve"/>
              <p:cNvSpPr/>
              <p:nvPr/>
            </p:nvSpPr>
            <p:spPr>
              <a:xfrm>
                <a:off x="3260750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sleeve"/>
              <p:cNvSpPr/>
              <p:nvPr/>
            </p:nvSpPr>
            <p:spPr>
              <a:xfrm>
                <a:off x="3432657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neck"/>
              <p:cNvSpPr/>
              <p:nvPr/>
            </p:nvSpPr>
            <p:spPr>
              <a:xfrm>
                <a:off x="3355848" y="192389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head"/>
              <p:cNvSpPr/>
              <p:nvPr/>
            </p:nvSpPr>
            <p:spPr>
              <a:xfrm>
                <a:off x="3310127" y="181051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hair"/>
              <p:cNvSpPr/>
              <p:nvPr/>
            </p:nvSpPr>
            <p:spPr>
              <a:xfrm rot="16200000">
                <a:off x="3346703" y="177027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eye"/>
              <p:cNvSpPr/>
              <p:nvPr/>
            </p:nvSpPr>
            <p:spPr>
              <a:xfrm>
                <a:off x="3343046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eye"/>
              <p:cNvSpPr/>
              <p:nvPr/>
            </p:nvSpPr>
            <p:spPr>
              <a:xfrm>
                <a:off x="3394252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smile"/>
              <p:cNvSpPr/>
              <p:nvPr/>
            </p:nvSpPr>
            <p:spPr>
              <a:xfrm>
                <a:off x="3348532" y="188366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626510" y="1770278"/>
              <a:ext cx="226771" cy="607162"/>
              <a:chOff x="3626510" y="1770278"/>
              <a:chExt cx="226771" cy="607162"/>
            </a:xfrm>
          </p:grpSpPr>
          <p:sp>
            <p:nvSpPr>
              <p:cNvPr id="245" name="arm"/>
              <p:cNvSpPr/>
              <p:nvPr/>
            </p:nvSpPr>
            <p:spPr>
              <a:xfrm>
                <a:off x="3633825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arm"/>
              <p:cNvSpPr/>
              <p:nvPr/>
            </p:nvSpPr>
            <p:spPr>
              <a:xfrm>
                <a:off x="3805732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pant leg"/>
              <p:cNvSpPr/>
              <p:nvPr/>
            </p:nvSpPr>
            <p:spPr>
              <a:xfrm>
                <a:off x="3674059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pant leg"/>
              <p:cNvSpPr/>
              <p:nvPr/>
            </p:nvSpPr>
            <p:spPr>
              <a:xfrm>
                <a:off x="3743553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hips"/>
              <p:cNvSpPr/>
              <p:nvPr/>
            </p:nvSpPr>
            <p:spPr>
              <a:xfrm>
                <a:off x="3674059" y="212506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shoe"/>
              <p:cNvSpPr/>
              <p:nvPr/>
            </p:nvSpPr>
            <p:spPr>
              <a:xfrm>
                <a:off x="3655771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shoe"/>
              <p:cNvSpPr/>
              <p:nvPr/>
            </p:nvSpPr>
            <p:spPr>
              <a:xfrm>
                <a:off x="3750868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shirt"/>
              <p:cNvSpPr/>
              <p:nvPr/>
            </p:nvSpPr>
            <p:spPr>
              <a:xfrm>
                <a:off x="3666744" y="194950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sleeve"/>
              <p:cNvSpPr/>
              <p:nvPr/>
            </p:nvSpPr>
            <p:spPr>
              <a:xfrm>
                <a:off x="3626510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sleeve"/>
              <p:cNvSpPr/>
              <p:nvPr/>
            </p:nvSpPr>
            <p:spPr>
              <a:xfrm>
                <a:off x="3798417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neck"/>
              <p:cNvSpPr/>
              <p:nvPr/>
            </p:nvSpPr>
            <p:spPr>
              <a:xfrm>
                <a:off x="3721608" y="192389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head"/>
              <p:cNvSpPr/>
              <p:nvPr/>
            </p:nvSpPr>
            <p:spPr>
              <a:xfrm>
                <a:off x="3675888" y="181051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hair"/>
              <p:cNvSpPr/>
              <p:nvPr/>
            </p:nvSpPr>
            <p:spPr>
              <a:xfrm rot="16200000">
                <a:off x="3712464" y="177027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eye"/>
              <p:cNvSpPr/>
              <p:nvPr/>
            </p:nvSpPr>
            <p:spPr>
              <a:xfrm>
                <a:off x="3708806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eye"/>
              <p:cNvSpPr/>
              <p:nvPr/>
            </p:nvSpPr>
            <p:spPr>
              <a:xfrm>
                <a:off x="3760012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smile"/>
              <p:cNvSpPr/>
              <p:nvPr/>
            </p:nvSpPr>
            <p:spPr>
              <a:xfrm>
                <a:off x="3714292" y="188366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992270" y="1770278"/>
              <a:ext cx="226771" cy="607162"/>
              <a:chOff x="3992270" y="1770278"/>
              <a:chExt cx="226771" cy="607162"/>
            </a:xfrm>
          </p:grpSpPr>
          <p:sp>
            <p:nvSpPr>
              <p:cNvPr id="262" name="arm"/>
              <p:cNvSpPr/>
              <p:nvPr/>
            </p:nvSpPr>
            <p:spPr>
              <a:xfrm>
                <a:off x="3999585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arm"/>
              <p:cNvSpPr/>
              <p:nvPr/>
            </p:nvSpPr>
            <p:spPr>
              <a:xfrm>
                <a:off x="4171492" y="196047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pant leg"/>
              <p:cNvSpPr/>
              <p:nvPr/>
            </p:nvSpPr>
            <p:spPr>
              <a:xfrm>
                <a:off x="4039819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pant leg"/>
              <p:cNvSpPr/>
              <p:nvPr/>
            </p:nvSpPr>
            <p:spPr>
              <a:xfrm>
                <a:off x="4109313" y="213055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hips"/>
              <p:cNvSpPr/>
              <p:nvPr/>
            </p:nvSpPr>
            <p:spPr>
              <a:xfrm>
                <a:off x="4039819" y="212506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shoe"/>
              <p:cNvSpPr/>
              <p:nvPr/>
            </p:nvSpPr>
            <p:spPr>
              <a:xfrm>
                <a:off x="4021531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shoe"/>
              <p:cNvSpPr/>
              <p:nvPr/>
            </p:nvSpPr>
            <p:spPr>
              <a:xfrm>
                <a:off x="4116628" y="234086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shirt"/>
              <p:cNvSpPr/>
              <p:nvPr/>
            </p:nvSpPr>
            <p:spPr>
              <a:xfrm>
                <a:off x="4032504" y="194950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sleeve"/>
              <p:cNvSpPr/>
              <p:nvPr/>
            </p:nvSpPr>
            <p:spPr>
              <a:xfrm>
                <a:off x="3992270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sleeve"/>
              <p:cNvSpPr/>
              <p:nvPr/>
            </p:nvSpPr>
            <p:spPr>
              <a:xfrm>
                <a:off x="4164177" y="195681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neck"/>
              <p:cNvSpPr/>
              <p:nvPr/>
            </p:nvSpPr>
            <p:spPr>
              <a:xfrm>
                <a:off x="4087368" y="192389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head"/>
              <p:cNvSpPr/>
              <p:nvPr/>
            </p:nvSpPr>
            <p:spPr>
              <a:xfrm>
                <a:off x="4041648" y="181051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hair"/>
              <p:cNvSpPr/>
              <p:nvPr/>
            </p:nvSpPr>
            <p:spPr>
              <a:xfrm rot="16200000">
                <a:off x="4078224" y="177027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eye"/>
              <p:cNvSpPr/>
              <p:nvPr/>
            </p:nvSpPr>
            <p:spPr>
              <a:xfrm>
                <a:off x="4074566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eye"/>
              <p:cNvSpPr/>
              <p:nvPr/>
            </p:nvSpPr>
            <p:spPr>
              <a:xfrm>
                <a:off x="4125772" y="188183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smile"/>
              <p:cNvSpPr/>
              <p:nvPr/>
            </p:nvSpPr>
            <p:spPr>
              <a:xfrm>
                <a:off x="4080052" y="188366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31950" y="2483510"/>
              <a:ext cx="226771" cy="607162"/>
              <a:chOff x="1431950" y="2483510"/>
              <a:chExt cx="226771" cy="607162"/>
            </a:xfrm>
          </p:grpSpPr>
          <p:sp>
            <p:nvSpPr>
              <p:cNvPr id="279" name="arm"/>
              <p:cNvSpPr/>
              <p:nvPr/>
            </p:nvSpPr>
            <p:spPr>
              <a:xfrm>
                <a:off x="1439265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arm"/>
              <p:cNvSpPr/>
              <p:nvPr/>
            </p:nvSpPr>
            <p:spPr>
              <a:xfrm>
                <a:off x="1611172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pant leg"/>
              <p:cNvSpPr/>
              <p:nvPr/>
            </p:nvSpPr>
            <p:spPr>
              <a:xfrm>
                <a:off x="1479499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pant leg"/>
              <p:cNvSpPr/>
              <p:nvPr/>
            </p:nvSpPr>
            <p:spPr>
              <a:xfrm>
                <a:off x="1548993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hips"/>
              <p:cNvSpPr/>
              <p:nvPr/>
            </p:nvSpPr>
            <p:spPr>
              <a:xfrm>
                <a:off x="1479499" y="283829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shoe"/>
              <p:cNvSpPr/>
              <p:nvPr/>
            </p:nvSpPr>
            <p:spPr>
              <a:xfrm>
                <a:off x="1461211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shoe"/>
              <p:cNvSpPr/>
              <p:nvPr/>
            </p:nvSpPr>
            <p:spPr>
              <a:xfrm>
                <a:off x="1556308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shirt"/>
              <p:cNvSpPr/>
              <p:nvPr/>
            </p:nvSpPr>
            <p:spPr>
              <a:xfrm>
                <a:off x="1472184" y="266273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sleeve"/>
              <p:cNvSpPr/>
              <p:nvPr/>
            </p:nvSpPr>
            <p:spPr>
              <a:xfrm>
                <a:off x="1431950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sleeve"/>
              <p:cNvSpPr/>
              <p:nvPr/>
            </p:nvSpPr>
            <p:spPr>
              <a:xfrm>
                <a:off x="1603857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neck"/>
              <p:cNvSpPr/>
              <p:nvPr/>
            </p:nvSpPr>
            <p:spPr>
              <a:xfrm>
                <a:off x="1527048" y="263712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head"/>
              <p:cNvSpPr/>
              <p:nvPr/>
            </p:nvSpPr>
            <p:spPr>
              <a:xfrm>
                <a:off x="1481328" y="252374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hair"/>
              <p:cNvSpPr/>
              <p:nvPr/>
            </p:nvSpPr>
            <p:spPr>
              <a:xfrm rot="16200000">
                <a:off x="1517904" y="248351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eye"/>
              <p:cNvSpPr/>
              <p:nvPr/>
            </p:nvSpPr>
            <p:spPr>
              <a:xfrm>
                <a:off x="1514246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eye"/>
              <p:cNvSpPr/>
              <p:nvPr/>
            </p:nvSpPr>
            <p:spPr>
              <a:xfrm>
                <a:off x="1565452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smile"/>
              <p:cNvSpPr/>
              <p:nvPr/>
            </p:nvSpPr>
            <p:spPr>
              <a:xfrm>
                <a:off x="1519732" y="259689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2483510"/>
              <a:ext cx="226771" cy="607162"/>
              <a:chOff x="1797710" y="2483510"/>
              <a:chExt cx="226771" cy="607162"/>
            </a:xfrm>
          </p:grpSpPr>
          <p:sp>
            <p:nvSpPr>
              <p:cNvPr id="296" name="arm"/>
              <p:cNvSpPr/>
              <p:nvPr/>
            </p:nvSpPr>
            <p:spPr>
              <a:xfrm>
                <a:off x="1805025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arm"/>
              <p:cNvSpPr/>
              <p:nvPr/>
            </p:nvSpPr>
            <p:spPr>
              <a:xfrm>
                <a:off x="1976932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pant leg"/>
              <p:cNvSpPr/>
              <p:nvPr/>
            </p:nvSpPr>
            <p:spPr>
              <a:xfrm>
                <a:off x="1845259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pant leg"/>
              <p:cNvSpPr/>
              <p:nvPr/>
            </p:nvSpPr>
            <p:spPr>
              <a:xfrm>
                <a:off x="1914753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hips"/>
              <p:cNvSpPr/>
              <p:nvPr/>
            </p:nvSpPr>
            <p:spPr>
              <a:xfrm>
                <a:off x="1845259" y="283829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shoe"/>
              <p:cNvSpPr/>
              <p:nvPr/>
            </p:nvSpPr>
            <p:spPr>
              <a:xfrm>
                <a:off x="1826971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shoe"/>
              <p:cNvSpPr/>
              <p:nvPr/>
            </p:nvSpPr>
            <p:spPr>
              <a:xfrm>
                <a:off x="1922068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shirt"/>
              <p:cNvSpPr/>
              <p:nvPr/>
            </p:nvSpPr>
            <p:spPr>
              <a:xfrm>
                <a:off x="1837944" y="266273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sleeve"/>
              <p:cNvSpPr/>
              <p:nvPr/>
            </p:nvSpPr>
            <p:spPr>
              <a:xfrm>
                <a:off x="1797710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sleeve"/>
              <p:cNvSpPr/>
              <p:nvPr/>
            </p:nvSpPr>
            <p:spPr>
              <a:xfrm>
                <a:off x="1969617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neck"/>
              <p:cNvSpPr/>
              <p:nvPr/>
            </p:nvSpPr>
            <p:spPr>
              <a:xfrm>
                <a:off x="1892808" y="263712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head"/>
              <p:cNvSpPr/>
              <p:nvPr/>
            </p:nvSpPr>
            <p:spPr>
              <a:xfrm>
                <a:off x="1847088" y="252374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hair"/>
              <p:cNvSpPr/>
              <p:nvPr/>
            </p:nvSpPr>
            <p:spPr>
              <a:xfrm rot="16200000">
                <a:off x="1883664" y="248351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eye"/>
              <p:cNvSpPr/>
              <p:nvPr/>
            </p:nvSpPr>
            <p:spPr>
              <a:xfrm>
                <a:off x="1880006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eye"/>
              <p:cNvSpPr/>
              <p:nvPr/>
            </p:nvSpPr>
            <p:spPr>
              <a:xfrm>
                <a:off x="1931212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smile"/>
              <p:cNvSpPr/>
              <p:nvPr/>
            </p:nvSpPr>
            <p:spPr>
              <a:xfrm>
                <a:off x="1885492" y="259689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63470" y="2483510"/>
              <a:ext cx="226771" cy="607162"/>
              <a:chOff x="2163470" y="2483510"/>
              <a:chExt cx="226771" cy="607162"/>
            </a:xfrm>
          </p:grpSpPr>
          <p:sp>
            <p:nvSpPr>
              <p:cNvPr id="313" name="arm"/>
              <p:cNvSpPr/>
              <p:nvPr/>
            </p:nvSpPr>
            <p:spPr>
              <a:xfrm>
                <a:off x="2170785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arm"/>
              <p:cNvSpPr/>
              <p:nvPr/>
            </p:nvSpPr>
            <p:spPr>
              <a:xfrm>
                <a:off x="2342692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pant leg"/>
              <p:cNvSpPr/>
              <p:nvPr/>
            </p:nvSpPr>
            <p:spPr>
              <a:xfrm>
                <a:off x="2211019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pant leg"/>
              <p:cNvSpPr/>
              <p:nvPr/>
            </p:nvSpPr>
            <p:spPr>
              <a:xfrm>
                <a:off x="2280513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hips"/>
              <p:cNvSpPr/>
              <p:nvPr/>
            </p:nvSpPr>
            <p:spPr>
              <a:xfrm>
                <a:off x="2211019" y="283829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shoe"/>
              <p:cNvSpPr/>
              <p:nvPr/>
            </p:nvSpPr>
            <p:spPr>
              <a:xfrm>
                <a:off x="2192731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shoe"/>
              <p:cNvSpPr/>
              <p:nvPr/>
            </p:nvSpPr>
            <p:spPr>
              <a:xfrm>
                <a:off x="2287828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shirt"/>
              <p:cNvSpPr/>
              <p:nvPr/>
            </p:nvSpPr>
            <p:spPr>
              <a:xfrm>
                <a:off x="2203704" y="266273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sleeve"/>
              <p:cNvSpPr/>
              <p:nvPr/>
            </p:nvSpPr>
            <p:spPr>
              <a:xfrm>
                <a:off x="2163470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sleeve"/>
              <p:cNvSpPr/>
              <p:nvPr/>
            </p:nvSpPr>
            <p:spPr>
              <a:xfrm>
                <a:off x="2335377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neck"/>
              <p:cNvSpPr/>
              <p:nvPr/>
            </p:nvSpPr>
            <p:spPr>
              <a:xfrm>
                <a:off x="2258568" y="263712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head"/>
              <p:cNvSpPr/>
              <p:nvPr/>
            </p:nvSpPr>
            <p:spPr>
              <a:xfrm>
                <a:off x="2212848" y="252374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hair"/>
              <p:cNvSpPr/>
              <p:nvPr/>
            </p:nvSpPr>
            <p:spPr>
              <a:xfrm rot="16200000">
                <a:off x="2249424" y="248351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eye"/>
              <p:cNvSpPr/>
              <p:nvPr/>
            </p:nvSpPr>
            <p:spPr>
              <a:xfrm>
                <a:off x="2245766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eye"/>
              <p:cNvSpPr/>
              <p:nvPr/>
            </p:nvSpPr>
            <p:spPr>
              <a:xfrm>
                <a:off x="2296972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smile"/>
              <p:cNvSpPr/>
              <p:nvPr/>
            </p:nvSpPr>
            <p:spPr>
              <a:xfrm>
                <a:off x="2251252" y="259689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2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529230" y="2483510"/>
              <a:ext cx="226771" cy="607162"/>
              <a:chOff x="2529230" y="2483510"/>
              <a:chExt cx="226771" cy="607162"/>
            </a:xfrm>
          </p:grpSpPr>
          <p:sp>
            <p:nvSpPr>
              <p:cNvPr id="330" name="arm"/>
              <p:cNvSpPr/>
              <p:nvPr/>
            </p:nvSpPr>
            <p:spPr>
              <a:xfrm>
                <a:off x="2536545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" name="arm"/>
              <p:cNvSpPr/>
              <p:nvPr/>
            </p:nvSpPr>
            <p:spPr>
              <a:xfrm>
                <a:off x="2708452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" name="pant leg"/>
              <p:cNvSpPr/>
              <p:nvPr/>
            </p:nvSpPr>
            <p:spPr>
              <a:xfrm>
                <a:off x="2576779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" name="pant leg"/>
              <p:cNvSpPr/>
              <p:nvPr/>
            </p:nvSpPr>
            <p:spPr>
              <a:xfrm>
                <a:off x="2646273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hips"/>
              <p:cNvSpPr/>
              <p:nvPr/>
            </p:nvSpPr>
            <p:spPr>
              <a:xfrm>
                <a:off x="2576779" y="283829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shoe"/>
              <p:cNvSpPr/>
              <p:nvPr/>
            </p:nvSpPr>
            <p:spPr>
              <a:xfrm>
                <a:off x="2558491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shoe"/>
              <p:cNvSpPr/>
              <p:nvPr/>
            </p:nvSpPr>
            <p:spPr>
              <a:xfrm>
                <a:off x="2653588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shirt"/>
              <p:cNvSpPr/>
              <p:nvPr/>
            </p:nvSpPr>
            <p:spPr>
              <a:xfrm>
                <a:off x="2569464" y="266273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sleeve"/>
              <p:cNvSpPr/>
              <p:nvPr/>
            </p:nvSpPr>
            <p:spPr>
              <a:xfrm>
                <a:off x="2529230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sleeve"/>
              <p:cNvSpPr/>
              <p:nvPr/>
            </p:nvSpPr>
            <p:spPr>
              <a:xfrm>
                <a:off x="2701137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neck"/>
              <p:cNvSpPr/>
              <p:nvPr/>
            </p:nvSpPr>
            <p:spPr>
              <a:xfrm>
                <a:off x="2624328" y="263712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head"/>
              <p:cNvSpPr/>
              <p:nvPr/>
            </p:nvSpPr>
            <p:spPr>
              <a:xfrm>
                <a:off x="2578608" y="252374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hair"/>
              <p:cNvSpPr/>
              <p:nvPr/>
            </p:nvSpPr>
            <p:spPr>
              <a:xfrm rot="16200000">
                <a:off x="2615184" y="248351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eye"/>
              <p:cNvSpPr/>
              <p:nvPr/>
            </p:nvSpPr>
            <p:spPr>
              <a:xfrm>
                <a:off x="2611526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" name="eye"/>
              <p:cNvSpPr/>
              <p:nvPr/>
            </p:nvSpPr>
            <p:spPr>
              <a:xfrm>
                <a:off x="2662732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" name="smile"/>
              <p:cNvSpPr/>
              <p:nvPr/>
            </p:nvSpPr>
            <p:spPr>
              <a:xfrm>
                <a:off x="2617012" y="259689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4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894990" y="2483510"/>
              <a:ext cx="226771" cy="607162"/>
              <a:chOff x="2894990" y="2483510"/>
              <a:chExt cx="226771" cy="607162"/>
            </a:xfrm>
          </p:grpSpPr>
          <p:sp>
            <p:nvSpPr>
              <p:cNvPr id="347" name="arm"/>
              <p:cNvSpPr/>
              <p:nvPr/>
            </p:nvSpPr>
            <p:spPr>
              <a:xfrm>
                <a:off x="2902305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" name="arm"/>
              <p:cNvSpPr/>
              <p:nvPr/>
            </p:nvSpPr>
            <p:spPr>
              <a:xfrm>
                <a:off x="3074212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" name="pant leg"/>
              <p:cNvSpPr/>
              <p:nvPr/>
            </p:nvSpPr>
            <p:spPr>
              <a:xfrm>
                <a:off x="2942539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pant leg"/>
              <p:cNvSpPr/>
              <p:nvPr/>
            </p:nvSpPr>
            <p:spPr>
              <a:xfrm>
                <a:off x="3012033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" name="hips"/>
              <p:cNvSpPr/>
              <p:nvPr/>
            </p:nvSpPr>
            <p:spPr>
              <a:xfrm>
                <a:off x="2942539" y="283829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" name="shoe"/>
              <p:cNvSpPr/>
              <p:nvPr/>
            </p:nvSpPr>
            <p:spPr>
              <a:xfrm>
                <a:off x="2924251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" name="shoe"/>
              <p:cNvSpPr/>
              <p:nvPr/>
            </p:nvSpPr>
            <p:spPr>
              <a:xfrm>
                <a:off x="3019348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" name="shirt"/>
              <p:cNvSpPr/>
              <p:nvPr/>
            </p:nvSpPr>
            <p:spPr>
              <a:xfrm>
                <a:off x="2935224" y="266273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" name="sleeve"/>
              <p:cNvSpPr/>
              <p:nvPr/>
            </p:nvSpPr>
            <p:spPr>
              <a:xfrm>
                <a:off x="2894990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" name="sleeve"/>
              <p:cNvSpPr/>
              <p:nvPr/>
            </p:nvSpPr>
            <p:spPr>
              <a:xfrm>
                <a:off x="3066897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" name="neck"/>
              <p:cNvSpPr/>
              <p:nvPr/>
            </p:nvSpPr>
            <p:spPr>
              <a:xfrm>
                <a:off x="2990088" y="263712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" name="head"/>
              <p:cNvSpPr/>
              <p:nvPr/>
            </p:nvSpPr>
            <p:spPr>
              <a:xfrm>
                <a:off x="2944368" y="252374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" name="hair"/>
              <p:cNvSpPr/>
              <p:nvPr/>
            </p:nvSpPr>
            <p:spPr>
              <a:xfrm rot="16200000">
                <a:off x="2980944" y="248351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" name="eye"/>
              <p:cNvSpPr/>
              <p:nvPr/>
            </p:nvSpPr>
            <p:spPr>
              <a:xfrm>
                <a:off x="2977286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" name="eye"/>
              <p:cNvSpPr/>
              <p:nvPr/>
            </p:nvSpPr>
            <p:spPr>
              <a:xfrm>
                <a:off x="3028492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" name="smile"/>
              <p:cNvSpPr/>
              <p:nvPr/>
            </p:nvSpPr>
            <p:spPr>
              <a:xfrm>
                <a:off x="2982772" y="259689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6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260750" y="2483510"/>
              <a:ext cx="226771" cy="607162"/>
              <a:chOff x="3260750" y="2483510"/>
              <a:chExt cx="226771" cy="607162"/>
            </a:xfrm>
          </p:grpSpPr>
          <p:sp>
            <p:nvSpPr>
              <p:cNvPr id="364" name="arm"/>
              <p:cNvSpPr/>
              <p:nvPr/>
            </p:nvSpPr>
            <p:spPr>
              <a:xfrm>
                <a:off x="3268065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" name="arm"/>
              <p:cNvSpPr/>
              <p:nvPr/>
            </p:nvSpPr>
            <p:spPr>
              <a:xfrm>
                <a:off x="3439972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pant leg"/>
              <p:cNvSpPr/>
              <p:nvPr/>
            </p:nvSpPr>
            <p:spPr>
              <a:xfrm>
                <a:off x="3308299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" name="pant leg"/>
              <p:cNvSpPr/>
              <p:nvPr/>
            </p:nvSpPr>
            <p:spPr>
              <a:xfrm>
                <a:off x="3377793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hips"/>
              <p:cNvSpPr/>
              <p:nvPr/>
            </p:nvSpPr>
            <p:spPr>
              <a:xfrm>
                <a:off x="3308299" y="283829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" name="shoe"/>
              <p:cNvSpPr/>
              <p:nvPr/>
            </p:nvSpPr>
            <p:spPr>
              <a:xfrm>
                <a:off x="3290011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" name="shoe"/>
              <p:cNvSpPr/>
              <p:nvPr/>
            </p:nvSpPr>
            <p:spPr>
              <a:xfrm>
                <a:off x="3385108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" name="shirt"/>
              <p:cNvSpPr/>
              <p:nvPr/>
            </p:nvSpPr>
            <p:spPr>
              <a:xfrm>
                <a:off x="3300984" y="266273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sleeve"/>
              <p:cNvSpPr/>
              <p:nvPr/>
            </p:nvSpPr>
            <p:spPr>
              <a:xfrm>
                <a:off x="3260750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sleeve"/>
              <p:cNvSpPr/>
              <p:nvPr/>
            </p:nvSpPr>
            <p:spPr>
              <a:xfrm>
                <a:off x="3432657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" name="neck"/>
              <p:cNvSpPr/>
              <p:nvPr/>
            </p:nvSpPr>
            <p:spPr>
              <a:xfrm>
                <a:off x="3355848" y="263712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head"/>
              <p:cNvSpPr/>
              <p:nvPr/>
            </p:nvSpPr>
            <p:spPr>
              <a:xfrm>
                <a:off x="3310127" y="252374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" name="hair"/>
              <p:cNvSpPr/>
              <p:nvPr/>
            </p:nvSpPr>
            <p:spPr>
              <a:xfrm rot="16200000">
                <a:off x="3346703" y="248351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" name="eye"/>
              <p:cNvSpPr/>
              <p:nvPr/>
            </p:nvSpPr>
            <p:spPr>
              <a:xfrm>
                <a:off x="3343046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" name="eye"/>
              <p:cNvSpPr/>
              <p:nvPr/>
            </p:nvSpPr>
            <p:spPr>
              <a:xfrm>
                <a:off x="3394252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" name="smile"/>
              <p:cNvSpPr/>
              <p:nvPr/>
            </p:nvSpPr>
            <p:spPr>
              <a:xfrm>
                <a:off x="3348532" y="259689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8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626510" y="2483510"/>
              <a:ext cx="226771" cy="607162"/>
              <a:chOff x="3626510" y="2483510"/>
              <a:chExt cx="226771" cy="607162"/>
            </a:xfrm>
          </p:grpSpPr>
          <p:sp>
            <p:nvSpPr>
              <p:cNvPr id="381" name="arm"/>
              <p:cNvSpPr/>
              <p:nvPr/>
            </p:nvSpPr>
            <p:spPr>
              <a:xfrm>
                <a:off x="3633825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" name="arm"/>
              <p:cNvSpPr/>
              <p:nvPr/>
            </p:nvSpPr>
            <p:spPr>
              <a:xfrm>
                <a:off x="3805732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pant leg"/>
              <p:cNvSpPr/>
              <p:nvPr/>
            </p:nvSpPr>
            <p:spPr>
              <a:xfrm>
                <a:off x="3674059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pant leg"/>
              <p:cNvSpPr/>
              <p:nvPr/>
            </p:nvSpPr>
            <p:spPr>
              <a:xfrm>
                <a:off x="3743553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hips"/>
              <p:cNvSpPr/>
              <p:nvPr/>
            </p:nvSpPr>
            <p:spPr>
              <a:xfrm>
                <a:off x="3674059" y="283829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" name="shoe"/>
              <p:cNvSpPr/>
              <p:nvPr/>
            </p:nvSpPr>
            <p:spPr>
              <a:xfrm>
                <a:off x="3655771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" name="shoe"/>
              <p:cNvSpPr/>
              <p:nvPr/>
            </p:nvSpPr>
            <p:spPr>
              <a:xfrm>
                <a:off x="3750868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" name="shirt"/>
              <p:cNvSpPr/>
              <p:nvPr/>
            </p:nvSpPr>
            <p:spPr>
              <a:xfrm>
                <a:off x="3666744" y="266273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" name="sleeve"/>
              <p:cNvSpPr/>
              <p:nvPr/>
            </p:nvSpPr>
            <p:spPr>
              <a:xfrm>
                <a:off x="3626510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" name="sleeve"/>
              <p:cNvSpPr/>
              <p:nvPr/>
            </p:nvSpPr>
            <p:spPr>
              <a:xfrm>
                <a:off x="3798417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" name="neck"/>
              <p:cNvSpPr/>
              <p:nvPr/>
            </p:nvSpPr>
            <p:spPr>
              <a:xfrm>
                <a:off x="3721608" y="263712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" name="head"/>
              <p:cNvSpPr/>
              <p:nvPr/>
            </p:nvSpPr>
            <p:spPr>
              <a:xfrm>
                <a:off x="3675888" y="252374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hair"/>
              <p:cNvSpPr/>
              <p:nvPr/>
            </p:nvSpPr>
            <p:spPr>
              <a:xfrm rot="16200000">
                <a:off x="3712464" y="248351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eye"/>
              <p:cNvSpPr/>
              <p:nvPr/>
            </p:nvSpPr>
            <p:spPr>
              <a:xfrm>
                <a:off x="3708806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eye"/>
              <p:cNvSpPr/>
              <p:nvPr/>
            </p:nvSpPr>
            <p:spPr>
              <a:xfrm>
                <a:off x="3760012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smile"/>
              <p:cNvSpPr/>
              <p:nvPr/>
            </p:nvSpPr>
            <p:spPr>
              <a:xfrm>
                <a:off x="3714292" y="259689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9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992270" y="2483510"/>
              <a:ext cx="226771" cy="607162"/>
              <a:chOff x="3992270" y="2483510"/>
              <a:chExt cx="226771" cy="607162"/>
            </a:xfrm>
          </p:grpSpPr>
          <p:sp>
            <p:nvSpPr>
              <p:cNvPr id="398" name="arm"/>
              <p:cNvSpPr/>
              <p:nvPr/>
            </p:nvSpPr>
            <p:spPr>
              <a:xfrm>
                <a:off x="3999585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" name="arm"/>
              <p:cNvSpPr/>
              <p:nvPr/>
            </p:nvSpPr>
            <p:spPr>
              <a:xfrm>
                <a:off x="4171492" y="267370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" name="pant leg"/>
              <p:cNvSpPr/>
              <p:nvPr/>
            </p:nvSpPr>
            <p:spPr>
              <a:xfrm>
                <a:off x="4039819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" name="pant leg"/>
              <p:cNvSpPr/>
              <p:nvPr/>
            </p:nvSpPr>
            <p:spPr>
              <a:xfrm>
                <a:off x="4109313" y="284378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" name="hips"/>
              <p:cNvSpPr/>
              <p:nvPr/>
            </p:nvSpPr>
            <p:spPr>
              <a:xfrm>
                <a:off x="4039819" y="283829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shoe"/>
              <p:cNvSpPr/>
              <p:nvPr/>
            </p:nvSpPr>
            <p:spPr>
              <a:xfrm>
                <a:off x="4021531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shoe"/>
              <p:cNvSpPr/>
              <p:nvPr/>
            </p:nvSpPr>
            <p:spPr>
              <a:xfrm>
                <a:off x="4116628" y="305409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" name="shirt"/>
              <p:cNvSpPr/>
              <p:nvPr/>
            </p:nvSpPr>
            <p:spPr>
              <a:xfrm>
                <a:off x="4032504" y="266273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sleeve"/>
              <p:cNvSpPr/>
              <p:nvPr/>
            </p:nvSpPr>
            <p:spPr>
              <a:xfrm>
                <a:off x="3992270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" name="sleeve"/>
              <p:cNvSpPr/>
              <p:nvPr/>
            </p:nvSpPr>
            <p:spPr>
              <a:xfrm>
                <a:off x="4164177" y="267004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" name="neck"/>
              <p:cNvSpPr/>
              <p:nvPr/>
            </p:nvSpPr>
            <p:spPr>
              <a:xfrm>
                <a:off x="4087368" y="263712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" name="head"/>
              <p:cNvSpPr/>
              <p:nvPr/>
            </p:nvSpPr>
            <p:spPr>
              <a:xfrm>
                <a:off x="4041648" y="252374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" name="hair"/>
              <p:cNvSpPr/>
              <p:nvPr/>
            </p:nvSpPr>
            <p:spPr>
              <a:xfrm rot="16200000">
                <a:off x="4078224" y="248351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" name="eye"/>
              <p:cNvSpPr/>
              <p:nvPr/>
            </p:nvSpPr>
            <p:spPr>
              <a:xfrm>
                <a:off x="4074566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eye"/>
              <p:cNvSpPr/>
              <p:nvPr/>
            </p:nvSpPr>
            <p:spPr>
              <a:xfrm>
                <a:off x="4125772" y="259506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" name="smile"/>
              <p:cNvSpPr/>
              <p:nvPr/>
            </p:nvSpPr>
            <p:spPr>
              <a:xfrm>
                <a:off x="4080052" y="259689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1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31950" y="3196742"/>
              <a:ext cx="226771" cy="607162"/>
              <a:chOff x="1431950" y="3196742"/>
              <a:chExt cx="226771" cy="607162"/>
            </a:xfrm>
          </p:grpSpPr>
          <p:sp>
            <p:nvSpPr>
              <p:cNvPr id="415" name="arm"/>
              <p:cNvSpPr/>
              <p:nvPr/>
            </p:nvSpPr>
            <p:spPr>
              <a:xfrm>
                <a:off x="1439265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" name="arm"/>
              <p:cNvSpPr/>
              <p:nvPr/>
            </p:nvSpPr>
            <p:spPr>
              <a:xfrm>
                <a:off x="1611172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" name="pant leg"/>
              <p:cNvSpPr/>
              <p:nvPr/>
            </p:nvSpPr>
            <p:spPr>
              <a:xfrm>
                <a:off x="1479499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" name="pant leg"/>
              <p:cNvSpPr/>
              <p:nvPr/>
            </p:nvSpPr>
            <p:spPr>
              <a:xfrm>
                <a:off x="1548993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" name="hips"/>
              <p:cNvSpPr/>
              <p:nvPr/>
            </p:nvSpPr>
            <p:spPr>
              <a:xfrm>
                <a:off x="1479499" y="355152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" name="shoe"/>
              <p:cNvSpPr/>
              <p:nvPr/>
            </p:nvSpPr>
            <p:spPr>
              <a:xfrm>
                <a:off x="1461211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" name="shoe"/>
              <p:cNvSpPr/>
              <p:nvPr/>
            </p:nvSpPr>
            <p:spPr>
              <a:xfrm>
                <a:off x="1556308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" name="shirt"/>
              <p:cNvSpPr/>
              <p:nvPr/>
            </p:nvSpPr>
            <p:spPr>
              <a:xfrm>
                <a:off x="1472184" y="337596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" name="sleeve"/>
              <p:cNvSpPr/>
              <p:nvPr/>
            </p:nvSpPr>
            <p:spPr>
              <a:xfrm>
                <a:off x="1431950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" name="sleeve"/>
              <p:cNvSpPr/>
              <p:nvPr/>
            </p:nvSpPr>
            <p:spPr>
              <a:xfrm>
                <a:off x="1603857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" name="neck"/>
              <p:cNvSpPr/>
              <p:nvPr/>
            </p:nvSpPr>
            <p:spPr>
              <a:xfrm>
                <a:off x="1527048" y="335036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" name="head"/>
              <p:cNvSpPr/>
              <p:nvPr/>
            </p:nvSpPr>
            <p:spPr>
              <a:xfrm>
                <a:off x="1481328" y="3236976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" name="hair"/>
              <p:cNvSpPr/>
              <p:nvPr/>
            </p:nvSpPr>
            <p:spPr>
              <a:xfrm rot="16200000">
                <a:off x="1517904" y="319674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" name="eye"/>
              <p:cNvSpPr/>
              <p:nvPr/>
            </p:nvSpPr>
            <p:spPr>
              <a:xfrm>
                <a:off x="1514246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" name="eye"/>
              <p:cNvSpPr/>
              <p:nvPr/>
            </p:nvSpPr>
            <p:spPr>
              <a:xfrm>
                <a:off x="1565452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" name="smile"/>
              <p:cNvSpPr/>
              <p:nvPr/>
            </p:nvSpPr>
            <p:spPr>
              <a:xfrm>
                <a:off x="1519732" y="331012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3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3196742"/>
              <a:ext cx="226771" cy="607162"/>
              <a:chOff x="1797710" y="3196742"/>
              <a:chExt cx="226771" cy="607162"/>
            </a:xfrm>
          </p:grpSpPr>
          <p:sp>
            <p:nvSpPr>
              <p:cNvPr id="432" name="arm"/>
              <p:cNvSpPr/>
              <p:nvPr/>
            </p:nvSpPr>
            <p:spPr>
              <a:xfrm>
                <a:off x="1805025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" name="arm"/>
              <p:cNvSpPr/>
              <p:nvPr/>
            </p:nvSpPr>
            <p:spPr>
              <a:xfrm>
                <a:off x="1976932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" name="pant leg"/>
              <p:cNvSpPr/>
              <p:nvPr/>
            </p:nvSpPr>
            <p:spPr>
              <a:xfrm>
                <a:off x="1845259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" name="pant leg"/>
              <p:cNvSpPr/>
              <p:nvPr/>
            </p:nvSpPr>
            <p:spPr>
              <a:xfrm>
                <a:off x="1914753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" name="hips"/>
              <p:cNvSpPr/>
              <p:nvPr/>
            </p:nvSpPr>
            <p:spPr>
              <a:xfrm>
                <a:off x="1845259" y="355152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" name="shoe"/>
              <p:cNvSpPr/>
              <p:nvPr/>
            </p:nvSpPr>
            <p:spPr>
              <a:xfrm>
                <a:off x="1826971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" name="shoe"/>
              <p:cNvSpPr/>
              <p:nvPr/>
            </p:nvSpPr>
            <p:spPr>
              <a:xfrm>
                <a:off x="1922068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" name="shirt"/>
              <p:cNvSpPr/>
              <p:nvPr/>
            </p:nvSpPr>
            <p:spPr>
              <a:xfrm>
                <a:off x="1837944" y="337596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" name="sleeve"/>
              <p:cNvSpPr/>
              <p:nvPr/>
            </p:nvSpPr>
            <p:spPr>
              <a:xfrm>
                <a:off x="1797710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" name="sleeve"/>
              <p:cNvSpPr/>
              <p:nvPr/>
            </p:nvSpPr>
            <p:spPr>
              <a:xfrm>
                <a:off x="1969617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" name="neck"/>
              <p:cNvSpPr/>
              <p:nvPr/>
            </p:nvSpPr>
            <p:spPr>
              <a:xfrm>
                <a:off x="1892808" y="335036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" name="head"/>
              <p:cNvSpPr/>
              <p:nvPr/>
            </p:nvSpPr>
            <p:spPr>
              <a:xfrm>
                <a:off x="1847088" y="3236976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" name="hair"/>
              <p:cNvSpPr/>
              <p:nvPr/>
            </p:nvSpPr>
            <p:spPr>
              <a:xfrm rot="16200000">
                <a:off x="1883664" y="319674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" name="eye"/>
              <p:cNvSpPr/>
              <p:nvPr/>
            </p:nvSpPr>
            <p:spPr>
              <a:xfrm>
                <a:off x="1880006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" name="eye"/>
              <p:cNvSpPr/>
              <p:nvPr/>
            </p:nvSpPr>
            <p:spPr>
              <a:xfrm>
                <a:off x="1931212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" name="smile"/>
              <p:cNvSpPr/>
              <p:nvPr/>
            </p:nvSpPr>
            <p:spPr>
              <a:xfrm>
                <a:off x="1885492" y="331012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4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63470" y="3196742"/>
              <a:ext cx="226771" cy="607162"/>
              <a:chOff x="2163470" y="3196742"/>
              <a:chExt cx="226771" cy="607162"/>
            </a:xfrm>
          </p:grpSpPr>
          <p:sp>
            <p:nvSpPr>
              <p:cNvPr id="449" name="arm"/>
              <p:cNvSpPr/>
              <p:nvPr/>
            </p:nvSpPr>
            <p:spPr>
              <a:xfrm>
                <a:off x="2170785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" name="arm"/>
              <p:cNvSpPr/>
              <p:nvPr/>
            </p:nvSpPr>
            <p:spPr>
              <a:xfrm>
                <a:off x="2342692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" name="pant leg"/>
              <p:cNvSpPr/>
              <p:nvPr/>
            </p:nvSpPr>
            <p:spPr>
              <a:xfrm>
                <a:off x="2211019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" name="pant leg"/>
              <p:cNvSpPr/>
              <p:nvPr/>
            </p:nvSpPr>
            <p:spPr>
              <a:xfrm>
                <a:off x="2280513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" name="hips"/>
              <p:cNvSpPr/>
              <p:nvPr/>
            </p:nvSpPr>
            <p:spPr>
              <a:xfrm>
                <a:off x="2211019" y="355152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" name="shoe"/>
              <p:cNvSpPr/>
              <p:nvPr/>
            </p:nvSpPr>
            <p:spPr>
              <a:xfrm>
                <a:off x="2192731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" name="shoe"/>
              <p:cNvSpPr/>
              <p:nvPr/>
            </p:nvSpPr>
            <p:spPr>
              <a:xfrm>
                <a:off x="2287828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" name="shirt"/>
              <p:cNvSpPr/>
              <p:nvPr/>
            </p:nvSpPr>
            <p:spPr>
              <a:xfrm>
                <a:off x="2203704" y="337596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" name="sleeve"/>
              <p:cNvSpPr/>
              <p:nvPr/>
            </p:nvSpPr>
            <p:spPr>
              <a:xfrm>
                <a:off x="2163470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" name="sleeve"/>
              <p:cNvSpPr/>
              <p:nvPr/>
            </p:nvSpPr>
            <p:spPr>
              <a:xfrm>
                <a:off x="2335377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" name="neck"/>
              <p:cNvSpPr/>
              <p:nvPr/>
            </p:nvSpPr>
            <p:spPr>
              <a:xfrm>
                <a:off x="2258568" y="335036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" name="head"/>
              <p:cNvSpPr/>
              <p:nvPr/>
            </p:nvSpPr>
            <p:spPr>
              <a:xfrm>
                <a:off x="2212848" y="3236976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" name="hair"/>
              <p:cNvSpPr/>
              <p:nvPr/>
            </p:nvSpPr>
            <p:spPr>
              <a:xfrm rot="16200000">
                <a:off x="2249424" y="319674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" name="eye"/>
              <p:cNvSpPr/>
              <p:nvPr/>
            </p:nvSpPr>
            <p:spPr>
              <a:xfrm>
                <a:off x="2245766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" name="eye"/>
              <p:cNvSpPr/>
              <p:nvPr/>
            </p:nvSpPr>
            <p:spPr>
              <a:xfrm>
                <a:off x="2296972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" name="smile"/>
              <p:cNvSpPr/>
              <p:nvPr/>
            </p:nvSpPr>
            <p:spPr>
              <a:xfrm>
                <a:off x="2251252" y="331012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6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529230" y="3196742"/>
              <a:ext cx="226771" cy="607162"/>
              <a:chOff x="2529230" y="3196742"/>
              <a:chExt cx="226771" cy="607162"/>
            </a:xfrm>
          </p:grpSpPr>
          <p:sp>
            <p:nvSpPr>
              <p:cNvPr id="466" name="arm"/>
              <p:cNvSpPr/>
              <p:nvPr/>
            </p:nvSpPr>
            <p:spPr>
              <a:xfrm>
                <a:off x="2536545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" name="arm"/>
              <p:cNvSpPr/>
              <p:nvPr/>
            </p:nvSpPr>
            <p:spPr>
              <a:xfrm>
                <a:off x="2708452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pant leg"/>
              <p:cNvSpPr/>
              <p:nvPr/>
            </p:nvSpPr>
            <p:spPr>
              <a:xfrm>
                <a:off x="2576779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" name="pant leg"/>
              <p:cNvSpPr/>
              <p:nvPr/>
            </p:nvSpPr>
            <p:spPr>
              <a:xfrm>
                <a:off x="2646273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" name="hips"/>
              <p:cNvSpPr/>
              <p:nvPr/>
            </p:nvSpPr>
            <p:spPr>
              <a:xfrm>
                <a:off x="2576779" y="355152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" name="shoe"/>
              <p:cNvSpPr/>
              <p:nvPr/>
            </p:nvSpPr>
            <p:spPr>
              <a:xfrm>
                <a:off x="2558491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" name="shoe"/>
              <p:cNvSpPr/>
              <p:nvPr/>
            </p:nvSpPr>
            <p:spPr>
              <a:xfrm>
                <a:off x="2653588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" name="shirt"/>
              <p:cNvSpPr/>
              <p:nvPr/>
            </p:nvSpPr>
            <p:spPr>
              <a:xfrm>
                <a:off x="2569464" y="337596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sleeve"/>
              <p:cNvSpPr/>
              <p:nvPr/>
            </p:nvSpPr>
            <p:spPr>
              <a:xfrm>
                <a:off x="2529230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sleeve"/>
              <p:cNvSpPr/>
              <p:nvPr/>
            </p:nvSpPr>
            <p:spPr>
              <a:xfrm>
                <a:off x="2701137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" name="neck"/>
              <p:cNvSpPr/>
              <p:nvPr/>
            </p:nvSpPr>
            <p:spPr>
              <a:xfrm>
                <a:off x="2624328" y="335036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" name="head"/>
              <p:cNvSpPr/>
              <p:nvPr/>
            </p:nvSpPr>
            <p:spPr>
              <a:xfrm>
                <a:off x="2578608" y="3236976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hair"/>
              <p:cNvSpPr/>
              <p:nvPr/>
            </p:nvSpPr>
            <p:spPr>
              <a:xfrm rot="16200000">
                <a:off x="2615184" y="319674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eye"/>
              <p:cNvSpPr/>
              <p:nvPr/>
            </p:nvSpPr>
            <p:spPr>
              <a:xfrm>
                <a:off x="2611526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" name="eye"/>
              <p:cNvSpPr/>
              <p:nvPr/>
            </p:nvSpPr>
            <p:spPr>
              <a:xfrm>
                <a:off x="2662732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" name="smile"/>
              <p:cNvSpPr/>
              <p:nvPr/>
            </p:nvSpPr>
            <p:spPr>
              <a:xfrm>
                <a:off x="2617012" y="331012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8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894990" y="3196742"/>
              <a:ext cx="226771" cy="607162"/>
              <a:chOff x="2894990" y="3196742"/>
              <a:chExt cx="226771" cy="607162"/>
            </a:xfrm>
          </p:grpSpPr>
          <p:sp>
            <p:nvSpPr>
              <p:cNvPr id="483" name="arm"/>
              <p:cNvSpPr/>
              <p:nvPr/>
            </p:nvSpPr>
            <p:spPr>
              <a:xfrm>
                <a:off x="2902305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" name="arm"/>
              <p:cNvSpPr/>
              <p:nvPr/>
            </p:nvSpPr>
            <p:spPr>
              <a:xfrm>
                <a:off x="3074212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" name="pant leg"/>
              <p:cNvSpPr/>
              <p:nvPr/>
            </p:nvSpPr>
            <p:spPr>
              <a:xfrm>
                <a:off x="2942539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" name="pant leg"/>
              <p:cNvSpPr/>
              <p:nvPr/>
            </p:nvSpPr>
            <p:spPr>
              <a:xfrm>
                <a:off x="3012033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" name="hips"/>
              <p:cNvSpPr/>
              <p:nvPr/>
            </p:nvSpPr>
            <p:spPr>
              <a:xfrm>
                <a:off x="2942539" y="355152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" name="shoe"/>
              <p:cNvSpPr/>
              <p:nvPr/>
            </p:nvSpPr>
            <p:spPr>
              <a:xfrm>
                <a:off x="2924251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" name="shoe"/>
              <p:cNvSpPr/>
              <p:nvPr/>
            </p:nvSpPr>
            <p:spPr>
              <a:xfrm>
                <a:off x="3019348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" name="shirt"/>
              <p:cNvSpPr/>
              <p:nvPr/>
            </p:nvSpPr>
            <p:spPr>
              <a:xfrm>
                <a:off x="2935224" y="337596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" name="sleeve"/>
              <p:cNvSpPr/>
              <p:nvPr/>
            </p:nvSpPr>
            <p:spPr>
              <a:xfrm>
                <a:off x="2894990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" name="sleeve"/>
              <p:cNvSpPr/>
              <p:nvPr/>
            </p:nvSpPr>
            <p:spPr>
              <a:xfrm>
                <a:off x="3066897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" name="neck"/>
              <p:cNvSpPr/>
              <p:nvPr/>
            </p:nvSpPr>
            <p:spPr>
              <a:xfrm>
                <a:off x="2990088" y="335036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" name="head"/>
              <p:cNvSpPr/>
              <p:nvPr/>
            </p:nvSpPr>
            <p:spPr>
              <a:xfrm>
                <a:off x="2944368" y="3236976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" name="hair"/>
              <p:cNvSpPr/>
              <p:nvPr/>
            </p:nvSpPr>
            <p:spPr>
              <a:xfrm rot="16200000">
                <a:off x="2980944" y="319674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" name="eye"/>
              <p:cNvSpPr/>
              <p:nvPr/>
            </p:nvSpPr>
            <p:spPr>
              <a:xfrm>
                <a:off x="2977286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" name="eye"/>
              <p:cNvSpPr/>
              <p:nvPr/>
            </p:nvSpPr>
            <p:spPr>
              <a:xfrm>
                <a:off x="3028492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" name="smile"/>
              <p:cNvSpPr/>
              <p:nvPr/>
            </p:nvSpPr>
            <p:spPr>
              <a:xfrm>
                <a:off x="2982772" y="331012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9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260750" y="3196742"/>
              <a:ext cx="226771" cy="607162"/>
              <a:chOff x="3260750" y="3196742"/>
              <a:chExt cx="226771" cy="607162"/>
            </a:xfrm>
          </p:grpSpPr>
          <p:sp>
            <p:nvSpPr>
              <p:cNvPr id="500" name="arm"/>
              <p:cNvSpPr/>
              <p:nvPr/>
            </p:nvSpPr>
            <p:spPr>
              <a:xfrm>
                <a:off x="3268065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" name="arm"/>
              <p:cNvSpPr/>
              <p:nvPr/>
            </p:nvSpPr>
            <p:spPr>
              <a:xfrm>
                <a:off x="3439972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" name="pant leg"/>
              <p:cNvSpPr/>
              <p:nvPr/>
            </p:nvSpPr>
            <p:spPr>
              <a:xfrm>
                <a:off x="3308299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" name="pant leg"/>
              <p:cNvSpPr/>
              <p:nvPr/>
            </p:nvSpPr>
            <p:spPr>
              <a:xfrm>
                <a:off x="3377793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" name="hips"/>
              <p:cNvSpPr/>
              <p:nvPr/>
            </p:nvSpPr>
            <p:spPr>
              <a:xfrm>
                <a:off x="3308299" y="355152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" name="shoe"/>
              <p:cNvSpPr/>
              <p:nvPr/>
            </p:nvSpPr>
            <p:spPr>
              <a:xfrm>
                <a:off x="3290011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" name="shoe"/>
              <p:cNvSpPr/>
              <p:nvPr/>
            </p:nvSpPr>
            <p:spPr>
              <a:xfrm>
                <a:off x="3385108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" name="shirt"/>
              <p:cNvSpPr/>
              <p:nvPr/>
            </p:nvSpPr>
            <p:spPr>
              <a:xfrm>
                <a:off x="3300984" y="337596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" name="sleeve"/>
              <p:cNvSpPr/>
              <p:nvPr/>
            </p:nvSpPr>
            <p:spPr>
              <a:xfrm>
                <a:off x="3260750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" name="sleeve"/>
              <p:cNvSpPr/>
              <p:nvPr/>
            </p:nvSpPr>
            <p:spPr>
              <a:xfrm>
                <a:off x="3432657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" name="neck"/>
              <p:cNvSpPr/>
              <p:nvPr/>
            </p:nvSpPr>
            <p:spPr>
              <a:xfrm>
                <a:off x="3355848" y="335036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" name="head"/>
              <p:cNvSpPr/>
              <p:nvPr/>
            </p:nvSpPr>
            <p:spPr>
              <a:xfrm>
                <a:off x="3310127" y="3236976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" name="hair"/>
              <p:cNvSpPr/>
              <p:nvPr/>
            </p:nvSpPr>
            <p:spPr>
              <a:xfrm rot="16200000">
                <a:off x="3346703" y="319674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" name="eye"/>
              <p:cNvSpPr/>
              <p:nvPr/>
            </p:nvSpPr>
            <p:spPr>
              <a:xfrm>
                <a:off x="3343046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" name="eye"/>
              <p:cNvSpPr/>
              <p:nvPr/>
            </p:nvSpPr>
            <p:spPr>
              <a:xfrm>
                <a:off x="3394252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" name="smile"/>
              <p:cNvSpPr/>
              <p:nvPr/>
            </p:nvSpPr>
            <p:spPr>
              <a:xfrm>
                <a:off x="3348532" y="331012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1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626510" y="3196742"/>
              <a:ext cx="226771" cy="607162"/>
              <a:chOff x="3626510" y="3196742"/>
              <a:chExt cx="226771" cy="607162"/>
            </a:xfrm>
          </p:grpSpPr>
          <p:sp>
            <p:nvSpPr>
              <p:cNvPr id="517" name="arm"/>
              <p:cNvSpPr/>
              <p:nvPr/>
            </p:nvSpPr>
            <p:spPr>
              <a:xfrm>
                <a:off x="3633825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" name="arm"/>
              <p:cNvSpPr/>
              <p:nvPr/>
            </p:nvSpPr>
            <p:spPr>
              <a:xfrm>
                <a:off x="3805732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" name="pant leg"/>
              <p:cNvSpPr/>
              <p:nvPr/>
            </p:nvSpPr>
            <p:spPr>
              <a:xfrm>
                <a:off x="3674059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" name="pant leg"/>
              <p:cNvSpPr/>
              <p:nvPr/>
            </p:nvSpPr>
            <p:spPr>
              <a:xfrm>
                <a:off x="3743553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" name="hips"/>
              <p:cNvSpPr/>
              <p:nvPr/>
            </p:nvSpPr>
            <p:spPr>
              <a:xfrm>
                <a:off x="3674059" y="355152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" name="shoe"/>
              <p:cNvSpPr/>
              <p:nvPr/>
            </p:nvSpPr>
            <p:spPr>
              <a:xfrm>
                <a:off x="3655771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" name="shoe"/>
              <p:cNvSpPr/>
              <p:nvPr/>
            </p:nvSpPr>
            <p:spPr>
              <a:xfrm>
                <a:off x="3750868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" name="shirt"/>
              <p:cNvSpPr/>
              <p:nvPr/>
            </p:nvSpPr>
            <p:spPr>
              <a:xfrm>
                <a:off x="3666744" y="337596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" name="sleeve"/>
              <p:cNvSpPr/>
              <p:nvPr/>
            </p:nvSpPr>
            <p:spPr>
              <a:xfrm>
                <a:off x="3626510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" name="sleeve"/>
              <p:cNvSpPr/>
              <p:nvPr/>
            </p:nvSpPr>
            <p:spPr>
              <a:xfrm>
                <a:off x="3798417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" name="neck"/>
              <p:cNvSpPr/>
              <p:nvPr/>
            </p:nvSpPr>
            <p:spPr>
              <a:xfrm>
                <a:off x="3721608" y="335036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" name="head"/>
              <p:cNvSpPr/>
              <p:nvPr/>
            </p:nvSpPr>
            <p:spPr>
              <a:xfrm>
                <a:off x="3675888" y="3236976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" name="hair"/>
              <p:cNvSpPr/>
              <p:nvPr/>
            </p:nvSpPr>
            <p:spPr>
              <a:xfrm rot="16200000">
                <a:off x="3712464" y="319674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" name="eye"/>
              <p:cNvSpPr/>
              <p:nvPr/>
            </p:nvSpPr>
            <p:spPr>
              <a:xfrm>
                <a:off x="3708806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" name="eye"/>
              <p:cNvSpPr/>
              <p:nvPr/>
            </p:nvSpPr>
            <p:spPr>
              <a:xfrm>
                <a:off x="3760012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" name="smile"/>
              <p:cNvSpPr/>
              <p:nvPr/>
            </p:nvSpPr>
            <p:spPr>
              <a:xfrm>
                <a:off x="3714292" y="331012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3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992270" y="3196742"/>
              <a:ext cx="226771" cy="607162"/>
              <a:chOff x="3992270" y="3196742"/>
              <a:chExt cx="226771" cy="607162"/>
            </a:xfrm>
          </p:grpSpPr>
          <p:sp>
            <p:nvSpPr>
              <p:cNvPr id="534" name="arm"/>
              <p:cNvSpPr/>
              <p:nvPr/>
            </p:nvSpPr>
            <p:spPr>
              <a:xfrm>
                <a:off x="3999585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" name="arm"/>
              <p:cNvSpPr/>
              <p:nvPr/>
            </p:nvSpPr>
            <p:spPr>
              <a:xfrm>
                <a:off x="4171492" y="338693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" name="pant leg"/>
              <p:cNvSpPr/>
              <p:nvPr/>
            </p:nvSpPr>
            <p:spPr>
              <a:xfrm>
                <a:off x="4039819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" name="pant leg"/>
              <p:cNvSpPr/>
              <p:nvPr/>
            </p:nvSpPr>
            <p:spPr>
              <a:xfrm>
                <a:off x="4109313" y="3557016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" name="hips"/>
              <p:cNvSpPr/>
              <p:nvPr/>
            </p:nvSpPr>
            <p:spPr>
              <a:xfrm>
                <a:off x="4039819" y="355152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" name="shoe"/>
              <p:cNvSpPr/>
              <p:nvPr/>
            </p:nvSpPr>
            <p:spPr>
              <a:xfrm>
                <a:off x="4021531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" name="shoe"/>
              <p:cNvSpPr/>
              <p:nvPr/>
            </p:nvSpPr>
            <p:spPr>
              <a:xfrm>
                <a:off x="4116628" y="376732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" name="shirt"/>
              <p:cNvSpPr/>
              <p:nvPr/>
            </p:nvSpPr>
            <p:spPr>
              <a:xfrm>
                <a:off x="4032504" y="337596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" name="sleeve"/>
              <p:cNvSpPr/>
              <p:nvPr/>
            </p:nvSpPr>
            <p:spPr>
              <a:xfrm>
                <a:off x="3992270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" name="sleeve"/>
              <p:cNvSpPr/>
              <p:nvPr/>
            </p:nvSpPr>
            <p:spPr>
              <a:xfrm>
                <a:off x="4164177" y="338328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" name="neck"/>
              <p:cNvSpPr/>
              <p:nvPr/>
            </p:nvSpPr>
            <p:spPr>
              <a:xfrm>
                <a:off x="4087368" y="335036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" name="head"/>
              <p:cNvSpPr/>
              <p:nvPr/>
            </p:nvSpPr>
            <p:spPr>
              <a:xfrm>
                <a:off x="4041648" y="3236976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" name="hair"/>
              <p:cNvSpPr/>
              <p:nvPr/>
            </p:nvSpPr>
            <p:spPr>
              <a:xfrm rot="16200000">
                <a:off x="4078224" y="319674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" name="eye"/>
              <p:cNvSpPr/>
              <p:nvPr/>
            </p:nvSpPr>
            <p:spPr>
              <a:xfrm>
                <a:off x="4074566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" name="eye"/>
              <p:cNvSpPr/>
              <p:nvPr/>
            </p:nvSpPr>
            <p:spPr>
              <a:xfrm>
                <a:off x="4125772" y="330829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" name="smile"/>
              <p:cNvSpPr/>
              <p:nvPr/>
            </p:nvSpPr>
            <p:spPr>
              <a:xfrm>
                <a:off x="4080052" y="331012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5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31950" y="3909974"/>
              <a:ext cx="226771" cy="607162"/>
              <a:chOff x="1431950" y="3909974"/>
              <a:chExt cx="226771" cy="607162"/>
            </a:xfrm>
          </p:grpSpPr>
          <p:sp>
            <p:nvSpPr>
              <p:cNvPr id="551" name="arm"/>
              <p:cNvSpPr/>
              <p:nvPr/>
            </p:nvSpPr>
            <p:spPr>
              <a:xfrm>
                <a:off x="1439265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" name="arm"/>
              <p:cNvSpPr/>
              <p:nvPr/>
            </p:nvSpPr>
            <p:spPr>
              <a:xfrm>
                <a:off x="1611172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" name="pant leg"/>
              <p:cNvSpPr/>
              <p:nvPr/>
            </p:nvSpPr>
            <p:spPr>
              <a:xfrm>
                <a:off x="1479499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" name="pant leg"/>
              <p:cNvSpPr/>
              <p:nvPr/>
            </p:nvSpPr>
            <p:spPr>
              <a:xfrm>
                <a:off x="1548993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" name="hips"/>
              <p:cNvSpPr/>
              <p:nvPr/>
            </p:nvSpPr>
            <p:spPr>
              <a:xfrm>
                <a:off x="1479499" y="42647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" name="shoe"/>
              <p:cNvSpPr/>
              <p:nvPr/>
            </p:nvSpPr>
            <p:spPr>
              <a:xfrm>
                <a:off x="1461211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" name="shoe"/>
              <p:cNvSpPr/>
              <p:nvPr/>
            </p:nvSpPr>
            <p:spPr>
              <a:xfrm>
                <a:off x="1556308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" name="shirt"/>
              <p:cNvSpPr/>
              <p:nvPr/>
            </p:nvSpPr>
            <p:spPr>
              <a:xfrm>
                <a:off x="1472184" y="40891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" name="sleeve"/>
              <p:cNvSpPr/>
              <p:nvPr/>
            </p:nvSpPr>
            <p:spPr>
              <a:xfrm>
                <a:off x="1431950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" name="sleeve"/>
              <p:cNvSpPr/>
              <p:nvPr/>
            </p:nvSpPr>
            <p:spPr>
              <a:xfrm>
                <a:off x="1603857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" name="neck"/>
              <p:cNvSpPr/>
              <p:nvPr/>
            </p:nvSpPr>
            <p:spPr>
              <a:xfrm>
                <a:off x="1527048" y="40635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" name="head"/>
              <p:cNvSpPr/>
              <p:nvPr/>
            </p:nvSpPr>
            <p:spPr>
              <a:xfrm>
                <a:off x="1481328" y="39502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" name="hair"/>
              <p:cNvSpPr/>
              <p:nvPr/>
            </p:nvSpPr>
            <p:spPr>
              <a:xfrm rot="16200000">
                <a:off x="1517904" y="39099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" name="eye"/>
              <p:cNvSpPr/>
              <p:nvPr/>
            </p:nvSpPr>
            <p:spPr>
              <a:xfrm>
                <a:off x="1514246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" name="eye"/>
              <p:cNvSpPr/>
              <p:nvPr/>
            </p:nvSpPr>
            <p:spPr>
              <a:xfrm>
                <a:off x="1565452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" name="smile"/>
              <p:cNvSpPr/>
              <p:nvPr/>
            </p:nvSpPr>
            <p:spPr>
              <a:xfrm>
                <a:off x="1519732" y="40233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6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3909974"/>
              <a:ext cx="226771" cy="607162"/>
              <a:chOff x="1797710" y="3909974"/>
              <a:chExt cx="226771" cy="607162"/>
            </a:xfrm>
          </p:grpSpPr>
          <p:sp>
            <p:nvSpPr>
              <p:cNvPr id="568" name="arm"/>
              <p:cNvSpPr/>
              <p:nvPr/>
            </p:nvSpPr>
            <p:spPr>
              <a:xfrm>
                <a:off x="1805025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" name="arm"/>
              <p:cNvSpPr/>
              <p:nvPr/>
            </p:nvSpPr>
            <p:spPr>
              <a:xfrm>
                <a:off x="1976932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" name="pant leg"/>
              <p:cNvSpPr/>
              <p:nvPr/>
            </p:nvSpPr>
            <p:spPr>
              <a:xfrm>
                <a:off x="1845259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" name="pant leg"/>
              <p:cNvSpPr/>
              <p:nvPr/>
            </p:nvSpPr>
            <p:spPr>
              <a:xfrm>
                <a:off x="1914753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" name="hips"/>
              <p:cNvSpPr/>
              <p:nvPr/>
            </p:nvSpPr>
            <p:spPr>
              <a:xfrm>
                <a:off x="1845259" y="42647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" name="shoe"/>
              <p:cNvSpPr/>
              <p:nvPr/>
            </p:nvSpPr>
            <p:spPr>
              <a:xfrm>
                <a:off x="1826971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" name="shoe"/>
              <p:cNvSpPr/>
              <p:nvPr/>
            </p:nvSpPr>
            <p:spPr>
              <a:xfrm>
                <a:off x="1922068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" name="shirt"/>
              <p:cNvSpPr/>
              <p:nvPr/>
            </p:nvSpPr>
            <p:spPr>
              <a:xfrm>
                <a:off x="1837944" y="40891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" name="sleeve"/>
              <p:cNvSpPr/>
              <p:nvPr/>
            </p:nvSpPr>
            <p:spPr>
              <a:xfrm>
                <a:off x="1797710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" name="sleeve"/>
              <p:cNvSpPr/>
              <p:nvPr/>
            </p:nvSpPr>
            <p:spPr>
              <a:xfrm>
                <a:off x="1969617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" name="neck"/>
              <p:cNvSpPr/>
              <p:nvPr/>
            </p:nvSpPr>
            <p:spPr>
              <a:xfrm>
                <a:off x="1892808" y="40635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" name="head"/>
              <p:cNvSpPr/>
              <p:nvPr/>
            </p:nvSpPr>
            <p:spPr>
              <a:xfrm>
                <a:off x="1847088" y="39502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" name="hair"/>
              <p:cNvSpPr/>
              <p:nvPr/>
            </p:nvSpPr>
            <p:spPr>
              <a:xfrm rot="16200000">
                <a:off x="1883664" y="39099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" name="eye"/>
              <p:cNvSpPr/>
              <p:nvPr/>
            </p:nvSpPr>
            <p:spPr>
              <a:xfrm>
                <a:off x="1880006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" name="eye"/>
              <p:cNvSpPr/>
              <p:nvPr/>
            </p:nvSpPr>
            <p:spPr>
              <a:xfrm>
                <a:off x="1931212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" name="smile"/>
              <p:cNvSpPr/>
              <p:nvPr/>
            </p:nvSpPr>
            <p:spPr>
              <a:xfrm>
                <a:off x="1885492" y="40233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63470" y="3909974"/>
              <a:ext cx="226771" cy="607162"/>
              <a:chOff x="2163470" y="3909974"/>
              <a:chExt cx="226771" cy="607162"/>
            </a:xfrm>
          </p:grpSpPr>
          <p:sp>
            <p:nvSpPr>
              <p:cNvPr id="585" name="arm"/>
              <p:cNvSpPr/>
              <p:nvPr/>
            </p:nvSpPr>
            <p:spPr>
              <a:xfrm>
                <a:off x="2170785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" name="arm"/>
              <p:cNvSpPr/>
              <p:nvPr/>
            </p:nvSpPr>
            <p:spPr>
              <a:xfrm>
                <a:off x="2342692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" name="pant leg"/>
              <p:cNvSpPr/>
              <p:nvPr/>
            </p:nvSpPr>
            <p:spPr>
              <a:xfrm>
                <a:off x="2211019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" name="pant leg"/>
              <p:cNvSpPr/>
              <p:nvPr/>
            </p:nvSpPr>
            <p:spPr>
              <a:xfrm>
                <a:off x="2280513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" name="hips"/>
              <p:cNvSpPr/>
              <p:nvPr/>
            </p:nvSpPr>
            <p:spPr>
              <a:xfrm>
                <a:off x="2211019" y="42647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" name="shoe"/>
              <p:cNvSpPr/>
              <p:nvPr/>
            </p:nvSpPr>
            <p:spPr>
              <a:xfrm>
                <a:off x="2192731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" name="shoe"/>
              <p:cNvSpPr/>
              <p:nvPr/>
            </p:nvSpPr>
            <p:spPr>
              <a:xfrm>
                <a:off x="2287828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" name="shirt"/>
              <p:cNvSpPr/>
              <p:nvPr/>
            </p:nvSpPr>
            <p:spPr>
              <a:xfrm>
                <a:off x="2203704" y="40891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" name="sleeve"/>
              <p:cNvSpPr/>
              <p:nvPr/>
            </p:nvSpPr>
            <p:spPr>
              <a:xfrm>
                <a:off x="2163470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" name="sleeve"/>
              <p:cNvSpPr/>
              <p:nvPr/>
            </p:nvSpPr>
            <p:spPr>
              <a:xfrm>
                <a:off x="2335377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" name="neck"/>
              <p:cNvSpPr/>
              <p:nvPr/>
            </p:nvSpPr>
            <p:spPr>
              <a:xfrm>
                <a:off x="2258568" y="40635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" name="head"/>
              <p:cNvSpPr/>
              <p:nvPr/>
            </p:nvSpPr>
            <p:spPr>
              <a:xfrm>
                <a:off x="2212848" y="39502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" name="hair"/>
              <p:cNvSpPr/>
              <p:nvPr/>
            </p:nvSpPr>
            <p:spPr>
              <a:xfrm rot="16200000">
                <a:off x="2249424" y="39099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" name="eye"/>
              <p:cNvSpPr/>
              <p:nvPr/>
            </p:nvSpPr>
            <p:spPr>
              <a:xfrm>
                <a:off x="2245766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" name="eye"/>
              <p:cNvSpPr/>
              <p:nvPr/>
            </p:nvSpPr>
            <p:spPr>
              <a:xfrm>
                <a:off x="2296972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" name="smile"/>
              <p:cNvSpPr/>
              <p:nvPr/>
            </p:nvSpPr>
            <p:spPr>
              <a:xfrm>
                <a:off x="2251252" y="40233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0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529230" y="3909974"/>
              <a:ext cx="226771" cy="607162"/>
              <a:chOff x="2529230" y="3909974"/>
              <a:chExt cx="226771" cy="607162"/>
            </a:xfrm>
          </p:grpSpPr>
          <p:sp>
            <p:nvSpPr>
              <p:cNvPr id="602" name="arm"/>
              <p:cNvSpPr/>
              <p:nvPr/>
            </p:nvSpPr>
            <p:spPr>
              <a:xfrm>
                <a:off x="2536545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" name="arm"/>
              <p:cNvSpPr/>
              <p:nvPr/>
            </p:nvSpPr>
            <p:spPr>
              <a:xfrm>
                <a:off x="2708452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" name="pant leg"/>
              <p:cNvSpPr/>
              <p:nvPr/>
            </p:nvSpPr>
            <p:spPr>
              <a:xfrm>
                <a:off x="2576779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" name="pant leg"/>
              <p:cNvSpPr/>
              <p:nvPr/>
            </p:nvSpPr>
            <p:spPr>
              <a:xfrm>
                <a:off x="2646273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" name="hips"/>
              <p:cNvSpPr/>
              <p:nvPr/>
            </p:nvSpPr>
            <p:spPr>
              <a:xfrm>
                <a:off x="2576779" y="42647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" name="shoe"/>
              <p:cNvSpPr/>
              <p:nvPr/>
            </p:nvSpPr>
            <p:spPr>
              <a:xfrm>
                <a:off x="2558491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" name="shoe"/>
              <p:cNvSpPr/>
              <p:nvPr/>
            </p:nvSpPr>
            <p:spPr>
              <a:xfrm>
                <a:off x="2653588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" name="shirt"/>
              <p:cNvSpPr/>
              <p:nvPr/>
            </p:nvSpPr>
            <p:spPr>
              <a:xfrm>
                <a:off x="2569464" y="40891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" name="sleeve"/>
              <p:cNvSpPr/>
              <p:nvPr/>
            </p:nvSpPr>
            <p:spPr>
              <a:xfrm>
                <a:off x="2529230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" name="sleeve"/>
              <p:cNvSpPr/>
              <p:nvPr/>
            </p:nvSpPr>
            <p:spPr>
              <a:xfrm>
                <a:off x="2701137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" name="neck"/>
              <p:cNvSpPr/>
              <p:nvPr/>
            </p:nvSpPr>
            <p:spPr>
              <a:xfrm>
                <a:off x="2624328" y="40635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" name="head"/>
              <p:cNvSpPr/>
              <p:nvPr/>
            </p:nvSpPr>
            <p:spPr>
              <a:xfrm>
                <a:off x="2578608" y="39502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" name="hair"/>
              <p:cNvSpPr/>
              <p:nvPr/>
            </p:nvSpPr>
            <p:spPr>
              <a:xfrm rot="16200000">
                <a:off x="2615184" y="39099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" name="eye"/>
              <p:cNvSpPr/>
              <p:nvPr/>
            </p:nvSpPr>
            <p:spPr>
              <a:xfrm>
                <a:off x="2611526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" name="eye"/>
              <p:cNvSpPr/>
              <p:nvPr/>
            </p:nvSpPr>
            <p:spPr>
              <a:xfrm>
                <a:off x="2662732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" name="smile"/>
              <p:cNvSpPr/>
              <p:nvPr/>
            </p:nvSpPr>
            <p:spPr>
              <a:xfrm>
                <a:off x="2617012" y="40233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1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894990" y="3909974"/>
              <a:ext cx="226771" cy="607162"/>
              <a:chOff x="2894990" y="3909974"/>
              <a:chExt cx="226771" cy="607162"/>
            </a:xfrm>
          </p:grpSpPr>
          <p:sp>
            <p:nvSpPr>
              <p:cNvPr id="619" name="arm"/>
              <p:cNvSpPr/>
              <p:nvPr/>
            </p:nvSpPr>
            <p:spPr>
              <a:xfrm>
                <a:off x="2902305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" name="arm"/>
              <p:cNvSpPr/>
              <p:nvPr/>
            </p:nvSpPr>
            <p:spPr>
              <a:xfrm>
                <a:off x="3074212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" name="pant leg"/>
              <p:cNvSpPr/>
              <p:nvPr/>
            </p:nvSpPr>
            <p:spPr>
              <a:xfrm>
                <a:off x="2942539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" name="pant leg"/>
              <p:cNvSpPr/>
              <p:nvPr/>
            </p:nvSpPr>
            <p:spPr>
              <a:xfrm>
                <a:off x="3012033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" name="hips"/>
              <p:cNvSpPr/>
              <p:nvPr/>
            </p:nvSpPr>
            <p:spPr>
              <a:xfrm>
                <a:off x="2942539" y="42647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" name="shoe"/>
              <p:cNvSpPr/>
              <p:nvPr/>
            </p:nvSpPr>
            <p:spPr>
              <a:xfrm>
                <a:off x="2924251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" name="shoe"/>
              <p:cNvSpPr/>
              <p:nvPr/>
            </p:nvSpPr>
            <p:spPr>
              <a:xfrm>
                <a:off x="3019348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" name="shirt"/>
              <p:cNvSpPr/>
              <p:nvPr/>
            </p:nvSpPr>
            <p:spPr>
              <a:xfrm>
                <a:off x="2935224" y="40891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sleeve"/>
              <p:cNvSpPr/>
              <p:nvPr/>
            </p:nvSpPr>
            <p:spPr>
              <a:xfrm>
                <a:off x="2894990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" name="sleeve"/>
              <p:cNvSpPr/>
              <p:nvPr/>
            </p:nvSpPr>
            <p:spPr>
              <a:xfrm>
                <a:off x="3066897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" name="neck"/>
              <p:cNvSpPr/>
              <p:nvPr/>
            </p:nvSpPr>
            <p:spPr>
              <a:xfrm>
                <a:off x="2990088" y="40635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" name="head"/>
              <p:cNvSpPr/>
              <p:nvPr/>
            </p:nvSpPr>
            <p:spPr>
              <a:xfrm>
                <a:off x="2944368" y="39502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" name="hair"/>
              <p:cNvSpPr/>
              <p:nvPr/>
            </p:nvSpPr>
            <p:spPr>
              <a:xfrm rot="16200000">
                <a:off x="2980944" y="39099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" name="eye"/>
              <p:cNvSpPr/>
              <p:nvPr/>
            </p:nvSpPr>
            <p:spPr>
              <a:xfrm>
                <a:off x="2977286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eye"/>
              <p:cNvSpPr/>
              <p:nvPr/>
            </p:nvSpPr>
            <p:spPr>
              <a:xfrm>
                <a:off x="3028492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" name="smile"/>
              <p:cNvSpPr/>
              <p:nvPr/>
            </p:nvSpPr>
            <p:spPr>
              <a:xfrm>
                <a:off x="2982772" y="40233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3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260750" y="3909974"/>
              <a:ext cx="226771" cy="607162"/>
              <a:chOff x="3260750" y="3909974"/>
              <a:chExt cx="226771" cy="607162"/>
            </a:xfrm>
          </p:grpSpPr>
          <p:sp>
            <p:nvSpPr>
              <p:cNvPr id="636" name="arm"/>
              <p:cNvSpPr/>
              <p:nvPr/>
            </p:nvSpPr>
            <p:spPr>
              <a:xfrm>
                <a:off x="3268065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" name="arm"/>
              <p:cNvSpPr/>
              <p:nvPr/>
            </p:nvSpPr>
            <p:spPr>
              <a:xfrm>
                <a:off x="3439972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" name="pant leg"/>
              <p:cNvSpPr/>
              <p:nvPr/>
            </p:nvSpPr>
            <p:spPr>
              <a:xfrm>
                <a:off x="3308299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" name="pant leg"/>
              <p:cNvSpPr/>
              <p:nvPr/>
            </p:nvSpPr>
            <p:spPr>
              <a:xfrm>
                <a:off x="3377793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" name="hips"/>
              <p:cNvSpPr/>
              <p:nvPr/>
            </p:nvSpPr>
            <p:spPr>
              <a:xfrm>
                <a:off x="3308299" y="42647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" name="shoe"/>
              <p:cNvSpPr/>
              <p:nvPr/>
            </p:nvSpPr>
            <p:spPr>
              <a:xfrm>
                <a:off x="3290011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" name="shoe"/>
              <p:cNvSpPr/>
              <p:nvPr/>
            </p:nvSpPr>
            <p:spPr>
              <a:xfrm>
                <a:off x="3385108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" name="shirt"/>
              <p:cNvSpPr/>
              <p:nvPr/>
            </p:nvSpPr>
            <p:spPr>
              <a:xfrm>
                <a:off x="3300984" y="40891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" name="sleeve"/>
              <p:cNvSpPr/>
              <p:nvPr/>
            </p:nvSpPr>
            <p:spPr>
              <a:xfrm>
                <a:off x="3260750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" name="sleeve"/>
              <p:cNvSpPr/>
              <p:nvPr/>
            </p:nvSpPr>
            <p:spPr>
              <a:xfrm>
                <a:off x="3432657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" name="neck"/>
              <p:cNvSpPr/>
              <p:nvPr/>
            </p:nvSpPr>
            <p:spPr>
              <a:xfrm>
                <a:off x="3355848" y="40635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" name="head"/>
              <p:cNvSpPr/>
              <p:nvPr/>
            </p:nvSpPr>
            <p:spPr>
              <a:xfrm>
                <a:off x="3310127" y="39502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" name="hair"/>
              <p:cNvSpPr/>
              <p:nvPr/>
            </p:nvSpPr>
            <p:spPr>
              <a:xfrm rot="16200000">
                <a:off x="3346703" y="39099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" name="eye"/>
              <p:cNvSpPr/>
              <p:nvPr/>
            </p:nvSpPr>
            <p:spPr>
              <a:xfrm>
                <a:off x="3343046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" name="eye"/>
              <p:cNvSpPr/>
              <p:nvPr/>
            </p:nvSpPr>
            <p:spPr>
              <a:xfrm>
                <a:off x="3394252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" name="smile"/>
              <p:cNvSpPr/>
              <p:nvPr/>
            </p:nvSpPr>
            <p:spPr>
              <a:xfrm>
                <a:off x="3348532" y="40233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5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626510" y="3909974"/>
              <a:ext cx="226771" cy="607162"/>
              <a:chOff x="3626510" y="3909974"/>
              <a:chExt cx="226771" cy="607162"/>
            </a:xfrm>
          </p:grpSpPr>
          <p:sp>
            <p:nvSpPr>
              <p:cNvPr id="653" name="arm"/>
              <p:cNvSpPr/>
              <p:nvPr/>
            </p:nvSpPr>
            <p:spPr>
              <a:xfrm>
                <a:off x="3633825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" name="arm"/>
              <p:cNvSpPr/>
              <p:nvPr/>
            </p:nvSpPr>
            <p:spPr>
              <a:xfrm>
                <a:off x="3805732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" name="pant leg"/>
              <p:cNvSpPr/>
              <p:nvPr/>
            </p:nvSpPr>
            <p:spPr>
              <a:xfrm>
                <a:off x="3674059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" name="pant leg"/>
              <p:cNvSpPr/>
              <p:nvPr/>
            </p:nvSpPr>
            <p:spPr>
              <a:xfrm>
                <a:off x="3743553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" name="hips"/>
              <p:cNvSpPr/>
              <p:nvPr/>
            </p:nvSpPr>
            <p:spPr>
              <a:xfrm>
                <a:off x="3674059" y="42647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" name="shoe"/>
              <p:cNvSpPr/>
              <p:nvPr/>
            </p:nvSpPr>
            <p:spPr>
              <a:xfrm>
                <a:off x="3655771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" name="shoe"/>
              <p:cNvSpPr/>
              <p:nvPr/>
            </p:nvSpPr>
            <p:spPr>
              <a:xfrm>
                <a:off x="3750868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" name="shirt"/>
              <p:cNvSpPr/>
              <p:nvPr/>
            </p:nvSpPr>
            <p:spPr>
              <a:xfrm>
                <a:off x="3666744" y="40891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" name="sleeve"/>
              <p:cNvSpPr/>
              <p:nvPr/>
            </p:nvSpPr>
            <p:spPr>
              <a:xfrm>
                <a:off x="3626510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" name="sleeve"/>
              <p:cNvSpPr/>
              <p:nvPr/>
            </p:nvSpPr>
            <p:spPr>
              <a:xfrm>
                <a:off x="3798417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" name="neck"/>
              <p:cNvSpPr/>
              <p:nvPr/>
            </p:nvSpPr>
            <p:spPr>
              <a:xfrm>
                <a:off x="3721608" y="40635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" name="head"/>
              <p:cNvSpPr/>
              <p:nvPr/>
            </p:nvSpPr>
            <p:spPr>
              <a:xfrm>
                <a:off x="3675888" y="39502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" name="hair"/>
              <p:cNvSpPr/>
              <p:nvPr/>
            </p:nvSpPr>
            <p:spPr>
              <a:xfrm rot="16200000">
                <a:off x="3712464" y="39099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" name="eye"/>
              <p:cNvSpPr/>
              <p:nvPr/>
            </p:nvSpPr>
            <p:spPr>
              <a:xfrm>
                <a:off x="3708806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" name="eye"/>
              <p:cNvSpPr/>
              <p:nvPr/>
            </p:nvSpPr>
            <p:spPr>
              <a:xfrm>
                <a:off x="3760012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" name="smile"/>
              <p:cNvSpPr/>
              <p:nvPr/>
            </p:nvSpPr>
            <p:spPr>
              <a:xfrm>
                <a:off x="3714292" y="40233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6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992270" y="3909974"/>
              <a:ext cx="226771" cy="607162"/>
              <a:chOff x="3992270" y="3909974"/>
              <a:chExt cx="226771" cy="607162"/>
            </a:xfrm>
          </p:grpSpPr>
          <p:sp>
            <p:nvSpPr>
              <p:cNvPr id="670" name="arm"/>
              <p:cNvSpPr/>
              <p:nvPr/>
            </p:nvSpPr>
            <p:spPr>
              <a:xfrm>
                <a:off x="3999585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" name="arm"/>
              <p:cNvSpPr/>
              <p:nvPr/>
            </p:nvSpPr>
            <p:spPr>
              <a:xfrm>
                <a:off x="4171492" y="41001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" name="pant leg"/>
              <p:cNvSpPr/>
              <p:nvPr/>
            </p:nvSpPr>
            <p:spPr>
              <a:xfrm>
                <a:off x="4039819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" name="pant leg"/>
              <p:cNvSpPr/>
              <p:nvPr/>
            </p:nvSpPr>
            <p:spPr>
              <a:xfrm>
                <a:off x="4109313" y="42702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" name="hips"/>
              <p:cNvSpPr/>
              <p:nvPr/>
            </p:nvSpPr>
            <p:spPr>
              <a:xfrm>
                <a:off x="4039819" y="42647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" name="shoe"/>
              <p:cNvSpPr/>
              <p:nvPr/>
            </p:nvSpPr>
            <p:spPr>
              <a:xfrm>
                <a:off x="4021531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" name="shoe"/>
              <p:cNvSpPr/>
              <p:nvPr/>
            </p:nvSpPr>
            <p:spPr>
              <a:xfrm>
                <a:off x="4116628" y="44805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" name="shirt"/>
              <p:cNvSpPr/>
              <p:nvPr/>
            </p:nvSpPr>
            <p:spPr>
              <a:xfrm>
                <a:off x="4032504" y="40891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" name="sleeve"/>
              <p:cNvSpPr/>
              <p:nvPr/>
            </p:nvSpPr>
            <p:spPr>
              <a:xfrm>
                <a:off x="3992270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" name="sleeve"/>
              <p:cNvSpPr/>
              <p:nvPr/>
            </p:nvSpPr>
            <p:spPr>
              <a:xfrm>
                <a:off x="4164177" y="40965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" name="neck"/>
              <p:cNvSpPr/>
              <p:nvPr/>
            </p:nvSpPr>
            <p:spPr>
              <a:xfrm>
                <a:off x="4087368" y="40635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" name="head"/>
              <p:cNvSpPr/>
              <p:nvPr/>
            </p:nvSpPr>
            <p:spPr>
              <a:xfrm>
                <a:off x="4041648" y="39502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" name="hair"/>
              <p:cNvSpPr/>
              <p:nvPr/>
            </p:nvSpPr>
            <p:spPr>
              <a:xfrm rot="16200000">
                <a:off x="4078224" y="39099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" name="eye"/>
              <p:cNvSpPr/>
              <p:nvPr/>
            </p:nvSpPr>
            <p:spPr>
              <a:xfrm>
                <a:off x="4074566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" name="eye"/>
              <p:cNvSpPr/>
              <p:nvPr/>
            </p:nvSpPr>
            <p:spPr>
              <a:xfrm>
                <a:off x="4125772" y="40215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" name="smile"/>
              <p:cNvSpPr/>
              <p:nvPr/>
            </p:nvSpPr>
            <p:spPr>
              <a:xfrm>
                <a:off x="4080052" y="40233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686" name="Treatment group box"/>
          <p:cNvSpPr/>
          <p:nvPr/>
        </p:nvSpPr>
        <p:spPr>
          <a:xfrm>
            <a:off x="6309360" y="868680"/>
            <a:ext cx="4343400" cy="182880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6446520" y="9418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A51C30"/>
                </a:solidFill>
                <a:latin typeface="Arial"/>
              </a:rPr>
              <a:t>Treatment (exercise): 20 students</a:t>
            </a:r>
          </a:p>
        </p:txBody>
      </p:sp>
      <p:grpSp>
        <p:nvGrpSpPr>
          <p:cNvPr id="688" name="Treatment group" descr="Treatment group: 20 figures in crimson HARVARD workout clothes."/>
          <p:cNvGrpSpPr/>
          <p:nvPr/>
        </p:nvGrpSpPr>
        <p:grpSpPr>
          <a:xfrm>
            <a:off x="6532473" y="1239926"/>
            <a:ext cx="3833164" cy="1311250"/>
            <a:chOff x="6532473" y="1239926"/>
            <a:chExt cx="3833164" cy="1311250"/>
          </a:xfrm>
        </p:grpSpPr>
        <p:grpSp>
          <p:nvGrpSpPr>
            <p:cNvPr id="689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6532473" y="1239926"/>
              <a:ext cx="212140" cy="607162"/>
              <a:chOff x="6532473" y="1239926"/>
              <a:chExt cx="212140" cy="607162"/>
            </a:xfrm>
          </p:grpSpPr>
          <p:sp>
            <p:nvSpPr>
              <p:cNvPr id="690" name="arm"/>
              <p:cNvSpPr/>
              <p:nvPr/>
            </p:nvSpPr>
            <p:spPr>
              <a:xfrm>
                <a:off x="6532473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" name="arm"/>
              <p:cNvSpPr/>
              <p:nvPr/>
            </p:nvSpPr>
            <p:spPr>
              <a:xfrm>
                <a:off x="6704380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" name="leg"/>
              <p:cNvSpPr/>
              <p:nvPr/>
            </p:nvSpPr>
            <p:spPr>
              <a:xfrm>
                <a:off x="6583680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" name="leg"/>
              <p:cNvSpPr/>
              <p:nvPr/>
            </p:nvSpPr>
            <p:spPr>
              <a:xfrm>
                <a:off x="6645859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" name="shorts"/>
              <p:cNvSpPr/>
              <p:nvPr/>
            </p:nvSpPr>
            <p:spPr>
              <a:xfrm>
                <a:off x="6569049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" name="shoe"/>
              <p:cNvSpPr/>
              <p:nvPr/>
            </p:nvSpPr>
            <p:spPr>
              <a:xfrm>
                <a:off x="6554419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" name="shoe"/>
              <p:cNvSpPr/>
              <p:nvPr/>
            </p:nvSpPr>
            <p:spPr>
              <a:xfrm>
                <a:off x="6649516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" name="shirt"/>
              <p:cNvSpPr/>
              <p:nvPr/>
            </p:nvSpPr>
            <p:spPr>
              <a:xfrm>
                <a:off x="6565392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698" name="neck"/>
              <p:cNvSpPr/>
              <p:nvPr/>
            </p:nvSpPr>
            <p:spPr>
              <a:xfrm>
                <a:off x="6620256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" name="head"/>
              <p:cNvSpPr/>
              <p:nvPr/>
            </p:nvSpPr>
            <p:spPr>
              <a:xfrm>
                <a:off x="6574536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" name="hair"/>
              <p:cNvSpPr/>
              <p:nvPr/>
            </p:nvSpPr>
            <p:spPr>
              <a:xfrm rot="16200000">
                <a:off x="6611112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" name="headband"/>
              <p:cNvSpPr/>
              <p:nvPr/>
            </p:nvSpPr>
            <p:spPr>
              <a:xfrm>
                <a:off x="6576364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" name="eye"/>
              <p:cNvSpPr/>
              <p:nvPr/>
            </p:nvSpPr>
            <p:spPr>
              <a:xfrm>
                <a:off x="6607454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" name="eye"/>
              <p:cNvSpPr/>
              <p:nvPr/>
            </p:nvSpPr>
            <p:spPr>
              <a:xfrm>
                <a:off x="6658660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" name="smile"/>
              <p:cNvSpPr/>
              <p:nvPr/>
            </p:nvSpPr>
            <p:spPr>
              <a:xfrm>
                <a:off x="6612940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05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6934809" y="1239926"/>
              <a:ext cx="212140" cy="607162"/>
              <a:chOff x="6934809" y="1239926"/>
              <a:chExt cx="212140" cy="607162"/>
            </a:xfrm>
          </p:grpSpPr>
          <p:sp>
            <p:nvSpPr>
              <p:cNvPr id="706" name="arm"/>
              <p:cNvSpPr/>
              <p:nvPr/>
            </p:nvSpPr>
            <p:spPr>
              <a:xfrm>
                <a:off x="6934809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" name="arm"/>
              <p:cNvSpPr/>
              <p:nvPr/>
            </p:nvSpPr>
            <p:spPr>
              <a:xfrm>
                <a:off x="7106716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" name="leg"/>
              <p:cNvSpPr/>
              <p:nvPr/>
            </p:nvSpPr>
            <p:spPr>
              <a:xfrm>
                <a:off x="6986016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" name="leg"/>
              <p:cNvSpPr/>
              <p:nvPr/>
            </p:nvSpPr>
            <p:spPr>
              <a:xfrm>
                <a:off x="7048195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shorts"/>
              <p:cNvSpPr/>
              <p:nvPr/>
            </p:nvSpPr>
            <p:spPr>
              <a:xfrm>
                <a:off x="6971385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shoe"/>
              <p:cNvSpPr/>
              <p:nvPr/>
            </p:nvSpPr>
            <p:spPr>
              <a:xfrm>
                <a:off x="6956755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" name="shoe"/>
              <p:cNvSpPr/>
              <p:nvPr/>
            </p:nvSpPr>
            <p:spPr>
              <a:xfrm>
                <a:off x="7051852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" name="shirt"/>
              <p:cNvSpPr/>
              <p:nvPr/>
            </p:nvSpPr>
            <p:spPr>
              <a:xfrm>
                <a:off x="6967728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714" name="neck"/>
              <p:cNvSpPr/>
              <p:nvPr/>
            </p:nvSpPr>
            <p:spPr>
              <a:xfrm>
                <a:off x="7022592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" name="head"/>
              <p:cNvSpPr/>
              <p:nvPr/>
            </p:nvSpPr>
            <p:spPr>
              <a:xfrm>
                <a:off x="6976872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" name="hair"/>
              <p:cNvSpPr/>
              <p:nvPr/>
            </p:nvSpPr>
            <p:spPr>
              <a:xfrm rot="16200000">
                <a:off x="7013448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" name="headband"/>
              <p:cNvSpPr/>
              <p:nvPr/>
            </p:nvSpPr>
            <p:spPr>
              <a:xfrm>
                <a:off x="6978700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" name="eye"/>
              <p:cNvSpPr/>
              <p:nvPr/>
            </p:nvSpPr>
            <p:spPr>
              <a:xfrm>
                <a:off x="7009790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" name="eye"/>
              <p:cNvSpPr/>
              <p:nvPr/>
            </p:nvSpPr>
            <p:spPr>
              <a:xfrm>
                <a:off x="7060996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" name="smile"/>
              <p:cNvSpPr/>
              <p:nvPr/>
            </p:nvSpPr>
            <p:spPr>
              <a:xfrm>
                <a:off x="7015276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21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7337145" y="1239926"/>
              <a:ext cx="212140" cy="607162"/>
              <a:chOff x="7337145" y="1239926"/>
              <a:chExt cx="212140" cy="607162"/>
            </a:xfrm>
          </p:grpSpPr>
          <p:sp>
            <p:nvSpPr>
              <p:cNvPr id="722" name="arm"/>
              <p:cNvSpPr/>
              <p:nvPr/>
            </p:nvSpPr>
            <p:spPr>
              <a:xfrm>
                <a:off x="7337145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" name="arm"/>
              <p:cNvSpPr/>
              <p:nvPr/>
            </p:nvSpPr>
            <p:spPr>
              <a:xfrm>
                <a:off x="7509052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" name="leg"/>
              <p:cNvSpPr/>
              <p:nvPr/>
            </p:nvSpPr>
            <p:spPr>
              <a:xfrm>
                <a:off x="7388352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" name="leg"/>
              <p:cNvSpPr/>
              <p:nvPr/>
            </p:nvSpPr>
            <p:spPr>
              <a:xfrm>
                <a:off x="7450531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" name="shorts"/>
              <p:cNvSpPr/>
              <p:nvPr/>
            </p:nvSpPr>
            <p:spPr>
              <a:xfrm>
                <a:off x="7373721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" name="shoe"/>
              <p:cNvSpPr/>
              <p:nvPr/>
            </p:nvSpPr>
            <p:spPr>
              <a:xfrm>
                <a:off x="7359091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" name="shoe"/>
              <p:cNvSpPr/>
              <p:nvPr/>
            </p:nvSpPr>
            <p:spPr>
              <a:xfrm>
                <a:off x="7454188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" name="shirt"/>
              <p:cNvSpPr/>
              <p:nvPr/>
            </p:nvSpPr>
            <p:spPr>
              <a:xfrm>
                <a:off x="7370064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730" name="neck"/>
              <p:cNvSpPr/>
              <p:nvPr/>
            </p:nvSpPr>
            <p:spPr>
              <a:xfrm>
                <a:off x="7424927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" name="head"/>
              <p:cNvSpPr/>
              <p:nvPr/>
            </p:nvSpPr>
            <p:spPr>
              <a:xfrm>
                <a:off x="7379208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" name="hair"/>
              <p:cNvSpPr/>
              <p:nvPr/>
            </p:nvSpPr>
            <p:spPr>
              <a:xfrm rot="16200000">
                <a:off x="7415783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" name="headband"/>
              <p:cNvSpPr/>
              <p:nvPr/>
            </p:nvSpPr>
            <p:spPr>
              <a:xfrm>
                <a:off x="7381036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" name="eye"/>
              <p:cNvSpPr/>
              <p:nvPr/>
            </p:nvSpPr>
            <p:spPr>
              <a:xfrm>
                <a:off x="7412126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" name="eye"/>
              <p:cNvSpPr/>
              <p:nvPr/>
            </p:nvSpPr>
            <p:spPr>
              <a:xfrm>
                <a:off x="7463332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" name="smile"/>
              <p:cNvSpPr/>
              <p:nvPr/>
            </p:nvSpPr>
            <p:spPr>
              <a:xfrm>
                <a:off x="7417612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37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7739481" y="1239926"/>
              <a:ext cx="212140" cy="607162"/>
              <a:chOff x="7739481" y="1239926"/>
              <a:chExt cx="212140" cy="607162"/>
            </a:xfrm>
          </p:grpSpPr>
          <p:sp>
            <p:nvSpPr>
              <p:cNvPr id="738" name="arm"/>
              <p:cNvSpPr/>
              <p:nvPr/>
            </p:nvSpPr>
            <p:spPr>
              <a:xfrm>
                <a:off x="7739481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" name="arm"/>
              <p:cNvSpPr/>
              <p:nvPr/>
            </p:nvSpPr>
            <p:spPr>
              <a:xfrm>
                <a:off x="7911388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" name="leg"/>
              <p:cNvSpPr/>
              <p:nvPr/>
            </p:nvSpPr>
            <p:spPr>
              <a:xfrm>
                <a:off x="7790688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" name="leg"/>
              <p:cNvSpPr/>
              <p:nvPr/>
            </p:nvSpPr>
            <p:spPr>
              <a:xfrm>
                <a:off x="7852867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" name="shorts"/>
              <p:cNvSpPr/>
              <p:nvPr/>
            </p:nvSpPr>
            <p:spPr>
              <a:xfrm>
                <a:off x="7776057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" name="shoe"/>
              <p:cNvSpPr/>
              <p:nvPr/>
            </p:nvSpPr>
            <p:spPr>
              <a:xfrm>
                <a:off x="7761427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" name="shoe"/>
              <p:cNvSpPr/>
              <p:nvPr/>
            </p:nvSpPr>
            <p:spPr>
              <a:xfrm>
                <a:off x="7856524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" name="shirt"/>
              <p:cNvSpPr/>
              <p:nvPr/>
            </p:nvSpPr>
            <p:spPr>
              <a:xfrm>
                <a:off x="7772400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746" name="neck"/>
              <p:cNvSpPr/>
              <p:nvPr/>
            </p:nvSpPr>
            <p:spPr>
              <a:xfrm>
                <a:off x="7827263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" name="head"/>
              <p:cNvSpPr/>
              <p:nvPr/>
            </p:nvSpPr>
            <p:spPr>
              <a:xfrm>
                <a:off x="7781544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" name="hair"/>
              <p:cNvSpPr/>
              <p:nvPr/>
            </p:nvSpPr>
            <p:spPr>
              <a:xfrm rot="16200000">
                <a:off x="7818119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" name="headband"/>
              <p:cNvSpPr/>
              <p:nvPr/>
            </p:nvSpPr>
            <p:spPr>
              <a:xfrm>
                <a:off x="7783372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" name="eye"/>
              <p:cNvSpPr/>
              <p:nvPr/>
            </p:nvSpPr>
            <p:spPr>
              <a:xfrm>
                <a:off x="7814462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" name="eye"/>
              <p:cNvSpPr/>
              <p:nvPr/>
            </p:nvSpPr>
            <p:spPr>
              <a:xfrm>
                <a:off x="7865668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" name="smile"/>
              <p:cNvSpPr/>
              <p:nvPr/>
            </p:nvSpPr>
            <p:spPr>
              <a:xfrm>
                <a:off x="7819948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53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8141817" y="1239926"/>
              <a:ext cx="212140" cy="607162"/>
              <a:chOff x="8141817" y="1239926"/>
              <a:chExt cx="212140" cy="607162"/>
            </a:xfrm>
          </p:grpSpPr>
          <p:sp>
            <p:nvSpPr>
              <p:cNvPr id="754" name="arm"/>
              <p:cNvSpPr/>
              <p:nvPr/>
            </p:nvSpPr>
            <p:spPr>
              <a:xfrm>
                <a:off x="8141817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" name="arm"/>
              <p:cNvSpPr/>
              <p:nvPr/>
            </p:nvSpPr>
            <p:spPr>
              <a:xfrm>
                <a:off x="8313724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" name="leg"/>
              <p:cNvSpPr/>
              <p:nvPr/>
            </p:nvSpPr>
            <p:spPr>
              <a:xfrm>
                <a:off x="8193024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" name="leg"/>
              <p:cNvSpPr/>
              <p:nvPr/>
            </p:nvSpPr>
            <p:spPr>
              <a:xfrm>
                <a:off x="8255203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" name="shorts"/>
              <p:cNvSpPr/>
              <p:nvPr/>
            </p:nvSpPr>
            <p:spPr>
              <a:xfrm>
                <a:off x="8178393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" name="shoe"/>
              <p:cNvSpPr/>
              <p:nvPr/>
            </p:nvSpPr>
            <p:spPr>
              <a:xfrm>
                <a:off x="8163763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" name="shoe"/>
              <p:cNvSpPr/>
              <p:nvPr/>
            </p:nvSpPr>
            <p:spPr>
              <a:xfrm>
                <a:off x="8258860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" name="shirt"/>
              <p:cNvSpPr/>
              <p:nvPr/>
            </p:nvSpPr>
            <p:spPr>
              <a:xfrm>
                <a:off x="8174736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762" name="neck"/>
              <p:cNvSpPr/>
              <p:nvPr/>
            </p:nvSpPr>
            <p:spPr>
              <a:xfrm>
                <a:off x="8229600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" name="head"/>
              <p:cNvSpPr/>
              <p:nvPr/>
            </p:nvSpPr>
            <p:spPr>
              <a:xfrm>
                <a:off x="8183880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" name="hair"/>
              <p:cNvSpPr/>
              <p:nvPr/>
            </p:nvSpPr>
            <p:spPr>
              <a:xfrm rot="16200000">
                <a:off x="8220456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" name="headband"/>
              <p:cNvSpPr/>
              <p:nvPr/>
            </p:nvSpPr>
            <p:spPr>
              <a:xfrm>
                <a:off x="8185708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" name="eye"/>
              <p:cNvSpPr/>
              <p:nvPr/>
            </p:nvSpPr>
            <p:spPr>
              <a:xfrm>
                <a:off x="8216798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" name="eye"/>
              <p:cNvSpPr/>
              <p:nvPr/>
            </p:nvSpPr>
            <p:spPr>
              <a:xfrm>
                <a:off x="8268004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" name="smile"/>
              <p:cNvSpPr/>
              <p:nvPr/>
            </p:nvSpPr>
            <p:spPr>
              <a:xfrm>
                <a:off x="8222284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69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8544153" y="1239926"/>
              <a:ext cx="212140" cy="607162"/>
              <a:chOff x="8544153" y="1239926"/>
              <a:chExt cx="212140" cy="607162"/>
            </a:xfrm>
          </p:grpSpPr>
          <p:sp>
            <p:nvSpPr>
              <p:cNvPr id="770" name="arm"/>
              <p:cNvSpPr/>
              <p:nvPr/>
            </p:nvSpPr>
            <p:spPr>
              <a:xfrm>
                <a:off x="8544153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" name="arm"/>
              <p:cNvSpPr/>
              <p:nvPr/>
            </p:nvSpPr>
            <p:spPr>
              <a:xfrm>
                <a:off x="8716060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" name="leg"/>
              <p:cNvSpPr/>
              <p:nvPr/>
            </p:nvSpPr>
            <p:spPr>
              <a:xfrm>
                <a:off x="8595360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" name="leg"/>
              <p:cNvSpPr/>
              <p:nvPr/>
            </p:nvSpPr>
            <p:spPr>
              <a:xfrm>
                <a:off x="8657539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" name="shorts"/>
              <p:cNvSpPr/>
              <p:nvPr/>
            </p:nvSpPr>
            <p:spPr>
              <a:xfrm>
                <a:off x="8580729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" name="shoe"/>
              <p:cNvSpPr/>
              <p:nvPr/>
            </p:nvSpPr>
            <p:spPr>
              <a:xfrm>
                <a:off x="8566099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" name="shoe"/>
              <p:cNvSpPr/>
              <p:nvPr/>
            </p:nvSpPr>
            <p:spPr>
              <a:xfrm>
                <a:off x="8661196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" name="shirt"/>
              <p:cNvSpPr/>
              <p:nvPr/>
            </p:nvSpPr>
            <p:spPr>
              <a:xfrm>
                <a:off x="8577072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778" name="neck"/>
              <p:cNvSpPr/>
              <p:nvPr/>
            </p:nvSpPr>
            <p:spPr>
              <a:xfrm>
                <a:off x="8631936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" name="head"/>
              <p:cNvSpPr/>
              <p:nvPr/>
            </p:nvSpPr>
            <p:spPr>
              <a:xfrm>
                <a:off x="8586216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" name="hair"/>
              <p:cNvSpPr/>
              <p:nvPr/>
            </p:nvSpPr>
            <p:spPr>
              <a:xfrm rot="16200000">
                <a:off x="8622792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" name="headband"/>
              <p:cNvSpPr/>
              <p:nvPr/>
            </p:nvSpPr>
            <p:spPr>
              <a:xfrm>
                <a:off x="8588044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" name="eye"/>
              <p:cNvSpPr/>
              <p:nvPr/>
            </p:nvSpPr>
            <p:spPr>
              <a:xfrm>
                <a:off x="8619134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" name="eye"/>
              <p:cNvSpPr/>
              <p:nvPr/>
            </p:nvSpPr>
            <p:spPr>
              <a:xfrm>
                <a:off x="8670340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" name="smile"/>
              <p:cNvSpPr/>
              <p:nvPr/>
            </p:nvSpPr>
            <p:spPr>
              <a:xfrm>
                <a:off x="8624620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85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8946489" y="1239926"/>
              <a:ext cx="212140" cy="607162"/>
              <a:chOff x="8946489" y="1239926"/>
              <a:chExt cx="212140" cy="607162"/>
            </a:xfrm>
          </p:grpSpPr>
          <p:sp>
            <p:nvSpPr>
              <p:cNvPr id="786" name="arm"/>
              <p:cNvSpPr/>
              <p:nvPr/>
            </p:nvSpPr>
            <p:spPr>
              <a:xfrm>
                <a:off x="8946489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" name="arm"/>
              <p:cNvSpPr/>
              <p:nvPr/>
            </p:nvSpPr>
            <p:spPr>
              <a:xfrm>
                <a:off x="9118396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" name="leg"/>
              <p:cNvSpPr/>
              <p:nvPr/>
            </p:nvSpPr>
            <p:spPr>
              <a:xfrm>
                <a:off x="8997696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" name="leg"/>
              <p:cNvSpPr/>
              <p:nvPr/>
            </p:nvSpPr>
            <p:spPr>
              <a:xfrm>
                <a:off x="9059875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" name="shorts"/>
              <p:cNvSpPr/>
              <p:nvPr/>
            </p:nvSpPr>
            <p:spPr>
              <a:xfrm>
                <a:off x="8983065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" name="shoe"/>
              <p:cNvSpPr/>
              <p:nvPr/>
            </p:nvSpPr>
            <p:spPr>
              <a:xfrm>
                <a:off x="8968435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" name="shoe"/>
              <p:cNvSpPr/>
              <p:nvPr/>
            </p:nvSpPr>
            <p:spPr>
              <a:xfrm>
                <a:off x="9063532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" name="shirt"/>
              <p:cNvSpPr/>
              <p:nvPr/>
            </p:nvSpPr>
            <p:spPr>
              <a:xfrm>
                <a:off x="8979408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794" name="neck"/>
              <p:cNvSpPr/>
              <p:nvPr/>
            </p:nvSpPr>
            <p:spPr>
              <a:xfrm>
                <a:off x="9034272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" name="head"/>
              <p:cNvSpPr/>
              <p:nvPr/>
            </p:nvSpPr>
            <p:spPr>
              <a:xfrm>
                <a:off x="8988552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" name="hair"/>
              <p:cNvSpPr/>
              <p:nvPr/>
            </p:nvSpPr>
            <p:spPr>
              <a:xfrm rot="16200000">
                <a:off x="9025128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" name="headband"/>
              <p:cNvSpPr/>
              <p:nvPr/>
            </p:nvSpPr>
            <p:spPr>
              <a:xfrm>
                <a:off x="8990380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" name="eye"/>
              <p:cNvSpPr/>
              <p:nvPr/>
            </p:nvSpPr>
            <p:spPr>
              <a:xfrm>
                <a:off x="9021470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" name="eye"/>
              <p:cNvSpPr/>
              <p:nvPr/>
            </p:nvSpPr>
            <p:spPr>
              <a:xfrm>
                <a:off x="9072676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" name="smile"/>
              <p:cNvSpPr/>
              <p:nvPr/>
            </p:nvSpPr>
            <p:spPr>
              <a:xfrm>
                <a:off x="9026956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01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348825" y="1239926"/>
              <a:ext cx="212140" cy="607162"/>
              <a:chOff x="9348825" y="1239926"/>
              <a:chExt cx="212140" cy="607162"/>
            </a:xfrm>
          </p:grpSpPr>
          <p:sp>
            <p:nvSpPr>
              <p:cNvPr id="802" name="arm"/>
              <p:cNvSpPr/>
              <p:nvPr/>
            </p:nvSpPr>
            <p:spPr>
              <a:xfrm>
                <a:off x="9348825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" name="arm"/>
              <p:cNvSpPr/>
              <p:nvPr/>
            </p:nvSpPr>
            <p:spPr>
              <a:xfrm>
                <a:off x="9520732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" name="leg"/>
              <p:cNvSpPr/>
              <p:nvPr/>
            </p:nvSpPr>
            <p:spPr>
              <a:xfrm>
                <a:off x="9400032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" name="leg"/>
              <p:cNvSpPr/>
              <p:nvPr/>
            </p:nvSpPr>
            <p:spPr>
              <a:xfrm>
                <a:off x="9462211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" name="shorts"/>
              <p:cNvSpPr/>
              <p:nvPr/>
            </p:nvSpPr>
            <p:spPr>
              <a:xfrm>
                <a:off x="9385401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" name="shoe"/>
              <p:cNvSpPr/>
              <p:nvPr/>
            </p:nvSpPr>
            <p:spPr>
              <a:xfrm>
                <a:off x="9370771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" name="shoe"/>
              <p:cNvSpPr/>
              <p:nvPr/>
            </p:nvSpPr>
            <p:spPr>
              <a:xfrm>
                <a:off x="9465868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" name="shirt"/>
              <p:cNvSpPr/>
              <p:nvPr/>
            </p:nvSpPr>
            <p:spPr>
              <a:xfrm>
                <a:off x="9381744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810" name="neck"/>
              <p:cNvSpPr/>
              <p:nvPr/>
            </p:nvSpPr>
            <p:spPr>
              <a:xfrm>
                <a:off x="9436607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" name="head"/>
              <p:cNvSpPr/>
              <p:nvPr/>
            </p:nvSpPr>
            <p:spPr>
              <a:xfrm>
                <a:off x="9390888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" name="hair"/>
              <p:cNvSpPr/>
              <p:nvPr/>
            </p:nvSpPr>
            <p:spPr>
              <a:xfrm rot="16200000">
                <a:off x="9427463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" name="headband"/>
              <p:cNvSpPr/>
              <p:nvPr/>
            </p:nvSpPr>
            <p:spPr>
              <a:xfrm>
                <a:off x="9392716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" name="eye"/>
              <p:cNvSpPr/>
              <p:nvPr/>
            </p:nvSpPr>
            <p:spPr>
              <a:xfrm>
                <a:off x="9423806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" name="eye"/>
              <p:cNvSpPr/>
              <p:nvPr/>
            </p:nvSpPr>
            <p:spPr>
              <a:xfrm>
                <a:off x="9475012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" name="smile"/>
              <p:cNvSpPr/>
              <p:nvPr/>
            </p:nvSpPr>
            <p:spPr>
              <a:xfrm>
                <a:off x="9429292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17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751161" y="1239926"/>
              <a:ext cx="212140" cy="607162"/>
              <a:chOff x="9751161" y="1239926"/>
              <a:chExt cx="212140" cy="607162"/>
            </a:xfrm>
          </p:grpSpPr>
          <p:sp>
            <p:nvSpPr>
              <p:cNvPr id="818" name="arm"/>
              <p:cNvSpPr/>
              <p:nvPr/>
            </p:nvSpPr>
            <p:spPr>
              <a:xfrm>
                <a:off x="9751161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" name="arm"/>
              <p:cNvSpPr/>
              <p:nvPr/>
            </p:nvSpPr>
            <p:spPr>
              <a:xfrm>
                <a:off x="9923068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" name="leg"/>
              <p:cNvSpPr/>
              <p:nvPr/>
            </p:nvSpPr>
            <p:spPr>
              <a:xfrm>
                <a:off x="9802368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" name="leg"/>
              <p:cNvSpPr/>
              <p:nvPr/>
            </p:nvSpPr>
            <p:spPr>
              <a:xfrm>
                <a:off x="9864547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" name="shorts"/>
              <p:cNvSpPr/>
              <p:nvPr/>
            </p:nvSpPr>
            <p:spPr>
              <a:xfrm>
                <a:off x="9787737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" name="shoe"/>
              <p:cNvSpPr/>
              <p:nvPr/>
            </p:nvSpPr>
            <p:spPr>
              <a:xfrm>
                <a:off x="9773107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" name="shoe"/>
              <p:cNvSpPr/>
              <p:nvPr/>
            </p:nvSpPr>
            <p:spPr>
              <a:xfrm>
                <a:off x="9868204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" name="shirt"/>
              <p:cNvSpPr/>
              <p:nvPr/>
            </p:nvSpPr>
            <p:spPr>
              <a:xfrm>
                <a:off x="9784080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826" name="neck"/>
              <p:cNvSpPr/>
              <p:nvPr/>
            </p:nvSpPr>
            <p:spPr>
              <a:xfrm>
                <a:off x="9838944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" name="head"/>
              <p:cNvSpPr/>
              <p:nvPr/>
            </p:nvSpPr>
            <p:spPr>
              <a:xfrm>
                <a:off x="9793224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" name="hair"/>
              <p:cNvSpPr/>
              <p:nvPr/>
            </p:nvSpPr>
            <p:spPr>
              <a:xfrm rot="16200000">
                <a:off x="9829800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" name="headband"/>
              <p:cNvSpPr/>
              <p:nvPr/>
            </p:nvSpPr>
            <p:spPr>
              <a:xfrm>
                <a:off x="9795052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" name="eye"/>
              <p:cNvSpPr/>
              <p:nvPr/>
            </p:nvSpPr>
            <p:spPr>
              <a:xfrm>
                <a:off x="9826142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" name="eye"/>
              <p:cNvSpPr/>
              <p:nvPr/>
            </p:nvSpPr>
            <p:spPr>
              <a:xfrm>
                <a:off x="9877348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" name="smile"/>
              <p:cNvSpPr/>
              <p:nvPr/>
            </p:nvSpPr>
            <p:spPr>
              <a:xfrm>
                <a:off x="9831628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33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10153497" y="1239926"/>
              <a:ext cx="212140" cy="607162"/>
              <a:chOff x="10153497" y="1239926"/>
              <a:chExt cx="212140" cy="607162"/>
            </a:xfrm>
          </p:grpSpPr>
          <p:sp>
            <p:nvSpPr>
              <p:cNvPr id="834" name="arm"/>
              <p:cNvSpPr/>
              <p:nvPr/>
            </p:nvSpPr>
            <p:spPr>
              <a:xfrm>
                <a:off x="10153497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" name="arm"/>
              <p:cNvSpPr/>
              <p:nvPr/>
            </p:nvSpPr>
            <p:spPr>
              <a:xfrm>
                <a:off x="10325404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" name="leg"/>
              <p:cNvSpPr/>
              <p:nvPr/>
            </p:nvSpPr>
            <p:spPr>
              <a:xfrm>
                <a:off x="10204704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" name="leg"/>
              <p:cNvSpPr/>
              <p:nvPr/>
            </p:nvSpPr>
            <p:spPr>
              <a:xfrm>
                <a:off x="10266883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" name="shorts"/>
              <p:cNvSpPr/>
              <p:nvPr/>
            </p:nvSpPr>
            <p:spPr>
              <a:xfrm>
                <a:off x="10190073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" name="shoe"/>
              <p:cNvSpPr/>
              <p:nvPr/>
            </p:nvSpPr>
            <p:spPr>
              <a:xfrm>
                <a:off x="10175443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" name="shoe"/>
              <p:cNvSpPr/>
              <p:nvPr/>
            </p:nvSpPr>
            <p:spPr>
              <a:xfrm>
                <a:off x="10270540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" name="shirt"/>
              <p:cNvSpPr/>
              <p:nvPr/>
            </p:nvSpPr>
            <p:spPr>
              <a:xfrm>
                <a:off x="10186416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842" name="neck"/>
              <p:cNvSpPr/>
              <p:nvPr/>
            </p:nvSpPr>
            <p:spPr>
              <a:xfrm>
                <a:off x="10241280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" name="head"/>
              <p:cNvSpPr/>
              <p:nvPr/>
            </p:nvSpPr>
            <p:spPr>
              <a:xfrm>
                <a:off x="10195560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" name="hair"/>
              <p:cNvSpPr/>
              <p:nvPr/>
            </p:nvSpPr>
            <p:spPr>
              <a:xfrm rot="16200000">
                <a:off x="10232136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" name="headband"/>
              <p:cNvSpPr/>
              <p:nvPr/>
            </p:nvSpPr>
            <p:spPr>
              <a:xfrm>
                <a:off x="10197388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" name="eye"/>
              <p:cNvSpPr/>
              <p:nvPr/>
            </p:nvSpPr>
            <p:spPr>
              <a:xfrm>
                <a:off x="10228478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" name="eye"/>
              <p:cNvSpPr/>
              <p:nvPr/>
            </p:nvSpPr>
            <p:spPr>
              <a:xfrm>
                <a:off x="10279684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" name="smile"/>
              <p:cNvSpPr/>
              <p:nvPr/>
            </p:nvSpPr>
            <p:spPr>
              <a:xfrm>
                <a:off x="10233964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49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6532473" y="1944014"/>
              <a:ext cx="212140" cy="607162"/>
              <a:chOff x="6532473" y="1944014"/>
              <a:chExt cx="212140" cy="607162"/>
            </a:xfrm>
          </p:grpSpPr>
          <p:sp>
            <p:nvSpPr>
              <p:cNvPr id="850" name="arm"/>
              <p:cNvSpPr/>
              <p:nvPr/>
            </p:nvSpPr>
            <p:spPr>
              <a:xfrm>
                <a:off x="6532473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" name="arm"/>
              <p:cNvSpPr/>
              <p:nvPr/>
            </p:nvSpPr>
            <p:spPr>
              <a:xfrm>
                <a:off x="6704380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" name="leg"/>
              <p:cNvSpPr/>
              <p:nvPr/>
            </p:nvSpPr>
            <p:spPr>
              <a:xfrm>
                <a:off x="6583680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" name="leg"/>
              <p:cNvSpPr/>
              <p:nvPr/>
            </p:nvSpPr>
            <p:spPr>
              <a:xfrm>
                <a:off x="6645859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" name="shorts"/>
              <p:cNvSpPr/>
              <p:nvPr/>
            </p:nvSpPr>
            <p:spPr>
              <a:xfrm>
                <a:off x="6569049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" name="shoe"/>
              <p:cNvSpPr/>
              <p:nvPr/>
            </p:nvSpPr>
            <p:spPr>
              <a:xfrm>
                <a:off x="6554419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" name="shoe"/>
              <p:cNvSpPr/>
              <p:nvPr/>
            </p:nvSpPr>
            <p:spPr>
              <a:xfrm>
                <a:off x="6649516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" name="shirt"/>
              <p:cNvSpPr/>
              <p:nvPr/>
            </p:nvSpPr>
            <p:spPr>
              <a:xfrm>
                <a:off x="6565392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858" name="neck"/>
              <p:cNvSpPr/>
              <p:nvPr/>
            </p:nvSpPr>
            <p:spPr>
              <a:xfrm>
                <a:off x="6620256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" name="head"/>
              <p:cNvSpPr/>
              <p:nvPr/>
            </p:nvSpPr>
            <p:spPr>
              <a:xfrm>
                <a:off x="6574536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" name="hair"/>
              <p:cNvSpPr/>
              <p:nvPr/>
            </p:nvSpPr>
            <p:spPr>
              <a:xfrm rot="16200000">
                <a:off x="6611112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" name="headband"/>
              <p:cNvSpPr/>
              <p:nvPr/>
            </p:nvSpPr>
            <p:spPr>
              <a:xfrm>
                <a:off x="6576364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" name="eye"/>
              <p:cNvSpPr/>
              <p:nvPr/>
            </p:nvSpPr>
            <p:spPr>
              <a:xfrm>
                <a:off x="660745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" name="eye"/>
              <p:cNvSpPr/>
              <p:nvPr/>
            </p:nvSpPr>
            <p:spPr>
              <a:xfrm>
                <a:off x="665866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" name="smile"/>
              <p:cNvSpPr/>
              <p:nvPr/>
            </p:nvSpPr>
            <p:spPr>
              <a:xfrm>
                <a:off x="6612940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65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6934809" y="1944014"/>
              <a:ext cx="212140" cy="607162"/>
              <a:chOff x="6934809" y="1944014"/>
              <a:chExt cx="212140" cy="607162"/>
            </a:xfrm>
          </p:grpSpPr>
          <p:sp>
            <p:nvSpPr>
              <p:cNvPr id="866" name="arm"/>
              <p:cNvSpPr/>
              <p:nvPr/>
            </p:nvSpPr>
            <p:spPr>
              <a:xfrm>
                <a:off x="6934809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" name="arm"/>
              <p:cNvSpPr/>
              <p:nvPr/>
            </p:nvSpPr>
            <p:spPr>
              <a:xfrm>
                <a:off x="7106716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" name="leg"/>
              <p:cNvSpPr/>
              <p:nvPr/>
            </p:nvSpPr>
            <p:spPr>
              <a:xfrm>
                <a:off x="6986016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" name="leg"/>
              <p:cNvSpPr/>
              <p:nvPr/>
            </p:nvSpPr>
            <p:spPr>
              <a:xfrm>
                <a:off x="7048195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" name="shorts"/>
              <p:cNvSpPr/>
              <p:nvPr/>
            </p:nvSpPr>
            <p:spPr>
              <a:xfrm>
                <a:off x="6971385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" name="shoe"/>
              <p:cNvSpPr/>
              <p:nvPr/>
            </p:nvSpPr>
            <p:spPr>
              <a:xfrm>
                <a:off x="6956755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" name="shoe"/>
              <p:cNvSpPr/>
              <p:nvPr/>
            </p:nvSpPr>
            <p:spPr>
              <a:xfrm>
                <a:off x="7051852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" name="shirt"/>
              <p:cNvSpPr/>
              <p:nvPr/>
            </p:nvSpPr>
            <p:spPr>
              <a:xfrm>
                <a:off x="6967728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874" name="neck"/>
              <p:cNvSpPr/>
              <p:nvPr/>
            </p:nvSpPr>
            <p:spPr>
              <a:xfrm>
                <a:off x="7022592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" name="head"/>
              <p:cNvSpPr/>
              <p:nvPr/>
            </p:nvSpPr>
            <p:spPr>
              <a:xfrm>
                <a:off x="6976872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" name="hair"/>
              <p:cNvSpPr/>
              <p:nvPr/>
            </p:nvSpPr>
            <p:spPr>
              <a:xfrm rot="16200000">
                <a:off x="7013448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" name="headband"/>
              <p:cNvSpPr/>
              <p:nvPr/>
            </p:nvSpPr>
            <p:spPr>
              <a:xfrm>
                <a:off x="6978700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" name="eye"/>
              <p:cNvSpPr/>
              <p:nvPr/>
            </p:nvSpPr>
            <p:spPr>
              <a:xfrm>
                <a:off x="700979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" name="eye"/>
              <p:cNvSpPr/>
              <p:nvPr/>
            </p:nvSpPr>
            <p:spPr>
              <a:xfrm>
                <a:off x="706099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" name="smile"/>
              <p:cNvSpPr/>
              <p:nvPr/>
            </p:nvSpPr>
            <p:spPr>
              <a:xfrm>
                <a:off x="7015276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81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7337145" y="1944014"/>
              <a:ext cx="212140" cy="607162"/>
              <a:chOff x="7337145" y="1944014"/>
              <a:chExt cx="212140" cy="607162"/>
            </a:xfrm>
          </p:grpSpPr>
          <p:sp>
            <p:nvSpPr>
              <p:cNvPr id="882" name="arm"/>
              <p:cNvSpPr/>
              <p:nvPr/>
            </p:nvSpPr>
            <p:spPr>
              <a:xfrm>
                <a:off x="7337145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" name="arm"/>
              <p:cNvSpPr/>
              <p:nvPr/>
            </p:nvSpPr>
            <p:spPr>
              <a:xfrm>
                <a:off x="7509052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" name="leg"/>
              <p:cNvSpPr/>
              <p:nvPr/>
            </p:nvSpPr>
            <p:spPr>
              <a:xfrm>
                <a:off x="7388352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" name="leg"/>
              <p:cNvSpPr/>
              <p:nvPr/>
            </p:nvSpPr>
            <p:spPr>
              <a:xfrm>
                <a:off x="7450531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" name="shorts"/>
              <p:cNvSpPr/>
              <p:nvPr/>
            </p:nvSpPr>
            <p:spPr>
              <a:xfrm>
                <a:off x="7373721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" name="shoe"/>
              <p:cNvSpPr/>
              <p:nvPr/>
            </p:nvSpPr>
            <p:spPr>
              <a:xfrm>
                <a:off x="7359091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" name="shoe"/>
              <p:cNvSpPr/>
              <p:nvPr/>
            </p:nvSpPr>
            <p:spPr>
              <a:xfrm>
                <a:off x="7454188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" name="shirt"/>
              <p:cNvSpPr/>
              <p:nvPr/>
            </p:nvSpPr>
            <p:spPr>
              <a:xfrm>
                <a:off x="7370064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890" name="neck"/>
              <p:cNvSpPr/>
              <p:nvPr/>
            </p:nvSpPr>
            <p:spPr>
              <a:xfrm>
                <a:off x="7424927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" name="head"/>
              <p:cNvSpPr/>
              <p:nvPr/>
            </p:nvSpPr>
            <p:spPr>
              <a:xfrm>
                <a:off x="7379208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" name="hair"/>
              <p:cNvSpPr/>
              <p:nvPr/>
            </p:nvSpPr>
            <p:spPr>
              <a:xfrm rot="16200000">
                <a:off x="7415783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" name="headband"/>
              <p:cNvSpPr/>
              <p:nvPr/>
            </p:nvSpPr>
            <p:spPr>
              <a:xfrm>
                <a:off x="7381036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" name="eye"/>
              <p:cNvSpPr/>
              <p:nvPr/>
            </p:nvSpPr>
            <p:spPr>
              <a:xfrm>
                <a:off x="741212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" name="eye"/>
              <p:cNvSpPr/>
              <p:nvPr/>
            </p:nvSpPr>
            <p:spPr>
              <a:xfrm>
                <a:off x="746333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" name="smile"/>
              <p:cNvSpPr/>
              <p:nvPr/>
            </p:nvSpPr>
            <p:spPr>
              <a:xfrm>
                <a:off x="7417612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97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7739481" y="1944014"/>
              <a:ext cx="212140" cy="607162"/>
              <a:chOff x="7739481" y="1944014"/>
              <a:chExt cx="212140" cy="607162"/>
            </a:xfrm>
          </p:grpSpPr>
          <p:sp>
            <p:nvSpPr>
              <p:cNvPr id="898" name="arm"/>
              <p:cNvSpPr/>
              <p:nvPr/>
            </p:nvSpPr>
            <p:spPr>
              <a:xfrm>
                <a:off x="7739481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" name="arm"/>
              <p:cNvSpPr/>
              <p:nvPr/>
            </p:nvSpPr>
            <p:spPr>
              <a:xfrm>
                <a:off x="7911388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" name="leg"/>
              <p:cNvSpPr/>
              <p:nvPr/>
            </p:nvSpPr>
            <p:spPr>
              <a:xfrm>
                <a:off x="7790688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" name="leg"/>
              <p:cNvSpPr/>
              <p:nvPr/>
            </p:nvSpPr>
            <p:spPr>
              <a:xfrm>
                <a:off x="7852867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" name="shorts"/>
              <p:cNvSpPr/>
              <p:nvPr/>
            </p:nvSpPr>
            <p:spPr>
              <a:xfrm>
                <a:off x="7776057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" name="shoe"/>
              <p:cNvSpPr/>
              <p:nvPr/>
            </p:nvSpPr>
            <p:spPr>
              <a:xfrm>
                <a:off x="7761427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" name="shoe"/>
              <p:cNvSpPr/>
              <p:nvPr/>
            </p:nvSpPr>
            <p:spPr>
              <a:xfrm>
                <a:off x="7856524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" name="shirt"/>
              <p:cNvSpPr/>
              <p:nvPr/>
            </p:nvSpPr>
            <p:spPr>
              <a:xfrm>
                <a:off x="7772400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906" name="neck"/>
              <p:cNvSpPr/>
              <p:nvPr/>
            </p:nvSpPr>
            <p:spPr>
              <a:xfrm>
                <a:off x="7827263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" name="head"/>
              <p:cNvSpPr/>
              <p:nvPr/>
            </p:nvSpPr>
            <p:spPr>
              <a:xfrm>
                <a:off x="7781544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" name="hair"/>
              <p:cNvSpPr/>
              <p:nvPr/>
            </p:nvSpPr>
            <p:spPr>
              <a:xfrm rot="16200000">
                <a:off x="7818119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" name="headband"/>
              <p:cNvSpPr/>
              <p:nvPr/>
            </p:nvSpPr>
            <p:spPr>
              <a:xfrm>
                <a:off x="7783372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" name="eye"/>
              <p:cNvSpPr/>
              <p:nvPr/>
            </p:nvSpPr>
            <p:spPr>
              <a:xfrm>
                <a:off x="781446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" name="eye"/>
              <p:cNvSpPr/>
              <p:nvPr/>
            </p:nvSpPr>
            <p:spPr>
              <a:xfrm>
                <a:off x="7865668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" name="smile"/>
              <p:cNvSpPr/>
              <p:nvPr/>
            </p:nvSpPr>
            <p:spPr>
              <a:xfrm>
                <a:off x="7819948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13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8141817" y="1944014"/>
              <a:ext cx="212140" cy="607162"/>
              <a:chOff x="8141817" y="1944014"/>
              <a:chExt cx="212140" cy="607162"/>
            </a:xfrm>
          </p:grpSpPr>
          <p:sp>
            <p:nvSpPr>
              <p:cNvPr id="914" name="arm"/>
              <p:cNvSpPr/>
              <p:nvPr/>
            </p:nvSpPr>
            <p:spPr>
              <a:xfrm>
                <a:off x="8141817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" name="arm"/>
              <p:cNvSpPr/>
              <p:nvPr/>
            </p:nvSpPr>
            <p:spPr>
              <a:xfrm>
                <a:off x="8313724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" name="leg"/>
              <p:cNvSpPr/>
              <p:nvPr/>
            </p:nvSpPr>
            <p:spPr>
              <a:xfrm>
                <a:off x="8193024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" name="leg"/>
              <p:cNvSpPr/>
              <p:nvPr/>
            </p:nvSpPr>
            <p:spPr>
              <a:xfrm>
                <a:off x="8255203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" name="shorts"/>
              <p:cNvSpPr/>
              <p:nvPr/>
            </p:nvSpPr>
            <p:spPr>
              <a:xfrm>
                <a:off x="8178393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" name="shoe"/>
              <p:cNvSpPr/>
              <p:nvPr/>
            </p:nvSpPr>
            <p:spPr>
              <a:xfrm>
                <a:off x="8163763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" name="shoe"/>
              <p:cNvSpPr/>
              <p:nvPr/>
            </p:nvSpPr>
            <p:spPr>
              <a:xfrm>
                <a:off x="8258860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" name="shirt"/>
              <p:cNvSpPr/>
              <p:nvPr/>
            </p:nvSpPr>
            <p:spPr>
              <a:xfrm>
                <a:off x="8174736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922" name="neck"/>
              <p:cNvSpPr/>
              <p:nvPr/>
            </p:nvSpPr>
            <p:spPr>
              <a:xfrm>
                <a:off x="8229600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" name="head"/>
              <p:cNvSpPr/>
              <p:nvPr/>
            </p:nvSpPr>
            <p:spPr>
              <a:xfrm>
                <a:off x="8183880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" name="hair"/>
              <p:cNvSpPr/>
              <p:nvPr/>
            </p:nvSpPr>
            <p:spPr>
              <a:xfrm rot="16200000">
                <a:off x="8220456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" name="headband"/>
              <p:cNvSpPr/>
              <p:nvPr/>
            </p:nvSpPr>
            <p:spPr>
              <a:xfrm>
                <a:off x="8185708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" name="eye"/>
              <p:cNvSpPr/>
              <p:nvPr/>
            </p:nvSpPr>
            <p:spPr>
              <a:xfrm>
                <a:off x="8216798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" name="eye"/>
              <p:cNvSpPr/>
              <p:nvPr/>
            </p:nvSpPr>
            <p:spPr>
              <a:xfrm>
                <a:off x="826800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" name="smile"/>
              <p:cNvSpPr/>
              <p:nvPr/>
            </p:nvSpPr>
            <p:spPr>
              <a:xfrm>
                <a:off x="8222284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9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8544153" y="1944014"/>
              <a:ext cx="212140" cy="607162"/>
              <a:chOff x="8544153" y="1944014"/>
              <a:chExt cx="212140" cy="607162"/>
            </a:xfrm>
          </p:grpSpPr>
          <p:sp>
            <p:nvSpPr>
              <p:cNvPr id="930" name="arm"/>
              <p:cNvSpPr/>
              <p:nvPr/>
            </p:nvSpPr>
            <p:spPr>
              <a:xfrm>
                <a:off x="8544153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" name="arm"/>
              <p:cNvSpPr/>
              <p:nvPr/>
            </p:nvSpPr>
            <p:spPr>
              <a:xfrm>
                <a:off x="8716060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" name="leg"/>
              <p:cNvSpPr/>
              <p:nvPr/>
            </p:nvSpPr>
            <p:spPr>
              <a:xfrm>
                <a:off x="8595360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" name="leg"/>
              <p:cNvSpPr/>
              <p:nvPr/>
            </p:nvSpPr>
            <p:spPr>
              <a:xfrm>
                <a:off x="8657539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" name="shorts"/>
              <p:cNvSpPr/>
              <p:nvPr/>
            </p:nvSpPr>
            <p:spPr>
              <a:xfrm>
                <a:off x="8580729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" name="shoe"/>
              <p:cNvSpPr/>
              <p:nvPr/>
            </p:nvSpPr>
            <p:spPr>
              <a:xfrm>
                <a:off x="8566099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" name="shoe"/>
              <p:cNvSpPr/>
              <p:nvPr/>
            </p:nvSpPr>
            <p:spPr>
              <a:xfrm>
                <a:off x="8661196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" name="shirt"/>
              <p:cNvSpPr/>
              <p:nvPr/>
            </p:nvSpPr>
            <p:spPr>
              <a:xfrm>
                <a:off x="8577072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938" name="neck"/>
              <p:cNvSpPr/>
              <p:nvPr/>
            </p:nvSpPr>
            <p:spPr>
              <a:xfrm>
                <a:off x="8631936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" name="head"/>
              <p:cNvSpPr/>
              <p:nvPr/>
            </p:nvSpPr>
            <p:spPr>
              <a:xfrm>
                <a:off x="8586216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" name="hair"/>
              <p:cNvSpPr/>
              <p:nvPr/>
            </p:nvSpPr>
            <p:spPr>
              <a:xfrm rot="16200000">
                <a:off x="8622792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" name="headband"/>
              <p:cNvSpPr/>
              <p:nvPr/>
            </p:nvSpPr>
            <p:spPr>
              <a:xfrm>
                <a:off x="8588044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" name="eye"/>
              <p:cNvSpPr/>
              <p:nvPr/>
            </p:nvSpPr>
            <p:spPr>
              <a:xfrm>
                <a:off x="861913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" name="eye"/>
              <p:cNvSpPr/>
              <p:nvPr/>
            </p:nvSpPr>
            <p:spPr>
              <a:xfrm>
                <a:off x="867034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" name="smile"/>
              <p:cNvSpPr/>
              <p:nvPr/>
            </p:nvSpPr>
            <p:spPr>
              <a:xfrm>
                <a:off x="8624620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45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8946489" y="1944014"/>
              <a:ext cx="212140" cy="607162"/>
              <a:chOff x="8946489" y="1944014"/>
              <a:chExt cx="212140" cy="607162"/>
            </a:xfrm>
          </p:grpSpPr>
          <p:sp>
            <p:nvSpPr>
              <p:cNvPr id="946" name="arm"/>
              <p:cNvSpPr/>
              <p:nvPr/>
            </p:nvSpPr>
            <p:spPr>
              <a:xfrm>
                <a:off x="8946489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" name="arm"/>
              <p:cNvSpPr/>
              <p:nvPr/>
            </p:nvSpPr>
            <p:spPr>
              <a:xfrm>
                <a:off x="9118396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" name="leg"/>
              <p:cNvSpPr/>
              <p:nvPr/>
            </p:nvSpPr>
            <p:spPr>
              <a:xfrm>
                <a:off x="8997696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" name="leg"/>
              <p:cNvSpPr/>
              <p:nvPr/>
            </p:nvSpPr>
            <p:spPr>
              <a:xfrm>
                <a:off x="9059875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" name="shorts"/>
              <p:cNvSpPr/>
              <p:nvPr/>
            </p:nvSpPr>
            <p:spPr>
              <a:xfrm>
                <a:off x="8983065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" name="shoe"/>
              <p:cNvSpPr/>
              <p:nvPr/>
            </p:nvSpPr>
            <p:spPr>
              <a:xfrm>
                <a:off x="8968435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" name="shoe"/>
              <p:cNvSpPr/>
              <p:nvPr/>
            </p:nvSpPr>
            <p:spPr>
              <a:xfrm>
                <a:off x="9063532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" name="shirt"/>
              <p:cNvSpPr/>
              <p:nvPr/>
            </p:nvSpPr>
            <p:spPr>
              <a:xfrm>
                <a:off x="8979408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954" name="neck"/>
              <p:cNvSpPr/>
              <p:nvPr/>
            </p:nvSpPr>
            <p:spPr>
              <a:xfrm>
                <a:off x="9034272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" name="head"/>
              <p:cNvSpPr/>
              <p:nvPr/>
            </p:nvSpPr>
            <p:spPr>
              <a:xfrm>
                <a:off x="8988552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" name="hair"/>
              <p:cNvSpPr/>
              <p:nvPr/>
            </p:nvSpPr>
            <p:spPr>
              <a:xfrm rot="16200000">
                <a:off x="9025128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" name="headband"/>
              <p:cNvSpPr/>
              <p:nvPr/>
            </p:nvSpPr>
            <p:spPr>
              <a:xfrm>
                <a:off x="8990380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" name="eye"/>
              <p:cNvSpPr/>
              <p:nvPr/>
            </p:nvSpPr>
            <p:spPr>
              <a:xfrm>
                <a:off x="902147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" name="eye"/>
              <p:cNvSpPr/>
              <p:nvPr/>
            </p:nvSpPr>
            <p:spPr>
              <a:xfrm>
                <a:off x="907267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" name="smile"/>
              <p:cNvSpPr/>
              <p:nvPr/>
            </p:nvSpPr>
            <p:spPr>
              <a:xfrm>
                <a:off x="9026956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61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348825" y="1944014"/>
              <a:ext cx="212140" cy="607162"/>
              <a:chOff x="9348825" y="1944014"/>
              <a:chExt cx="212140" cy="607162"/>
            </a:xfrm>
          </p:grpSpPr>
          <p:sp>
            <p:nvSpPr>
              <p:cNvPr id="962" name="arm"/>
              <p:cNvSpPr/>
              <p:nvPr/>
            </p:nvSpPr>
            <p:spPr>
              <a:xfrm>
                <a:off x="9348825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" name="arm"/>
              <p:cNvSpPr/>
              <p:nvPr/>
            </p:nvSpPr>
            <p:spPr>
              <a:xfrm>
                <a:off x="9520732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" name="leg"/>
              <p:cNvSpPr/>
              <p:nvPr/>
            </p:nvSpPr>
            <p:spPr>
              <a:xfrm>
                <a:off x="9400032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" name="leg"/>
              <p:cNvSpPr/>
              <p:nvPr/>
            </p:nvSpPr>
            <p:spPr>
              <a:xfrm>
                <a:off x="9462211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" name="shorts"/>
              <p:cNvSpPr/>
              <p:nvPr/>
            </p:nvSpPr>
            <p:spPr>
              <a:xfrm>
                <a:off x="9385401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" name="shoe"/>
              <p:cNvSpPr/>
              <p:nvPr/>
            </p:nvSpPr>
            <p:spPr>
              <a:xfrm>
                <a:off x="9370771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" name="shoe"/>
              <p:cNvSpPr/>
              <p:nvPr/>
            </p:nvSpPr>
            <p:spPr>
              <a:xfrm>
                <a:off x="9465868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" name="shirt"/>
              <p:cNvSpPr/>
              <p:nvPr/>
            </p:nvSpPr>
            <p:spPr>
              <a:xfrm>
                <a:off x="9381744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970" name="neck"/>
              <p:cNvSpPr/>
              <p:nvPr/>
            </p:nvSpPr>
            <p:spPr>
              <a:xfrm>
                <a:off x="9436607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" name="head"/>
              <p:cNvSpPr/>
              <p:nvPr/>
            </p:nvSpPr>
            <p:spPr>
              <a:xfrm>
                <a:off x="9390888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" name="hair"/>
              <p:cNvSpPr/>
              <p:nvPr/>
            </p:nvSpPr>
            <p:spPr>
              <a:xfrm rot="16200000">
                <a:off x="9427463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" name="headband"/>
              <p:cNvSpPr/>
              <p:nvPr/>
            </p:nvSpPr>
            <p:spPr>
              <a:xfrm>
                <a:off x="9392716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" name="eye"/>
              <p:cNvSpPr/>
              <p:nvPr/>
            </p:nvSpPr>
            <p:spPr>
              <a:xfrm>
                <a:off x="942380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" name="eye"/>
              <p:cNvSpPr/>
              <p:nvPr/>
            </p:nvSpPr>
            <p:spPr>
              <a:xfrm>
                <a:off x="947501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" name="smile"/>
              <p:cNvSpPr/>
              <p:nvPr/>
            </p:nvSpPr>
            <p:spPr>
              <a:xfrm>
                <a:off x="9429292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77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751161" y="1944014"/>
              <a:ext cx="212140" cy="607162"/>
              <a:chOff x="9751161" y="1944014"/>
              <a:chExt cx="212140" cy="607162"/>
            </a:xfrm>
          </p:grpSpPr>
          <p:sp>
            <p:nvSpPr>
              <p:cNvPr id="978" name="arm"/>
              <p:cNvSpPr/>
              <p:nvPr/>
            </p:nvSpPr>
            <p:spPr>
              <a:xfrm>
                <a:off x="9751161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" name="arm"/>
              <p:cNvSpPr/>
              <p:nvPr/>
            </p:nvSpPr>
            <p:spPr>
              <a:xfrm>
                <a:off x="9923068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" name="leg"/>
              <p:cNvSpPr/>
              <p:nvPr/>
            </p:nvSpPr>
            <p:spPr>
              <a:xfrm>
                <a:off x="9802368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" name="leg"/>
              <p:cNvSpPr/>
              <p:nvPr/>
            </p:nvSpPr>
            <p:spPr>
              <a:xfrm>
                <a:off x="9864547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" name="shorts"/>
              <p:cNvSpPr/>
              <p:nvPr/>
            </p:nvSpPr>
            <p:spPr>
              <a:xfrm>
                <a:off x="9787737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" name="shoe"/>
              <p:cNvSpPr/>
              <p:nvPr/>
            </p:nvSpPr>
            <p:spPr>
              <a:xfrm>
                <a:off x="9773107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" name="shoe"/>
              <p:cNvSpPr/>
              <p:nvPr/>
            </p:nvSpPr>
            <p:spPr>
              <a:xfrm>
                <a:off x="9868204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" name="shirt"/>
              <p:cNvSpPr/>
              <p:nvPr/>
            </p:nvSpPr>
            <p:spPr>
              <a:xfrm>
                <a:off x="9784080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986" name="neck"/>
              <p:cNvSpPr/>
              <p:nvPr/>
            </p:nvSpPr>
            <p:spPr>
              <a:xfrm>
                <a:off x="9838944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" name="head"/>
              <p:cNvSpPr/>
              <p:nvPr/>
            </p:nvSpPr>
            <p:spPr>
              <a:xfrm>
                <a:off x="9793224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" name="hair"/>
              <p:cNvSpPr/>
              <p:nvPr/>
            </p:nvSpPr>
            <p:spPr>
              <a:xfrm rot="16200000">
                <a:off x="9829800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" name="headband"/>
              <p:cNvSpPr/>
              <p:nvPr/>
            </p:nvSpPr>
            <p:spPr>
              <a:xfrm>
                <a:off x="9795052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" name="eye"/>
              <p:cNvSpPr/>
              <p:nvPr/>
            </p:nvSpPr>
            <p:spPr>
              <a:xfrm>
                <a:off x="982614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" name="eye"/>
              <p:cNvSpPr/>
              <p:nvPr/>
            </p:nvSpPr>
            <p:spPr>
              <a:xfrm>
                <a:off x="9877348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" name="smile"/>
              <p:cNvSpPr/>
              <p:nvPr/>
            </p:nvSpPr>
            <p:spPr>
              <a:xfrm>
                <a:off x="9831628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93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10153497" y="1944014"/>
              <a:ext cx="212140" cy="607162"/>
              <a:chOff x="10153497" y="1944014"/>
              <a:chExt cx="212140" cy="607162"/>
            </a:xfrm>
          </p:grpSpPr>
          <p:sp>
            <p:nvSpPr>
              <p:cNvPr id="994" name="arm"/>
              <p:cNvSpPr/>
              <p:nvPr/>
            </p:nvSpPr>
            <p:spPr>
              <a:xfrm>
                <a:off x="10153497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" name="arm"/>
              <p:cNvSpPr/>
              <p:nvPr/>
            </p:nvSpPr>
            <p:spPr>
              <a:xfrm>
                <a:off x="10325404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" name="leg"/>
              <p:cNvSpPr/>
              <p:nvPr/>
            </p:nvSpPr>
            <p:spPr>
              <a:xfrm>
                <a:off x="10204704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" name="leg"/>
              <p:cNvSpPr/>
              <p:nvPr/>
            </p:nvSpPr>
            <p:spPr>
              <a:xfrm>
                <a:off x="10266883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" name="shorts"/>
              <p:cNvSpPr/>
              <p:nvPr/>
            </p:nvSpPr>
            <p:spPr>
              <a:xfrm>
                <a:off x="10190073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" name="shoe"/>
              <p:cNvSpPr/>
              <p:nvPr/>
            </p:nvSpPr>
            <p:spPr>
              <a:xfrm>
                <a:off x="10175443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" name="shoe"/>
              <p:cNvSpPr/>
              <p:nvPr/>
            </p:nvSpPr>
            <p:spPr>
              <a:xfrm>
                <a:off x="10270540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" name="shirt"/>
              <p:cNvSpPr/>
              <p:nvPr/>
            </p:nvSpPr>
            <p:spPr>
              <a:xfrm>
                <a:off x="10186416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002" name="neck"/>
              <p:cNvSpPr/>
              <p:nvPr/>
            </p:nvSpPr>
            <p:spPr>
              <a:xfrm>
                <a:off x="10241280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" name="head"/>
              <p:cNvSpPr/>
              <p:nvPr/>
            </p:nvSpPr>
            <p:spPr>
              <a:xfrm>
                <a:off x="10195560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" name="hair"/>
              <p:cNvSpPr/>
              <p:nvPr/>
            </p:nvSpPr>
            <p:spPr>
              <a:xfrm rot="16200000">
                <a:off x="10232136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" name="headband"/>
              <p:cNvSpPr/>
              <p:nvPr/>
            </p:nvSpPr>
            <p:spPr>
              <a:xfrm>
                <a:off x="10197388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" name="eye"/>
              <p:cNvSpPr/>
              <p:nvPr/>
            </p:nvSpPr>
            <p:spPr>
              <a:xfrm>
                <a:off x="10228478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" name="eye"/>
              <p:cNvSpPr/>
              <p:nvPr/>
            </p:nvSpPr>
            <p:spPr>
              <a:xfrm>
                <a:off x="1027968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" name="smile"/>
              <p:cNvSpPr/>
              <p:nvPr/>
            </p:nvSpPr>
            <p:spPr>
              <a:xfrm>
                <a:off x="10233964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009" name="Control group box"/>
          <p:cNvSpPr/>
          <p:nvPr/>
        </p:nvSpPr>
        <p:spPr>
          <a:xfrm>
            <a:off x="6309360" y="3063240"/>
            <a:ext cx="4343400" cy="182880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TextBox 1009"/>
          <p:cNvSpPr txBox="1"/>
          <p:nvPr/>
        </p:nvSpPr>
        <p:spPr>
          <a:xfrm>
            <a:off x="6446520" y="31363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Control (no exercise): 20 students</a:t>
            </a:r>
          </a:p>
        </p:txBody>
      </p:sp>
      <p:grpSp>
        <p:nvGrpSpPr>
          <p:cNvPr id="1011" name="Control group" descr="Control group: 20 figures in light blue T-shirts."/>
          <p:cNvGrpSpPr/>
          <p:nvPr/>
        </p:nvGrpSpPr>
        <p:grpSpPr>
          <a:xfrm>
            <a:off x="6525158" y="3434486"/>
            <a:ext cx="3847795" cy="1311250"/>
            <a:chOff x="6525158" y="3434486"/>
            <a:chExt cx="3847795" cy="1311250"/>
          </a:xfrm>
        </p:grpSpPr>
        <p:grpSp>
          <p:nvGrpSpPr>
            <p:cNvPr id="101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525158" y="3434486"/>
              <a:ext cx="226771" cy="607162"/>
              <a:chOff x="6525158" y="3434486"/>
              <a:chExt cx="226771" cy="607162"/>
            </a:xfrm>
          </p:grpSpPr>
          <p:sp>
            <p:nvSpPr>
              <p:cNvPr id="1013" name="arm"/>
              <p:cNvSpPr/>
              <p:nvPr/>
            </p:nvSpPr>
            <p:spPr>
              <a:xfrm>
                <a:off x="6532473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" name="arm"/>
              <p:cNvSpPr/>
              <p:nvPr/>
            </p:nvSpPr>
            <p:spPr>
              <a:xfrm>
                <a:off x="6704380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" name="pant leg"/>
              <p:cNvSpPr/>
              <p:nvPr/>
            </p:nvSpPr>
            <p:spPr>
              <a:xfrm>
                <a:off x="6572707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" name="pant leg"/>
              <p:cNvSpPr/>
              <p:nvPr/>
            </p:nvSpPr>
            <p:spPr>
              <a:xfrm>
                <a:off x="6642201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" name="hips"/>
              <p:cNvSpPr/>
              <p:nvPr/>
            </p:nvSpPr>
            <p:spPr>
              <a:xfrm>
                <a:off x="6572707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" name="shoe"/>
              <p:cNvSpPr/>
              <p:nvPr/>
            </p:nvSpPr>
            <p:spPr>
              <a:xfrm>
                <a:off x="6554419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" name="shoe"/>
              <p:cNvSpPr/>
              <p:nvPr/>
            </p:nvSpPr>
            <p:spPr>
              <a:xfrm>
                <a:off x="6649516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" name="shirt"/>
              <p:cNvSpPr/>
              <p:nvPr/>
            </p:nvSpPr>
            <p:spPr>
              <a:xfrm>
                <a:off x="6565392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" name="sleeve"/>
              <p:cNvSpPr/>
              <p:nvPr/>
            </p:nvSpPr>
            <p:spPr>
              <a:xfrm>
                <a:off x="6525158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" name="sleeve"/>
              <p:cNvSpPr/>
              <p:nvPr/>
            </p:nvSpPr>
            <p:spPr>
              <a:xfrm>
                <a:off x="6697065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" name="neck"/>
              <p:cNvSpPr/>
              <p:nvPr/>
            </p:nvSpPr>
            <p:spPr>
              <a:xfrm>
                <a:off x="6620256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" name="head"/>
              <p:cNvSpPr/>
              <p:nvPr/>
            </p:nvSpPr>
            <p:spPr>
              <a:xfrm>
                <a:off x="6574536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" name="hair"/>
              <p:cNvSpPr/>
              <p:nvPr/>
            </p:nvSpPr>
            <p:spPr>
              <a:xfrm rot="16200000">
                <a:off x="6611112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" name="eye"/>
              <p:cNvSpPr/>
              <p:nvPr/>
            </p:nvSpPr>
            <p:spPr>
              <a:xfrm>
                <a:off x="6607454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" name="eye"/>
              <p:cNvSpPr/>
              <p:nvPr/>
            </p:nvSpPr>
            <p:spPr>
              <a:xfrm>
                <a:off x="6658660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" name="smile"/>
              <p:cNvSpPr/>
              <p:nvPr/>
            </p:nvSpPr>
            <p:spPr>
              <a:xfrm>
                <a:off x="6612940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2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927494" y="3434486"/>
              <a:ext cx="226771" cy="607162"/>
              <a:chOff x="6927494" y="3434486"/>
              <a:chExt cx="226771" cy="607162"/>
            </a:xfrm>
          </p:grpSpPr>
          <p:sp>
            <p:nvSpPr>
              <p:cNvPr id="1030" name="arm"/>
              <p:cNvSpPr/>
              <p:nvPr/>
            </p:nvSpPr>
            <p:spPr>
              <a:xfrm>
                <a:off x="6934809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" name="arm"/>
              <p:cNvSpPr/>
              <p:nvPr/>
            </p:nvSpPr>
            <p:spPr>
              <a:xfrm>
                <a:off x="7106716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" name="pant leg"/>
              <p:cNvSpPr/>
              <p:nvPr/>
            </p:nvSpPr>
            <p:spPr>
              <a:xfrm>
                <a:off x="6975043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" name="pant leg"/>
              <p:cNvSpPr/>
              <p:nvPr/>
            </p:nvSpPr>
            <p:spPr>
              <a:xfrm>
                <a:off x="7044537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" name="hips"/>
              <p:cNvSpPr/>
              <p:nvPr/>
            </p:nvSpPr>
            <p:spPr>
              <a:xfrm>
                <a:off x="6975043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" name="shoe"/>
              <p:cNvSpPr/>
              <p:nvPr/>
            </p:nvSpPr>
            <p:spPr>
              <a:xfrm>
                <a:off x="6956755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" name="shoe"/>
              <p:cNvSpPr/>
              <p:nvPr/>
            </p:nvSpPr>
            <p:spPr>
              <a:xfrm>
                <a:off x="7051852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" name="shirt"/>
              <p:cNvSpPr/>
              <p:nvPr/>
            </p:nvSpPr>
            <p:spPr>
              <a:xfrm>
                <a:off x="6967728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" name="sleeve"/>
              <p:cNvSpPr/>
              <p:nvPr/>
            </p:nvSpPr>
            <p:spPr>
              <a:xfrm>
                <a:off x="6927494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" name="sleeve"/>
              <p:cNvSpPr/>
              <p:nvPr/>
            </p:nvSpPr>
            <p:spPr>
              <a:xfrm>
                <a:off x="7099401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" name="neck"/>
              <p:cNvSpPr/>
              <p:nvPr/>
            </p:nvSpPr>
            <p:spPr>
              <a:xfrm>
                <a:off x="7022592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" name="head"/>
              <p:cNvSpPr/>
              <p:nvPr/>
            </p:nvSpPr>
            <p:spPr>
              <a:xfrm>
                <a:off x="6976872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" name="hair"/>
              <p:cNvSpPr/>
              <p:nvPr/>
            </p:nvSpPr>
            <p:spPr>
              <a:xfrm rot="16200000">
                <a:off x="7013448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" name="eye"/>
              <p:cNvSpPr/>
              <p:nvPr/>
            </p:nvSpPr>
            <p:spPr>
              <a:xfrm>
                <a:off x="7009790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" name="eye"/>
              <p:cNvSpPr/>
              <p:nvPr/>
            </p:nvSpPr>
            <p:spPr>
              <a:xfrm>
                <a:off x="7060996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" name="smile"/>
              <p:cNvSpPr/>
              <p:nvPr/>
            </p:nvSpPr>
            <p:spPr>
              <a:xfrm>
                <a:off x="7015276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4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7329830" y="3434486"/>
              <a:ext cx="226771" cy="607162"/>
              <a:chOff x="7329830" y="3434486"/>
              <a:chExt cx="226771" cy="607162"/>
            </a:xfrm>
          </p:grpSpPr>
          <p:sp>
            <p:nvSpPr>
              <p:cNvPr id="1047" name="arm"/>
              <p:cNvSpPr/>
              <p:nvPr/>
            </p:nvSpPr>
            <p:spPr>
              <a:xfrm>
                <a:off x="7337145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" name="arm"/>
              <p:cNvSpPr/>
              <p:nvPr/>
            </p:nvSpPr>
            <p:spPr>
              <a:xfrm>
                <a:off x="7509052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" name="pant leg"/>
              <p:cNvSpPr/>
              <p:nvPr/>
            </p:nvSpPr>
            <p:spPr>
              <a:xfrm>
                <a:off x="7377379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" name="pant leg"/>
              <p:cNvSpPr/>
              <p:nvPr/>
            </p:nvSpPr>
            <p:spPr>
              <a:xfrm>
                <a:off x="7446873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" name="hips"/>
              <p:cNvSpPr/>
              <p:nvPr/>
            </p:nvSpPr>
            <p:spPr>
              <a:xfrm>
                <a:off x="7377379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" name="shoe"/>
              <p:cNvSpPr/>
              <p:nvPr/>
            </p:nvSpPr>
            <p:spPr>
              <a:xfrm>
                <a:off x="7359091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" name="shoe"/>
              <p:cNvSpPr/>
              <p:nvPr/>
            </p:nvSpPr>
            <p:spPr>
              <a:xfrm>
                <a:off x="7454188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" name="shirt"/>
              <p:cNvSpPr/>
              <p:nvPr/>
            </p:nvSpPr>
            <p:spPr>
              <a:xfrm>
                <a:off x="7370064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" name="sleeve"/>
              <p:cNvSpPr/>
              <p:nvPr/>
            </p:nvSpPr>
            <p:spPr>
              <a:xfrm>
                <a:off x="7329830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" name="sleeve"/>
              <p:cNvSpPr/>
              <p:nvPr/>
            </p:nvSpPr>
            <p:spPr>
              <a:xfrm>
                <a:off x="7501737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" name="neck"/>
              <p:cNvSpPr/>
              <p:nvPr/>
            </p:nvSpPr>
            <p:spPr>
              <a:xfrm>
                <a:off x="7424927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" name="head"/>
              <p:cNvSpPr/>
              <p:nvPr/>
            </p:nvSpPr>
            <p:spPr>
              <a:xfrm>
                <a:off x="7379208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" name="hair"/>
              <p:cNvSpPr/>
              <p:nvPr/>
            </p:nvSpPr>
            <p:spPr>
              <a:xfrm rot="16200000">
                <a:off x="7415783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" name="eye"/>
              <p:cNvSpPr/>
              <p:nvPr/>
            </p:nvSpPr>
            <p:spPr>
              <a:xfrm>
                <a:off x="7412126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" name="eye"/>
              <p:cNvSpPr/>
              <p:nvPr/>
            </p:nvSpPr>
            <p:spPr>
              <a:xfrm>
                <a:off x="7463332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" name="smile"/>
              <p:cNvSpPr/>
              <p:nvPr/>
            </p:nvSpPr>
            <p:spPr>
              <a:xfrm>
                <a:off x="7417612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6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7732166" y="3434486"/>
              <a:ext cx="226771" cy="607162"/>
              <a:chOff x="7732166" y="3434486"/>
              <a:chExt cx="226771" cy="607162"/>
            </a:xfrm>
          </p:grpSpPr>
          <p:sp>
            <p:nvSpPr>
              <p:cNvPr id="1064" name="arm"/>
              <p:cNvSpPr/>
              <p:nvPr/>
            </p:nvSpPr>
            <p:spPr>
              <a:xfrm>
                <a:off x="7739481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" name="arm"/>
              <p:cNvSpPr/>
              <p:nvPr/>
            </p:nvSpPr>
            <p:spPr>
              <a:xfrm>
                <a:off x="7911388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" name="pant leg"/>
              <p:cNvSpPr/>
              <p:nvPr/>
            </p:nvSpPr>
            <p:spPr>
              <a:xfrm>
                <a:off x="7779715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" name="pant leg"/>
              <p:cNvSpPr/>
              <p:nvPr/>
            </p:nvSpPr>
            <p:spPr>
              <a:xfrm>
                <a:off x="7849209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" name="hips"/>
              <p:cNvSpPr/>
              <p:nvPr/>
            </p:nvSpPr>
            <p:spPr>
              <a:xfrm>
                <a:off x="7779715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" name="shoe"/>
              <p:cNvSpPr/>
              <p:nvPr/>
            </p:nvSpPr>
            <p:spPr>
              <a:xfrm>
                <a:off x="7761427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" name="shoe"/>
              <p:cNvSpPr/>
              <p:nvPr/>
            </p:nvSpPr>
            <p:spPr>
              <a:xfrm>
                <a:off x="7856524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" name="shirt"/>
              <p:cNvSpPr/>
              <p:nvPr/>
            </p:nvSpPr>
            <p:spPr>
              <a:xfrm>
                <a:off x="7772400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" name="sleeve"/>
              <p:cNvSpPr/>
              <p:nvPr/>
            </p:nvSpPr>
            <p:spPr>
              <a:xfrm>
                <a:off x="7732166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" name="sleeve"/>
              <p:cNvSpPr/>
              <p:nvPr/>
            </p:nvSpPr>
            <p:spPr>
              <a:xfrm>
                <a:off x="7904073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" name="neck"/>
              <p:cNvSpPr/>
              <p:nvPr/>
            </p:nvSpPr>
            <p:spPr>
              <a:xfrm>
                <a:off x="7827263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" name="head"/>
              <p:cNvSpPr/>
              <p:nvPr/>
            </p:nvSpPr>
            <p:spPr>
              <a:xfrm>
                <a:off x="7781544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" name="hair"/>
              <p:cNvSpPr/>
              <p:nvPr/>
            </p:nvSpPr>
            <p:spPr>
              <a:xfrm rot="16200000">
                <a:off x="7818119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" name="eye"/>
              <p:cNvSpPr/>
              <p:nvPr/>
            </p:nvSpPr>
            <p:spPr>
              <a:xfrm>
                <a:off x="7814462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" name="eye"/>
              <p:cNvSpPr/>
              <p:nvPr/>
            </p:nvSpPr>
            <p:spPr>
              <a:xfrm>
                <a:off x="7865668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" name="smile"/>
              <p:cNvSpPr/>
              <p:nvPr/>
            </p:nvSpPr>
            <p:spPr>
              <a:xfrm>
                <a:off x="7819948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8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34502" y="3434486"/>
              <a:ext cx="226771" cy="607162"/>
              <a:chOff x="8134502" y="3434486"/>
              <a:chExt cx="226771" cy="607162"/>
            </a:xfrm>
          </p:grpSpPr>
          <p:sp>
            <p:nvSpPr>
              <p:cNvPr id="1081" name="arm"/>
              <p:cNvSpPr/>
              <p:nvPr/>
            </p:nvSpPr>
            <p:spPr>
              <a:xfrm>
                <a:off x="8141817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" name="arm"/>
              <p:cNvSpPr/>
              <p:nvPr/>
            </p:nvSpPr>
            <p:spPr>
              <a:xfrm>
                <a:off x="8313724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" name="pant leg"/>
              <p:cNvSpPr/>
              <p:nvPr/>
            </p:nvSpPr>
            <p:spPr>
              <a:xfrm>
                <a:off x="8182051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" name="pant leg"/>
              <p:cNvSpPr/>
              <p:nvPr/>
            </p:nvSpPr>
            <p:spPr>
              <a:xfrm>
                <a:off x="8251545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" name="hips"/>
              <p:cNvSpPr/>
              <p:nvPr/>
            </p:nvSpPr>
            <p:spPr>
              <a:xfrm>
                <a:off x="8182051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" name="shoe"/>
              <p:cNvSpPr/>
              <p:nvPr/>
            </p:nvSpPr>
            <p:spPr>
              <a:xfrm>
                <a:off x="8163763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" name="shoe"/>
              <p:cNvSpPr/>
              <p:nvPr/>
            </p:nvSpPr>
            <p:spPr>
              <a:xfrm>
                <a:off x="8258860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" name="shirt"/>
              <p:cNvSpPr/>
              <p:nvPr/>
            </p:nvSpPr>
            <p:spPr>
              <a:xfrm>
                <a:off x="8174736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" name="sleeve"/>
              <p:cNvSpPr/>
              <p:nvPr/>
            </p:nvSpPr>
            <p:spPr>
              <a:xfrm>
                <a:off x="8134502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" name="sleeve"/>
              <p:cNvSpPr/>
              <p:nvPr/>
            </p:nvSpPr>
            <p:spPr>
              <a:xfrm>
                <a:off x="8306409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" name="neck"/>
              <p:cNvSpPr/>
              <p:nvPr/>
            </p:nvSpPr>
            <p:spPr>
              <a:xfrm>
                <a:off x="8229600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" name="head"/>
              <p:cNvSpPr/>
              <p:nvPr/>
            </p:nvSpPr>
            <p:spPr>
              <a:xfrm>
                <a:off x="8183880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" name="hair"/>
              <p:cNvSpPr/>
              <p:nvPr/>
            </p:nvSpPr>
            <p:spPr>
              <a:xfrm rot="16200000">
                <a:off x="8220456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" name="eye"/>
              <p:cNvSpPr/>
              <p:nvPr/>
            </p:nvSpPr>
            <p:spPr>
              <a:xfrm>
                <a:off x="8216798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" name="eye"/>
              <p:cNvSpPr/>
              <p:nvPr/>
            </p:nvSpPr>
            <p:spPr>
              <a:xfrm>
                <a:off x="8268004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" name="smile"/>
              <p:cNvSpPr/>
              <p:nvPr/>
            </p:nvSpPr>
            <p:spPr>
              <a:xfrm>
                <a:off x="8222284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9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536838" y="3434486"/>
              <a:ext cx="226771" cy="607162"/>
              <a:chOff x="8536838" y="3434486"/>
              <a:chExt cx="226771" cy="607162"/>
            </a:xfrm>
          </p:grpSpPr>
          <p:sp>
            <p:nvSpPr>
              <p:cNvPr id="1098" name="arm"/>
              <p:cNvSpPr/>
              <p:nvPr/>
            </p:nvSpPr>
            <p:spPr>
              <a:xfrm>
                <a:off x="8544153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" name="arm"/>
              <p:cNvSpPr/>
              <p:nvPr/>
            </p:nvSpPr>
            <p:spPr>
              <a:xfrm>
                <a:off x="8716060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" name="pant leg"/>
              <p:cNvSpPr/>
              <p:nvPr/>
            </p:nvSpPr>
            <p:spPr>
              <a:xfrm>
                <a:off x="8584387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" name="pant leg"/>
              <p:cNvSpPr/>
              <p:nvPr/>
            </p:nvSpPr>
            <p:spPr>
              <a:xfrm>
                <a:off x="8653881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" name="hips"/>
              <p:cNvSpPr/>
              <p:nvPr/>
            </p:nvSpPr>
            <p:spPr>
              <a:xfrm>
                <a:off x="8584387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" name="shoe"/>
              <p:cNvSpPr/>
              <p:nvPr/>
            </p:nvSpPr>
            <p:spPr>
              <a:xfrm>
                <a:off x="8566099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" name="shoe"/>
              <p:cNvSpPr/>
              <p:nvPr/>
            </p:nvSpPr>
            <p:spPr>
              <a:xfrm>
                <a:off x="8661196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" name="shirt"/>
              <p:cNvSpPr/>
              <p:nvPr/>
            </p:nvSpPr>
            <p:spPr>
              <a:xfrm>
                <a:off x="8577072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" name="sleeve"/>
              <p:cNvSpPr/>
              <p:nvPr/>
            </p:nvSpPr>
            <p:spPr>
              <a:xfrm>
                <a:off x="8536838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" name="sleeve"/>
              <p:cNvSpPr/>
              <p:nvPr/>
            </p:nvSpPr>
            <p:spPr>
              <a:xfrm>
                <a:off x="8708745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" name="neck"/>
              <p:cNvSpPr/>
              <p:nvPr/>
            </p:nvSpPr>
            <p:spPr>
              <a:xfrm>
                <a:off x="8631936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" name="head"/>
              <p:cNvSpPr/>
              <p:nvPr/>
            </p:nvSpPr>
            <p:spPr>
              <a:xfrm>
                <a:off x="8586216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" name="hair"/>
              <p:cNvSpPr/>
              <p:nvPr/>
            </p:nvSpPr>
            <p:spPr>
              <a:xfrm rot="16200000">
                <a:off x="8622792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" name="eye"/>
              <p:cNvSpPr/>
              <p:nvPr/>
            </p:nvSpPr>
            <p:spPr>
              <a:xfrm>
                <a:off x="8619134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" name="eye"/>
              <p:cNvSpPr/>
              <p:nvPr/>
            </p:nvSpPr>
            <p:spPr>
              <a:xfrm>
                <a:off x="8670340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" name="smile"/>
              <p:cNvSpPr/>
              <p:nvPr/>
            </p:nvSpPr>
            <p:spPr>
              <a:xfrm>
                <a:off x="8624620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1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939174" y="3434486"/>
              <a:ext cx="226771" cy="607162"/>
              <a:chOff x="8939174" y="3434486"/>
              <a:chExt cx="226771" cy="607162"/>
            </a:xfrm>
          </p:grpSpPr>
          <p:sp>
            <p:nvSpPr>
              <p:cNvPr id="1115" name="arm"/>
              <p:cNvSpPr/>
              <p:nvPr/>
            </p:nvSpPr>
            <p:spPr>
              <a:xfrm>
                <a:off x="8946489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6" name="arm"/>
              <p:cNvSpPr/>
              <p:nvPr/>
            </p:nvSpPr>
            <p:spPr>
              <a:xfrm>
                <a:off x="9118396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7" name="pant leg"/>
              <p:cNvSpPr/>
              <p:nvPr/>
            </p:nvSpPr>
            <p:spPr>
              <a:xfrm>
                <a:off x="8986723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8" name="pant leg"/>
              <p:cNvSpPr/>
              <p:nvPr/>
            </p:nvSpPr>
            <p:spPr>
              <a:xfrm>
                <a:off x="9056217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9" name="hips"/>
              <p:cNvSpPr/>
              <p:nvPr/>
            </p:nvSpPr>
            <p:spPr>
              <a:xfrm>
                <a:off x="8986723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0" name="shoe"/>
              <p:cNvSpPr/>
              <p:nvPr/>
            </p:nvSpPr>
            <p:spPr>
              <a:xfrm>
                <a:off x="8968435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1" name="shoe"/>
              <p:cNvSpPr/>
              <p:nvPr/>
            </p:nvSpPr>
            <p:spPr>
              <a:xfrm>
                <a:off x="9063532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2" name="shirt"/>
              <p:cNvSpPr/>
              <p:nvPr/>
            </p:nvSpPr>
            <p:spPr>
              <a:xfrm>
                <a:off x="8979408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3" name="sleeve"/>
              <p:cNvSpPr/>
              <p:nvPr/>
            </p:nvSpPr>
            <p:spPr>
              <a:xfrm>
                <a:off x="8939174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" name="sleeve"/>
              <p:cNvSpPr/>
              <p:nvPr/>
            </p:nvSpPr>
            <p:spPr>
              <a:xfrm>
                <a:off x="9111081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5" name="neck"/>
              <p:cNvSpPr/>
              <p:nvPr/>
            </p:nvSpPr>
            <p:spPr>
              <a:xfrm>
                <a:off x="9034272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6" name="head"/>
              <p:cNvSpPr/>
              <p:nvPr/>
            </p:nvSpPr>
            <p:spPr>
              <a:xfrm>
                <a:off x="8988552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7" name="hair"/>
              <p:cNvSpPr/>
              <p:nvPr/>
            </p:nvSpPr>
            <p:spPr>
              <a:xfrm rot="16200000">
                <a:off x="9025128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8" name="eye"/>
              <p:cNvSpPr/>
              <p:nvPr/>
            </p:nvSpPr>
            <p:spPr>
              <a:xfrm>
                <a:off x="9021470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9" name="eye"/>
              <p:cNvSpPr/>
              <p:nvPr/>
            </p:nvSpPr>
            <p:spPr>
              <a:xfrm>
                <a:off x="9072676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" name="smile"/>
              <p:cNvSpPr/>
              <p:nvPr/>
            </p:nvSpPr>
            <p:spPr>
              <a:xfrm>
                <a:off x="9026956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3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341510" y="3434486"/>
              <a:ext cx="226771" cy="607162"/>
              <a:chOff x="9341510" y="3434486"/>
              <a:chExt cx="226771" cy="607162"/>
            </a:xfrm>
          </p:grpSpPr>
          <p:sp>
            <p:nvSpPr>
              <p:cNvPr id="1132" name="arm"/>
              <p:cNvSpPr/>
              <p:nvPr/>
            </p:nvSpPr>
            <p:spPr>
              <a:xfrm>
                <a:off x="9348825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3" name="arm"/>
              <p:cNvSpPr/>
              <p:nvPr/>
            </p:nvSpPr>
            <p:spPr>
              <a:xfrm>
                <a:off x="9520732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4" name="pant leg"/>
              <p:cNvSpPr/>
              <p:nvPr/>
            </p:nvSpPr>
            <p:spPr>
              <a:xfrm>
                <a:off x="9389059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5" name="pant leg"/>
              <p:cNvSpPr/>
              <p:nvPr/>
            </p:nvSpPr>
            <p:spPr>
              <a:xfrm>
                <a:off x="9458553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6" name="hips"/>
              <p:cNvSpPr/>
              <p:nvPr/>
            </p:nvSpPr>
            <p:spPr>
              <a:xfrm>
                <a:off x="9389059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7" name="shoe"/>
              <p:cNvSpPr/>
              <p:nvPr/>
            </p:nvSpPr>
            <p:spPr>
              <a:xfrm>
                <a:off x="9370771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8" name="shoe"/>
              <p:cNvSpPr/>
              <p:nvPr/>
            </p:nvSpPr>
            <p:spPr>
              <a:xfrm>
                <a:off x="9465868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9" name="shirt"/>
              <p:cNvSpPr/>
              <p:nvPr/>
            </p:nvSpPr>
            <p:spPr>
              <a:xfrm>
                <a:off x="9381744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0" name="sleeve"/>
              <p:cNvSpPr/>
              <p:nvPr/>
            </p:nvSpPr>
            <p:spPr>
              <a:xfrm>
                <a:off x="9341510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1" name="sleeve"/>
              <p:cNvSpPr/>
              <p:nvPr/>
            </p:nvSpPr>
            <p:spPr>
              <a:xfrm>
                <a:off x="9513417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2" name="neck"/>
              <p:cNvSpPr/>
              <p:nvPr/>
            </p:nvSpPr>
            <p:spPr>
              <a:xfrm>
                <a:off x="9436607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3" name="head"/>
              <p:cNvSpPr/>
              <p:nvPr/>
            </p:nvSpPr>
            <p:spPr>
              <a:xfrm>
                <a:off x="9390888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4" name="hair"/>
              <p:cNvSpPr/>
              <p:nvPr/>
            </p:nvSpPr>
            <p:spPr>
              <a:xfrm rot="16200000">
                <a:off x="9427463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5" name="eye"/>
              <p:cNvSpPr/>
              <p:nvPr/>
            </p:nvSpPr>
            <p:spPr>
              <a:xfrm>
                <a:off x="9423806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6" name="eye"/>
              <p:cNvSpPr/>
              <p:nvPr/>
            </p:nvSpPr>
            <p:spPr>
              <a:xfrm>
                <a:off x="9475012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7" name="smile"/>
              <p:cNvSpPr/>
              <p:nvPr/>
            </p:nvSpPr>
            <p:spPr>
              <a:xfrm>
                <a:off x="9429292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4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743846" y="3434486"/>
              <a:ext cx="226771" cy="607162"/>
              <a:chOff x="9743846" y="3434486"/>
              <a:chExt cx="226771" cy="607162"/>
            </a:xfrm>
          </p:grpSpPr>
          <p:sp>
            <p:nvSpPr>
              <p:cNvPr id="1149" name="arm"/>
              <p:cNvSpPr/>
              <p:nvPr/>
            </p:nvSpPr>
            <p:spPr>
              <a:xfrm>
                <a:off x="9751161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0" name="arm"/>
              <p:cNvSpPr/>
              <p:nvPr/>
            </p:nvSpPr>
            <p:spPr>
              <a:xfrm>
                <a:off x="9923068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1" name="pant leg"/>
              <p:cNvSpPr/>
              <p:nvPr/>
            </p:nvSpPr>
            <p:spPr>
              <a:xfrm>
                <a:off x="9791395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" name="pant leg"/>
              <p:cNvSpPr/>
              <p:nvPr/>
            </p:nvSpPr>
            <p:spPr>
              <a:xfrm>
                <a:off x="9860889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" name="hips"/>
              <p:cNvSpPr/>
              <p:nvPr/>
            </p:nvSpPr>
            <p:spPr>
              <a:xfrm>
                <a:off x="9791395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" name="shoe"/>
              <p:cNvSpPr/>
              <p:nvPr/>
            </p:nvSpPr>
            <p:spPr>
              <a:xfrm>
                <a:off x="9773107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" name="shoe"/>
              <p:cNvSpPr/>
              <p:nvPr/>
            </p:nvSpPr>
            <p:spPr>
              <a:xfrm>
                <a:off x="9868204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" name="shirt"/>
              <p:cNvSpPr/>
              <p:nvPr/>
            </p:nvSpPr>
            <p:spPr>
              <a:xfrm>
                <a:off x="9784080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" name="sleeve"/>
              <p:cNvSpPr/>
              <p:nvPr/>
            </p:nvSpPr>
            <p:spPr>
              <a:xfrm>
                <a:off x="9743846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" name="sleeve"/>
              <p:cNvSpPr/>
              <p:nvPr/>
            </p:nvSpPr>
            <p:spPr>
              <a:xfrm>
                <a:off x="9915753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9" name="neck"/>
              <p:cNvSpPr/>
              <p:nvPr/>
            </p:nvSpPr>
            <p:spPr>
              <a:xfrm>
                <a:off x="9838944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" name="head"/>
              <p:cNvSpPr/>
              <p:nvPr/>
            </p:nvSpPr>
            <p:spPr>
              <a:xfrm>
                <a:off x="9793224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1" name="hair"/>
              <p:cNvSpPr/>
              <p:nvPr/>
            </p:nvSpPr>
            <p:spPr>
              <a:xfrm rot="16200000">
                <a:off x="9829800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2" name="eye"/>
              <p:cNvSpPr/>
              <p:nvPr/>
            </p:nvSpPr>
            <p:spPr>
              <a:xfrm>
                <a:off x="9826142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3" name="eye"/>
              <p:cNvSpPr/>
              <p:nvPr/>
            </p:nvSpPr>
            <p:spPr>
              <a:xfrm>
                <a:off x="9877348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4" name="smile"/>
              <p:cNvSpPr/>
              <p:nvPr/>
            </p:nvSpPr>
            <p:spPr>
              <a:xfrm>
                <a:off x="9831628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6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146182" y="3434486"/>
              <a:ext cx="226771" cy="607162"/>
              <a:chOff x="10146182" y="3434486"/>
              <a:chExt cx="226771" cy="607162"/>
            </a:xfrm>
          </p:grpSpPr>
          <p:sp>
            <p:nvSpPr>
              <p:cNvPr id="1166" name="arm"/>
              <p:cNvSpPr/>
              <p:nvPr/>
            </p:nvSpPr>
            <p:spPr>
              <a:xfrm>
                <a:off x="10153497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" name="arm"/>
              <p:cNvSpPr/>
              <p:nvPr/>
            </p:nvSpPr>
            <p:spPr>
              <a:xfrm>
                <a:off x="10325404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8" name="pant leg"/>
              <p:cNvSpPr/>
              <p:nvPr/>
            </p:nvSpPr>
            <p:spPr>
              <a:xfrm>
                <a:off x="10193731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9" name="pant leg"/>
              <p:cNvSpPr/>
              <p:nvPr/>
            </p:nvSpPr>
            <p:spPr>
              <a:xfrm>
                <a:off x="10263225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0" name="hips"/>
              <p:cNvSpPr/>
              <p:nvPr/>
            </p:nvSpPr>
            <p:spPr>
              <a:xfrm>
                <a:off x="10193731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1" name="shoe"/>
              <p:cNvSpPr/>
              <p:nvPr/>
            </p:nvSpPr>
            <p:spPr>
              <a:xfrm>
                <a:off x="10175443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" name="shoe"/>
              <p:cNvSpPr/>
              <p:nvPr/>
            </p:nvSpPr>
            <p:spPr>
              <a:xfrm>
                <a:off x="10270540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3" name="shirt"/>
              <p:cNvSpPr/>
              <p:nvPr/>
            </p:nvSpPr>
            <p:spPr>
              <a:xfrm>
                <a:off x="10186416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4" name="sleeve"/>
              <p:cNvSpPr/>
              <p:nvPr/>
            </p:nvSpPr>
            <p:spPr>
              <a:xfrm>
                <a:off x="10146182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5" name="sleeve"/>
              <p:cNvSpPr/>
              <p:nvPr/>
            </p:nvSpPr>
            <p:spPr>
              <a:xfrm>
                <a:off x="10318089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6" name="neck"/>
              <p:cNvSpPr/>
              <p:nvPr/>
            </p:nvSpPr>
            <p:spPr>
              <a:xfrm>
                <a:off x="10241280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7" name="head"/>
              <p:cNvSpPr/>
              <p:nvPr/>
            </p:nvSpPr>
            <p:spPr>
              <a:xfrm>
                <a:off x="10195560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8" name="hair"/>
              <p:cNvSpPr/>
              <p:nvPr/>
            </p:nvSpPr>
            <p:spPr>
              <a:xfrm rot="16200000">
                <a:off x="10232136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9" name="eye"/>
              <p:cNvSpPr/>
              <p:nvPr/>
            </p:nvSpPr>
            <p:spPr>
              <a:xfrm>
                <a:off x="10228478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0" name="eye"/>
              <p:cNvSpPr/>
              <p:nvPr/>
            </p:nvSpPr>
            <p:spPr>
              <a:xfrm>
                <a:off x="10279684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1" name="smile"/>
              <p:cNvSpPr/>
              <p:nvPr/>
            </p:nvSpPr>
            <p:spPr>
              <a:xfrm>
                <a:off x="10233964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8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525158" y="4138574"/>
              <a:ext cx="226771" cy="607162"/>
              <a:chOff x="6525158" y="4138574"/>
              <a:chExt cx="226771" cy="607162"/>
            </a:xfrm>
          </p:grpSpPr>
          <p:sp>
            <p:nvSpPr>
              <p:cNvPr id="1183" name="arm"/>
              <p:cNvSpPr/>
              <p:nvPr/>
            </p:nvSpPr>
            <p:spPr>
              <a:xfrm>
                <a:off x="6532473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4" name="arm"/>
              <p:cNvSpPr/>
              <p:nvPr/>
            </p:nvSpPr>
            <p:spPr>
              <a:xfrm>
                <a:off x="6704380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5" name="pant leg"/>
              <p:cNvSpPr/>
              <p:nvPr/>
            </p:nvSpPr>
            <p:spPr>
              <a:xfrm>
                <a:off x="6572707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6" name="pant leg"/>
              <p:cNvSpPr/>
              <p:nvPr/>
            </p:nvSpPr>
            <p:spPr>
              <a:xfrm>
                <a:off x="6642201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7" name="hips"/>
              <p:cNvSpPr/>
              <p:nvPr/>
            </p:nvSpPr>
            <p:spPr>
              <a:xfrm>
                <a:off x="6572707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8" name="shoe"/>
              <p:cNvSpPr/>
              <p:nvPr/>
            </p:nvSpPr>
            <p:spPr>
              <a:xfrm>
                <a:off x="6554419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9" name="shoe"/>
              <p:cNvSpPr/>
              <p:nvPr/>
            </p:nvSpPr>
            <p:spPr>
              <a:xfrm>
                <a:off x="6649516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0" name="shirt"/>
              <p:cNvSpPr/>
              <p:nvPr/>
            </p:nvSpPr>
            <p:spPr>
              <a:xfrm>
                <a:off x="6565392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1" name="sleeve"/>
              <p:cNvSpPr/>
              <p:nvPr/>
            </p:nvSpPr>
            <p:spPr>
              <a:xfrm>
                <a:off x="6525158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2" name="sleeve"/>
              <p:cNvSpPr/>
              <p:nvPr/>
            </p:nvSpPr>
            <p:spPr>
              <a:xfrm>
                <a:off x="6697065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3" name="neck"/>
              <p:cNvSpPr/>
              <p:nvPr/>
            </p:nvSpPr>
            <p:spPr>
              <a:xfrm>
                <a:off x="6620256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4" name="head"/>
              <p:cNvSpPr/>
              <p:nvPr/>
            </p:nvSpPr>
            <p:spPr>
              <a:xfrm>
                <a:off x="6574536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5" name="hair"/>
              <p:cNvSpPr/>
              <p:nvPr/>
            </p:nvSpPr>
            <p:spPr>
              <a:xfrm rot="16200000">
                <a:off x="6611112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6" name="eye"/>
              <p:cNvSpPr/>
              <p:nvPr/>
            </p:nvSpPr>
            <p:spPr>
              <a:xfrm>
                <a:off x="6607454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7" name="eye"/>
              <p:cNvSpPr/>
              <p:nvPr/>
            </p:nvSpPr>
            <p:spPr>
              <a:xfrm>
                <a:off x="6658660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8" name="smile"/>
              <p:cNvSpPr/>
              <p:nvPr/>
            </p:nvSpPr>
            <p:spPr>
              <a:xfrm>
                <a:off x="6612940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9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927494" y="4138574"/>
              <a:ext cx="226771" cy="607162"/>
              <a:chOff x="6927494" y="4138574"/>
              <a:chExt cx="226771" cy="607162"/>
            </a:xfrm>
          </p:grpSpPr>
          <p:sp>
            <p:nvSpPr>
              <p:cNvPr id="1200" name="arm"/>
              <p:cNvSpPr/>
              <p:nvPr/>
            </p:nvSpPr>
            <p:spPr>
              <a:xfrm>
                <a:off x="6934809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1" name="arm"/>
              <p:cNvSpPr/>
              <p:nvPr/>
            </p:nvSpPr>
            <p:spPr>
              <a:xfrm>
                <a:off x="7106716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2" name="pant leg"/>
              <p:cNvSpPr/>
              <p:nvPr/>
            </p:nvSpPr>
            <p:spPr>
              <a:xfrm>
                <a:off x="6975043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3" name="pant leg"/>
              <p:cNvSpPr/>
              <p:nvPr/>
            </p:nvSpPr>
            <p:spPr>
              <a:xfrm>
                <a:off x="7044537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4" name="hips"/>
              <p:cNvSpPr/>
              <p:nvPr/>
            </p:nvSpPr>
            <p:spPr>
              <a:xfrm>
                <a:off x="6975043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5" name="shoe"/>
              <p:cNvSpPr/>
              <p:nvPr/>
            </p:nvSpPr>
            <p:spPr>
              <a:xfrm>
                <a:off x="6956755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6" name="shoe"/>
              <p:cNvSpPr/>
              <p:nvPr/>
            </p:nvSpPr>
            <p:spPr>
              <a:xfrm>
                <a:off x="7051852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7" name="shirt"/>
              <p:cNvSpPr/>
              <p:nvPr/>
            </p:nvSpPr>
            <p:spPr>
              <a:xfrm>
                <a:off x="6967728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8" name="sleeve"/>
              <p:cNvSpPr/>
              <p:nvPr/>
            </p:nvSpPr>
            <p:spPr>
              <a:xfrm>
                <a:off x="6927494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9" name="sleeve"/>
              <p:cNvSpPr/>
              <p:nvPr/>
            </p:nvSpPr>
            <p:spPr>
              <a:xfrm>
                <a:off x="7099401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0" name="neck"/>
              <p:cNvSpPr/>
              <p:nvPr/>
            </p:nvSpPr>
            <p:spPr>
              <a:xfrm>
                <a:off x="7022592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1" name="head"/>
              <p:cNvSpPr/>
              <p:nvPr/>
            </p:nvSpPr>
            <p:spPr>
              <a:xfrm>
                <a:off x="6976872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2" name="hair"/>
              <p:cNvSpPr/>
              <p:nvPr/>
            </p:nvSpPr>
            <p:spPr>
              <a:xfrm rot="16200000">
                <a:off x="7013448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3" name="eye"/>
              <p:cNvSpPr/>
              <p:nvPr/>
            </p:nvSpPr>
            <p:spPr>
              <a:xfrm>
                <a:off x="7009790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4" name="eye"/>
              <p:cNvSpPr/>
              <p:nvPr/>
            </p:nvSpPr>
            <p:spPr>
              <a:xfrm>
                <a:off x="7060996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5" name="smile"/>
              <p:cNvSpPr/>
              <p:nvPr/>
            </p:nvSpPr>
            <p:spPr>
              <a:xfrm>
                <a:off x="7015276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1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7329830" y="4138574"/>
              <a:ext cx="226771" cy="607162"/>
              <a:chOff x="7329830" y="4138574"/>
              <a:chExt cx="226771" cy="607162"/>
            </a:xfrm>
          </p:grpSpPr>
          <p:sp>
            <p:nvSpPr>
              <p:cNvPr id="1217" name="arm"/>
              <p:cNvSpPr/>
              <p:nvPr/>
            </p:nvSpPr>
            <p:spPr>
              <a:xfrm>
                <a:off x="7337145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8" name="arm"/>
              <p:cNvSpPr/>
              <p:nvPr/>
            </p:nvSpPr>
            <p:spPr>
              <a:xfrm>
                <a:off x="7509052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9" name="pant leg"/>
              <p:cNvSpPr/>
              <p:nvPr/>
            </p:nvSpPr>
            <p:spPr>
              <a:xfrm>
                <a:off x="7377379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0" name="pant leg"/>
              <p:cNvSpPr/>
              <p:nvPr/>
            </p:nvSpPr>
            <p:spPr>
              <a:xfrm>
                <a:off x="7446873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1" name="hips"/>
              <p:cNvSpPr/>
              <p:nvPr/>
            </p:nvSpPr>
            <p:spPr>
              <a:xfrm>
                <a:off x="7377379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2" name="shoe"/>
              <p:cNvSpPr/>
              <p:nvPr/>
            </p:nvSpPr>
            <p:spPr>
              <a:xfrm>
                <a:off x="7359091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3" name="shoe"/>
              <p:cNvSpPr/>
              <p:nvPr/>
            </p:nvSpPr>
            <p:spPr>
              <a:xfrm>
                <a:off x="7454188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4" name="shirt"/>
              <p:cNvSpPr/>
              <p:nvPr/>
            </p:nvSpPr>
            <p:spPr>
              <a:xfrm>
                <a:off x="7370064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5" name="sleeve"/>
              <p:cNvSpPr/>
              <p:nvPr/>
            </p:nvSpPr>
            <p:spPr>
              <a:xfrm>
                <a:off x="7329830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6" name="sleeve"/>
              <p:cNvSpPr/>
              <p:nvPr/>
            </p:nvSpPr>
            <p:spPr>
              <a:xfrm>
                <a:off x="7501737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7" name="neck"/>
              <p:cNvSpPr/>
              <p:nvPr/>
            </p:nvSpPr>
            <p:spPr>
              <a:xfrm>
                <a:off x="7424927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8" name="head"/>
              <p:cNvSpPr/>
              <p:nvPr/>
            </p:nvSpPr>
            <p:spPr>
              <a:xfrm>
                <a:off x="7379208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9" name="hair"/>
              <p:cNvSpPr/>
              <p:nvPr/>
            </p:nvSpPr>
            <p:spPr>
              <a:xfrm rot="16200000">
                <a:off x="7415783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0" name="eye"/>
              <p:cNvSpPr/>
              <p:nvPr/>
            </p:nvSpPr>
            <p:spPr>
              <a:xfrm>
                <a:off x="7412126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1" name="eye"/>
              <p:cNvSpPr/>
              <p:nvPr/>
            </p:nvSpPr>
            <p:spPr>
              <a:xfrm>
                <a:off x="7463332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2" name="smile"/>
              <p:cNvSpPr/>
              <p:nvPr/>
            </p:nvSpPr>
            <p:spPr>
              <a:xfrm>
                <a:off x="7417612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3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7732166" y="4138574"/>
              <a:ext cx="226771" cy="607162"/>
              <a:chOff x="7732166" y="4138574"/>
              <a:chExt cx="226771" cy="607162"/>
            </a:xfrm>
          </p:grpSpPr>
          <p:sp>
            <p:nvSpPr>
              <p:cNvPr id="1234" name="arm"/>
              <p:cNvSpPr/>
              <p:nvPr/>
            </p:nvSpPr>
            <p:spPr>
              <a:xfrm>
                <a:off x="7739481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5" name="arm"/>
              <p:cNvSpPr/>
              <p:nvPr/>
            </p:nvSpPr>
            <p:spPr>
              <a:xfrm>
                <a:off x="7911388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6" name="pant leg"/>
              <p:cNvSpPr/>
              <p:nvPr/>
            </p:nvSpPr>
            <p:spPr>
              <a:xfrm>
                <a:off x="7779715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7" name="pant leg"/>
              <p:cNvSpPr/>
              <p:nvPr/>
            </p:nvSpPr>
            <p:spPr>
              <a:xfrm>
                <a:off x="7849209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8" name="hips"/>
              <p:cNvSpPr/>
              <p:nvPr/>
            </p:nvSpPr>
            <p:spPr>
              <a:xfrm>
                <a:off x="7779715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9" name="shoe"/>
              <p:cNvSpPr/>
              <p:nvPr/>
            </p:nvSpPr>
            <p:spPr>
              <a:xfrm>
                <a:off x="7761427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0" name="shoe"/>
              <p:cNvSpPr/>
              <p:nvPr/>
            </p:nvSpPr>
            <p:spPr>
              <a:xfrm>
                <a:off x="7856524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1" name="shirt"/>
              <p:cNvSpPr/>
              <p:nvPr/>
            </p:nvSpPr>
            <p:spPr>
              <a:xfrm>
                <a:off x="7772400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2" name="sleeve"/>
              <p:cNvSpPr/>
              <p:nvPr/>
            </p:nvSpPr>
            <p:spPr>
              <a:xfrm>
                <a:off x="7732166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3" name="sleeve"/>
              <p:cNvSpPr/>
              <p:nvPr/>
            </p:nvSpPr>
            <p:spPr>
              <a:xfrm>
                <a:off x="7904073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4" name="neck"/>
              <p:cNvSpPr/>
              <p:nvPr/>
            </p:nvSpPr>
            <p:spPr>
              <a:xfrm>
                <a:off x="7827263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5" name="head"/>
              <p:cNvSpPr/>
              <p:nvPr/>
            </p:nvSpPr>
            <p:spPr>
              <a:xfrm>
                <a:off x="7781544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6" name="hair"/>
              <p:cNvSpPr/>
              <p:nvPr/>
            </p:nvSpPr>
            <p:spPr>
              <a:xfrm rot="16200000">
                <a:off x="7818119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7" name="eye"/>
              <p:cNvSpPr/>
              <p:nvPr/>
            </p:nvSpPr>
            <p:spPr>
              <a:xfrm>
                <a:off x="7814462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8" name="eye"/>
              <p:cNvSpPr/>
              <p:nvPr/>
            </p:nvSpPr>
            <p:spPr>
              <a:xfrm>
                <a:off x="7865668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9" name="smile"/>
              <p:cNvSpPr/>
              <p:nvPr/>
            </p:nvSpPr>
            <p:spPr>
              <a:xfrm>
                <a:off x="7819948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5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34502" y="4138574"/>
              <a:ext cx="226771" cy="607162"/>
              <a:chOff x="8134502" y="4138574"/>
              <a:chExt cx="226771" cy="607162"/>
            </a:xfrm>
          </p:grpSpPr>
          <p:sp>
            <p:nvSpPr>
              <p:cNvPr id="1251" name="arm"/>
              <p:cNvSpPr/>
              <p:nvPr/>
            </p:nvSpPr>
            <p:spPr>
              <a:xfrm>
                <a:off x="8141817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2" name="arm"/>
              <p:cNvSpPr/>
              <p:nvPr/>
            </p:nvSpPr>
            <p:spPr>
              <a:xfrm>
                <a:off x="8313724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3" name="pant leg"/>
              <p:cNvSpPr/>
              <p:nvPr/>
            </p:nvSpPr>
            <p:spPr>
              <a:xfrm>
                <a:off x="8182051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4" name="pant leg"/>
              <p:cNvSpPr/>
              <p:nvPr/>
            </p:nvSpPr>
            <p:spPr>
              <a:xfrm>
                <a:off x="8251545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5" name="hips"/>
              <p:cNvSpPr/>
              <p:nvPr/>
            </p:nvSpPr>
            <p:spPr>
              <a:xfrm>
                <a:off x="8182051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6" name="shoe"/>
              <p:cNvSpPr/>
              <p:nvPr/>
            </p:nvSpPr>
            <p:spPr>
              <a:xfrm>
                <a:off x="8163763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7" name="shoe"/>
              <p:cNvSpPr/>
              <p:nvPr/>
            </p:nvSpPr>
            <p:spPr>
              <a:xfrm>
                <a:off x="8258860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8" name="shirt"/>
              <p:cNvSpPr/>
              <p:nvPr/>
            </p:nvSpPr>
            <p:spPr>
              <a:xfrm>
                <a:off x="8174736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9" name="sleeve"/>
              <p:cNvSpPr/>
              <p:nvPr/>
            </p:nvSpPr>
            <p:spPr>
              <a:xfrm>
                <a:off x="8134502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0" name="sleeve"/>
              <p:cNvSpPr/>
              <p:nvPr/>
            </p:nvSpPr>
            <p:spPr>
              <a:xfrm>
                <a:off x="8306409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1" name="neck"/>
              <p:cNvSpPr/>
              <p:nvPr/>
            </p:nvSpPr>
            <p:spPr>
              <a:xfrm>
                <a:off x="8229600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2" name="head"/>
              <p:cNvSpPr/>
              <p:nvPr/>
            </p:nvSpPr>
            <p:spPr>
              <a:xfrm>
                <a:off x="8183880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3" name="hair"/>
              <p:cNvSpPr/>
              <p:nvPr/>
            </p:nvSpPr>
            <p:spPr>
              <a:xfrm rot="16200000">
                <a:off x="8220456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4" name="eye"/>
              <p:cNvSpPr/>
              <p:nvPr/>
            </p:nvSpPr>
            <p:spPr>
              <a:xfrm>
                <a:off x="8216798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5" name="eye"/>
              <p:cNvSpPr/>
              <p:nvPr/>
            </p:nvSpPr>
            <p:spPr>
              <a:xfrm>
                <a:off x="8268004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6" name="smile"/>
              <p:cNvSpPr/>
              <p:nvPr/>
            </p:nvSpPr>
            <p:spPr>
              <a:xfrm>
                <a:off x="8222284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6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536838" y="4138574"/>
              <a:ext cx="226771" cy="607162"/>
              <a:chOff x="8536838" y="4138574"/>
              <a:chExt cx="226771" cy="607162"/>
            </a:xfrm>
          </p:grpSpPr>
          <p:sp>
            <p:nvSpPr>
              <p:cNvPr id="1268" name="arm"/>
              <p:cNvSpPr/>
              <p:nvPr/>
            </p:nvSpPr>
            <p:spPr>
              <a:xfrm>
                <a:off x="8544153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9" name="arm"/>
              <p:cNvSpPr/>
              <p:nvPr/>
            </p:nvSpPr>
            <p:spPr>
              <a:xfrm>
                <a:off x="8716060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0" name="pant leg"/>
              <p:cNvSpPr/>
              <p:nvPr/>
            </p:nvSpPr>
            <p:spPr>
              <a:xfrm>
                <a:off x="8584387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1" name="pant leg"/>
              <p:cNvSpPr/>
              <p:nvPr/>
            </p:nvSpPr>
            <p:spPr>
              <a:xfrm>
                <a:off x="8653881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2" name="hips"/>
              <p:cNvSpPr/>
              <p:nvPr/>
            </p:nvSpPr>
            <p:spPr>
              <a:xfrm>
                <a:off x="8584387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3" name="shoe"/>
              <p:cNvSpPr/>
              <p:nvPr/>
            </p:nvSpPr>
            <p:spPr>
              <a:xfrm>
                <a:off x="8566099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4" name="shoe"/>
              <p:cNvSpPr/>
              <p:nvPr/>
            </p:nvSpPr>
            <p:spPr>
              <a:xfrm>
                <a:off x="8661196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5" name="shirt"/>
              <p:cNvSpPr/>
              <p:nvPr/>
            </p:nvSpPr>
            <p:spPr>
              <a:xfrm>
                <a:off x="8577072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6" name="sleeve"/>
              <p:cNvSpPr/>
              <p:nvPr/>
            </p:nvSpPr>
            <p:spPr>
              <a:xfrm>
                <a:off x="8536838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7" name="sleeve"/>
              <p:cNvSpPr/>
              <p:nvPr/>
            </p:nvSpPr>
            <p:spPr>
              <a:xfrm>
                <a:off x="8708745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8" name="neck"/>
              <p:cNvSpPr/>
              <p:nvPr/>
            </p:nvSpPr>
            <p:spPr>
              <a:xfrm>
                <a:off x="8631936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9" name="head"/>
              <p:cNvSpPr/>
              <p:nvPr/>
            </p:nvSpPr>
            <p:spPr>
              <a:xfrm>
                <a:off x="8586216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0" name="hair"/>
              <p:cNvSpPr/>
              <p:nvPr/>
            </p:nvSpPr>
            <p:spPr>
              <a:xfrm rot="16200000">
                <a:off x="8622792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1" name="eye"/>
              <p:cNvSpPr/>
              <p:nvPr/>
            </p:nvSpPr>
            <p:spPr>
              <a:xfrm>
                <a:off x="8619134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2" name="eye"/>
              <p:cNvSpPr/>
              <p:nvPr/>
            </p:nvSpPr>
            <p:spPr>
              <a:xfrm>
                <a:off x="8670340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3" name="smile"/>
              <p:cNvSpPr/>
              <p:nvPr/>
            </p:nvSpPr>
            <p:spPr>
              <a:xfrm>
                <a:off x="8624620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8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939174" y="4138574"/>
              <a:ext cx="226771" cy="607162"/>
              <a:chOff x="8939174" y="4138574"/>
              <a:chExt cx="226771" cy="607162"/>
            </a:xfrm>
          </p:grpSpPr>
          <p:sp>
            <p:nvSpPr>
              <p:cNvPr id="1285" name="arm"/>
              <p:cNvSpPr/>
              <p:nvPr/>
            </p:nvSpPr>
            <p:spPr>
              <a:xfrm>
                <a:off x="8946489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6" name="arm"/>
              <p:cNvSpPr/>
              <p:nvPr/>
            </p:nvSpPr>
            <p:spPr>
              <a:xfrm>
                <a:off x="9118396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7" name="pant leg"/>
              <p:cNvSpPr/>
              <p:nvPr/>
            </p:nvSpPr>
            <p:spPr>
              <a:xfrm>
                <a:off x="8986723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8" name="pant leg"/>
              <p:cNvSpPr/>
              <p:nvPr/>
            </p:nvSpPr>
            <p:spPr>
              <a:xfrm>
                <a:off x="9056217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9" name="hips"/>
              <p:cNvSpPr/>
              <p:nvPr/>
            </p:nvSpPr>
            <p:spPr>
              <a:xfrm>
                <a:off x="8986723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0" name="shoe"/>
              <p:cNvSpPr/>
              <p:nvPr/>
            </p:nvSpPr>
            <p:spPr>
              <a:xfrm>
                <a:off x="8968435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1" name="shoe"/>
              <p:cNvSpPr/>
              <p:nvPr/>
            </p:nvSpPr>
            <p:spPr>
              <a:xfrm>
                <a:off x="9063532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2" name="shirt"/>
              <p:cNvSpPr/>
              <p:nvPr/>
            </p:nvSpPr>
            <p:spPr>
              <a:xfrm>
                <a:off x="8979408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3" name="sleeve"/>
              <p:cNvSpPr/>
              <p:nvPr/>
            </p:nvSpPr>
            <p:spPr>
              <a:xfrm>
                <a:off x="8939174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4" name="sleeve"/>
              <p:cNvSpPr/>
              <p:nvPr/>
            </p:nvSpPr>
            <p:spPr>
              <a:xfrm>
                <a:off x="9111081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5" name="neck"/>
              <p:cNvSpPr/>
              <p:nvPr/>
            </p:nvSpPr>
            <p:spPr>
              <a:xfrm>
                <a:off x="9034272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6" name="head"/>
              <p:cNvSpPr/>
              <p:nvPr/>
            </p:nvSpPr>
            <p:spPr>
              <a:xfrm>
                <a:off x="8988552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7" name="hair"/>
              <p:cNvSpPr/>
              <p:nvPr/>
            </p:nvSpPr>
            <p:spPr>
              <a:xfrm rot="16200000">
                <a:off x="9025128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8" name="eye"/>
              <p:cNvSpPr/>
              <p:nvPr/>
            </p:nvSpPr>
            <p:spPr>
              <a:xfrm>
                <a:off x="9021470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9" name="eye"/>
              <p:cNvSpPr/>
              <p:nvPr/>
            </p:nvSpPr>
            <p:spPr>
              <a:xfrm>
                <a:off x="9072676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0" name="smile"/>
              <p:cNvSpPr/>
              <p:nvPr/>
            </p:nvSpPr>
            <p:spPr>
              <a:xfrm>
                <a:off x="9026956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0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341510" y="4138574"/>
              <a:ext cx="226771" cy="607162"/>
              <a:chOff x="9341510" y="4138574"/>
              <a:chExt cx="226771" cy="607162"/>
            </a:xfrm>
          </p:grpSpPr>
          <p:sp>
            <p:nvSpPr>
              <p:cNvPr id="1302" name="arm"/>
              <p:cNvSpPr/>
              <p:nvPr/>
            </p:nvSpPr>
            <p:spPr>
              <a:xfrm>
                <a:off x="9348825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3" name="arm"/>
              <p:cNvSpPr/>
              <p:nvPr/>
            </p:nvSpPr>
            <p:spPr>
              <a:xfrm>
                <a:off x="9520732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4" name="pant leg"/>
              <p:cNvSpPr/>
              <p:nvPr/>
            </p:nvSpPr>
            <p:spPr>
              <a:xfrm>
                <a:off x="9389059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5" name="pant leg"/>
              <p:cNvSpPr/>
              <p:nvPr/>
            </p:nvSpPr>
            <p:spPr>
              <a:xfrm>
                <a:off x="9458553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6" name="hips"/>
              <p:cNvSpPr/>
              <p:nvPr/>
            </p:nvSpPr>
            <p:spPr>
              <a:xfrm>
                <a:off x="9389059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7" name="shoe"/>
              <p:cNvSpPr/>
              <p:nvPr/>
            </p:nvSpPr>
            <p:spPr>
              <a:xfrm>
                <a:off x="9370771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8" name="shoe"/>
              <p:cNvSpPr/>
              <p:nvPr/>
            </p:nvSpPr>
            <p:spPr>
              <a:xfrm>
                <a:off x="9465868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9" name="shirt"/>
              <p:cNvSpPr/>
              <p:nvPr/>
            </p:nvSpPr>
            <p:spPr>
              <a:xfrm>
                <a:off x="9381744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0" name="sleeve"/>
              <p:cNvSpPr/>
              <p:nvPr/>
            </p:nvSpPr>
            <p:spPr>
              <a:xfrm>
                <a:off x="9341510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1" name="sleeve"/>
              <p:cNvSpPr/>
              <p:nvPr/>
            </p:nvSpPr>
            <p:spPr>
              <a:xfrm>
                <a:off x="9513417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2" name="neck"/>
              <p:cNvSpPr/>
              <p:nvPr/>
            </p:nvSpPr>
            <p:spPr>
              <a:xfrm>
                <a:off x="9436607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3" name="head"/>
              <p:cNvSpPr/>
              <p:nvPr/>
            </p:nvSpPr>
            <p:spPr>
              <a:xfrm>
                <a:off x="9390888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4" name="hair"/>
              <p:cNvSpPr/>
              <p:nvPr/>
            </p:nvSpPr>
            <p:spPr>
              <a:xfrm rot="16200000">
                <a:off x="9427463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5" name="eye"/>
              <p:cNvSpPr/>
              <p:nvPr/>
            </p:nvSpPr>
            <p:spPr>
              <a:xfrm>
                <a:off x="9423806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6" name="eye"/>
              <p:cNvSpPr/>
              <p:nvPr/>
            </p:nvSpPr>
            <p:spPr>
              <a:xfrm>
                <a:off x="9475012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7" name="smile"/>
              <p:cNvSpPr/>
              <p:nvPr/>
            </p:nvSpPr>
            <p:spPr>
              <a:xfrm>
                <a:off x="9429292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1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743846" y="4138574"/>
              <a:ext cx="226771" cy="607162"/>
              <a:chOff x="9743846" y="4138574"/>
              <a:chExt cx="226771" cy="607162"/>
            </a:xfrm>
          </p:grpSpPr>
          <p:sp>
            <p:nvSpPr>
              <p:cNvPr id="1319" name="arm"/>
              <p:cNvSpPr/>
              <p:nvPr/>
            </p:nvSpPr>
            <p:spPr>
              <a:xfrm>
                <a:off x="9751161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0" name="arm"/>
              <p:cNvSpPr/>
              <p:nvPr/>
            </p:nvSpPr>
            <p:spPr>
              <a:xfrm>
                <a:off x="9923068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1" name="pant leg"/>
              <p:cNvSpPr/>
              <p:nvPr/>
            </p:nvSpPr>
            <p:spPr>
              <a:xfrm>
                <a:off x="9791395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2" name="pant leg"/>
              <p:cNvSpPr/>
              <p:nvPr/>
            </p:nvSpPr>
            <p:spPr>
              <a:xfrm>
                <a:off x="9860889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3" name="hips"/>
              <p:cNvSpPr/>
              <p:nvPr/>
            </p:nvSpPr>
            <p:spPr>
              <a:xfrm>
                <a:off x="9791395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4" name="shoe"/>
              <p:cNvSpPr/>
              <p:nvPr/>
            </p:nvSpPr>
            <p:spPr>
              <a:xfrm>
                <a:off x="9773107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5" name="shoe"/>
              <p:cNvSpPr/>
              <p:nvPr/>
            </p:nvSpPr>
            <p:spPr>
              <a:xfrm>
                <a:off x="9868204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6" name="shirt"/>
              <p:cNvSpPr/>
              <p:nvPr/>
            </p:nvSpPr>
            <p:spPr>
              <a:xfrm>
                <a:off x="9784080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7" name="sleeve"/>
              <p:cNvSpPr/>
              <p:nvPr/>
            </p:nvSpPr>
            <p:spPr>
              <a:xfrm>
                <a:off x="9743846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8" name="sleeve"/>
              <p:cNvSpPr/>
              <p:nvPr/>
            </p:nvSpPr>
            <p:spPr>
              <a:xfrm>
                <a:off x="9915753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9" name="neck"/>
              <p:cNvSpPr/>
              <p:nvPr/>
            </p:nvSpPr>
            <p:spPr>
              <a:xfrm>
                <a:off x="9838944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0" name="head"/>
              <p:cNvSpPr/>
              <p:nvPr/>
            </p:nvSpPr>
            <p:spPr>
              <a:xfrm>
                <a:off x="9793224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1" name="hair"/>
              <p:cNvSpPr/>
              <p:nvPr/>
            </p:nvSpPr>
            <p:spPr>
              <a:xfrm rot="16200000">
                <a:off x="9829800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2" name="eye"/>
              <p:cNvSpPr/>
              <p:nvPr/>
            </p:nvSpPr>
            <p:spPr>
              <a:xfrm>
                <a:off x="9826142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3" name="eye"/>
              <p:cNvSpPr/>
              <p:nvPr/>
            </p:nvSpPr>
            <p:spPr>
              <a:xfrm>
                <a:off x="9877348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4" name="smile"/>
              <p:cNvSpPr/>
              <p:nvPr/>
            </p:nvSpPr>
            <p:spPr>
              <a:xfrm>
                <a:off x="9831628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3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146182" y="4138574"/>
              <a:ext cx="226771" cy="607162"/>
              <a:chOff x="10146182" y="4138574"/>
              <a:chExt cx="226771" cy="607162"/>
            </a:xfrm>
          </p:grpSpPr>
          <p:sp>
            <p:nvSpPr>
              <p:cNvPr id="1336" name="arm"/>
              <p:cNvSpPr/>
              <p:nvPr/>
            </p:nvSpPr>
            <p:spPr>
              <a:xfrm>
                <a:off x="10153497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7" name="arm"/>
              <p:cNvSpPr/>
              <p:nvPr/>
            </p:nvSpPr>
            <p:spPr>
              <a:xfrm>
                <a:off x="10325404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8" name="pant leg"/>
              <p:cNvSpPr/>
              <p:nvPr/>
            </p:nvSpPr>
            <p:spPr>
              <a:xfrm>
                <a:off x="10193731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9" name="pant leg"/>
              <p:cNvSpPr/>
              <p:nvPr/>
            </p:nvSpPr>
            <p:spPr>
              <a:xfrm>
                <a:off x="10263225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0" name="hips"/>
              <p:cNvSpPr/>
              <p:nvPr/>
            </p:nvSpPr>
            <p:spPr>
              <a:xfrm>
                <a:off x="10193731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1" name="shoe"/>
              <p:cNvSpPr/>
              <p:nvPr/>
            </p:nvSpPr>
            <p:spPr>
              <a:xfrm>
                <a:off x="10175443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2" name="shoe"/>
              <p:cNvSpPr/>
              <p:nvPr/>
            </p:nvSpPr>
            <p:spPr>
              <a:xfrm>
                <a:off x="10270540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3" name="shirt"/>
              <p:cNvSpPr/>
              <p:nvPr/>
            </p:nvSpPr>
            <p:spPr>
              <a:xfrm>
                <a:off x="10186416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4" name="sleeve"/>
              <p:cNvSpPr/>
              <p:nvPr/>
            </p:nvSpPr>
            <p:spPr>
              <a:xfrm>
                <a:off x="10146182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5" name="sleeve"/>
              <p:cNvSpPr/>
              <p:nvPr/>
            </p:nvSpPr>
            <p:spPr>
              <a:xfrm>
                <a:off x="10318089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6" name="neck"/>
              <p:cNvSpPr/>
              <p:nvPr/>
            </p:nvSpPr>
            <p:spPr>
              <a:xfrm>
                <a:off x="10241280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7" name="head"/>
              <p:cNvSpPr/>
              <p:nvPr/>
            </p:nvSpPr>
            <p:spPr>
              <a:xfrm>
                <a:off x="10195560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8" name="hair"/>
              <p:cNvSpPr/>
              <p:nvPr/>
            </p:nvSpPr>
            <p:spPr>
              <a:xfrm rot="16200000">
                <a:off x="10232136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9" name="eye"/>
              <p:cNvSpPr/>
              <p:nvPr/>
            </p:nvSpPr>
            <p:spPr>
              <a:xfrm>
                <a:off x="10228478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0" name="eye"/>
              <p:cNvSpPr/>
              <p:nvPr/>
            </p:nvSpPr>
            <p:spPr>
              <a:xfrm>
                <a:off x="10279684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1" name="smile"/>
              <p:cNvSpPr/>
              <p:nvPr/>
            </p:nvSpPr>
            <p:spPr>
              <a:xfrm>
                <a:off x="10233964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352" name="Connector 1351"/>
          <p:cNvCxnSpPr/>
          <p:nvPr/>
        </p:nvCxnSpPr>
        <p:spPr>
          <a:xfrm flipV="1">
            <a:off x="4526280" y="1783080"/>
            <a:ext cx="1737360" cy="822960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3" name="Connector 1352"/>
          <p:cNvCxnSpPr/>
          <p:nvPr/>
        </p:nvCxnSpPr>
        <p:spPr>
          <a:xfrm>
            <a:off x="4526280" y="3154680"/>
            <a:ext cx="1737360" cy="822959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4" name="TextBox 1353"/>
          <p:cNvSpPr txBox="1"/>
          <p:nvPr/>
        </p:nvSpPr>
        <p:spPr>
          <a:xfrm>
            <a:off x="1188720" y="5257800"/>
            <a:ext cx="9464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Arial"/>
              </a:rPr>
              <a:t>Crimson workout clothes = assigned to exercise     Blue shirt = assigned to no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rial"/>
              </a:rPr>
              <a:t>Sample of 40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74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rial"/>
              </a:rPr>
              <a:t>1. Create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rial"/>
              </a:rPr>
              <a:t>2. Randomly assign within each block</a:t>
            </a:r>
          </a:p>
        </p:txBody>
      </p:sp>
      <p:sp>
        <p:nvSpPr>
          <p:cNvPr id="5" name="Sample box"/>
          <p:cNvSpPr/>
          <p:nvPr/>
        </p:nvSpPr>
        <p:spPr>
          <a:xfrm>
            <a:off x="320040" y="868680"/>
            <a:ext cx="2834640" cy="452628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Sample - 40 students" descr="40 figures mixed together: 16 in green shirts (STEM) and 24 in blue shirts (non-STEM)."/>
          <p:cNvGrpSpPr/>
          <p:nvPr/>
        </p:nvGrpSpPr>
        <p:grpSpPr>
          <a:xfrm>
            <a:off x="480974" y="1377086"/>
            <a:ext cx="2531059" cy="3460090"/>
            <a:chOff x="480974" y="1377086"/>
            <a:chExt cx="2531059" cy="3460090"/>
          </a:xfrm>
        </p:grpSpPr>
        <p:grpSp>
          <p:nvGrpSpPr>
            <p:cNvPr id="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0974" y="1377086"/>
              <a:ext cx="226771" cy="607162"/>
              <a:chOff x="480974" y="1377086"/>
              <a:chExt cx="226771" cy="607162"/>
            </a:xfrm>
          </p:grpSpPr>
          <p:sp>
            <p:nvSpPr>
              <p:cNvPr id="8" name="arm"/>
              <p:cNvSpPr/>
              <p:nvPr/>
            </p:nvSpPr>
            <p:spPr>
              <a:xfrm>
                <a:off x="488289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arm"/>
              <p:cNvSpPr/>
              <p:nvPr/>
            </p:nvSpPr>
            <p:spPr>
              <a:xfrm>
                <a:off x="660196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pant leg"/>
              <p:cNvSpPr/>
              <p:nvPr/>
            </p:nvSpPr>
            <p:spPr>
              <a:xfrm>
                <a:off x="528523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pant leg"/>
              <p:cNvSpPr/>
              <p:nvPr/>
            </p:nvSpPr>
            <p:spPr>
              <a:xfrm>
                <a:off x="598017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hips"/>
              <p:cNvSpPr/>
              <p:nvPr/>
            </p:nvSpPr>
            <p:spPr>
              <a:xfrm>
                <a:off x="528523" y="17318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shoe"/>
              <p:cNvSpPr/>
              <p:nvPr/>
            </p:nvSpPr>
            <p:spPr>
              <a:xfrm>
                <a:off x="510235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shoe"/>
              <p:cNvSpPr/>
              <p:nvPr/>
            </p:nvSpPr>
            <p:spPr>
              <a:xfrm>
                <a:off x="605332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shirt"/>
              <p:cNvSpPr/>
              <p:nvPr/>
            </p:nvSpPr>
            <p:spPr>
              <a:xfrm>
                <a:off x="521208" y="15563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sleeve"/>
              <p:cNvSpPr/>
              <p:nvPr/>
            </p:nvSpPr>
            <p:spPr>
              <a:xfrm>
                <a:off x="480974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sleeve"/>
              <p:cNvSpPr/>
              <p:nvPr/>
            </p:nvSpPr>
            <p:spPr>
              <a:xfrm>
                <a:off x="652881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neck"/>
              <p:cNvSpPr/>
              <p:nvPr/>
            </p:nvSpPr>
            <p:spPr>
              <a:xfrm>
                <a:off x="576072" y="15307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head"/>
              <p:cNvSpPr/>
              <p:nvPr/>
            </p:nvSpPr>
            <p:spPr>
              <a:xfrm>
                <a:off x="530352" y="14173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hair"/>
              <p:cNvSpPr/>
              <p:nvPr/>
            </p:nvSpPr>
            <p:spPr>
              <a:xfrm rot="16200000">
                <a:off x="566928" y="13770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eye"/>
              <p:cNvSpPr/>
              <p:nvPr/>
            </p:nvSpPr>
            <p:spPr>
              <a:xfrm>
                <a:off x="563270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eye"/>
              <p:cNvSpPr/>
              <p:nvPr/>
            </p:nvSpPr>
            <p:spPr>
              <a:xfrm>
                <a:off x="614476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mile"/>
              <p:cNvSpPr/>
              <p:nvPr/>
            </p:nvSpPr>
            <p:spPr>
              <a:xfrm>
                <a:off x="568756" y="14904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0158" y="1377086"/>
              <a:ext cx="226771" cy="607162"/>
              <a:chOff x="810158" y="1377086"/>
              <a:chExt cx="226771" cy="607162"/>
            </a:xfrm>
          </p:grpSpPr>
          <p:sp>
            <p:nvSpPr>
              <p:cNvPr id="25" name="arm"/>
              <p:cNvSpPr/>
              <p:nvPr/>
            </p:nvSpPr>
            <p:spPr>
              <a:xfrm>
                <a:off x="817473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arm"/>
              <p:cNvSpPr/>
              <p:nvPr/>
            </p:nvSpPr>
            <p:spPr>
              <a:xfrm>
                <a:off x="989380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pant leg"/>
              <p:cNvSpPr/>
              <p:nvPr/>
            </p:nvSpPr>
            <p:spPr>
              <a:xfrm>
                <a:off x="857707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pant leg"/>
              <p:cNvSpPr/>
              <p:nvPr/>
            </p:nvSpPr>
            <p:spPr>
              <a:xfrm>
                <a:off x="927201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hips"/>
              <p:cNvSpPr/>
              <p:nvPr/>
            </p:nvSpPr>
            <p:spPr>
              <a:xfrm>
                <a:off x="857707" y="17318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shoe"/>
              <p:cNvSpPr/>
              <p:nvPr/>
            </p:nvSpPr>
            <p:spPr>
              <a:xfrm>
                <a:off x="839419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shoe"/>
              <p:cNvSpPr/>
              <p:nvPr/>
            </p:nvSpPr>
            <p:spPr>
              <a:xfrm>
                <a:off x="934516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shirt"/>
              <p:cNvSpPr/>
              <p:nvPr/>
            </p:nvSpPr>
            <p:spPr>
              <a:xfrm>
                <a:off x="850392" y="15563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sleeve"/>
              <p:cNvSpPr/>
              <p:nvPr/>
            </p:nvSpPr>
            <p:spPr>
              <a:xfrm>
                <a:off x="810158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sleeve"/>
              <p:cNvSpPr/>
              <p:nvPr/>
            </p:nvSpPr>
            <p:spPr>
              <a:xfrm>
                <a:off x="982065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neck"/>
              <p:cNvSpPr/>
              <p:nvPr/>
            </p:nvSpPr>
            <p:spPr>
              <a:xfrm>
                <a:off x="905256" y="15307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head"/>
              <p:cNvSpPr/>
              <p:nvPr/>
            </p:nvSpPr>
            <p:spPr>
              <a:xfrm>
                <a:off x="859536" y="14173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hair"/>
              <p:cNvSpPr/>
              <p:nvPr/>
            </p:nvSpPr>
            <p:spPr>
              <a:xfrm rot="16200000">
                <a:off x="896112" y="13770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eye"/>
              <p:cNvSpPr/>
              <p:nvPr/>
            </p:nvSpPr>
            <p:spPr>
              <a:xfrm>
                <a:off x="892454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eye"/>
              <p:cNvSpPr/>
              <p:nvPr/>
            </p:nvSpPr>
            <p:spPr>
              <a:xfrm>
                <a:off x="943660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smile"/>
              <p:cNvSpPr/>
              <p:nvPr/>
            </p:nvSpPr>
            <p:spPr>
              <a:xfrm>
                <a:off x="897940" y="14904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9342" y="1377086"/>
              <a:ext cx="226771" cy="607162"/>
              <a:chOff x="1139342" y="1377086"/>
              <a:chExt cx="226771" cy="607162"/>
            </a:xfrm>
          </p:grpSpPr>
          <p:sp>
            <p:nvSpPr>
              <p:cNvPr id="42" name="arm"/>
              <p:cNvSpPr/>
              <p:nvPr/>
            </p:nvSpPr>
            <p:spPr>
              <a:xfrm>
                <a:off x="1146657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arm"/>
              <p:cNvSpPr/>
              <p:nvPr/>
            </p:nvSpPr>
            <p:spPr>
              <a:xfrm>
                <a:off x="1318564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pant leg"/>
              <p:cNvSpPr/>
              <p:nvPr/>
            </p:nvSpPr>
            <p:spPr>
              <a:xfrm>
                <a:off x="1186891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pant leg"/>
              <p:cNvSpPr/>
              <p:nvPr/>
            </p:nvSpPr>
            <p:spPr>
              <a:xfrm>
                <a:off x="1256385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hips"/>
              <p:cNvSpPr/>
              <p:nvPr/>
            </p:nvSpPr>
            <p:spPr>
              <a:xfrm>
                <a:off x="1186891" y="17318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shoe"/>
              <p:cNvSpPr/>
              <p:nvPr/>
            </p:nvSpPr>
            <p:spPr>
              <a:xfrm>
                <a:off x="1168603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shoe"/>
              <p:cNvSpPr/>
              <p:nvPr/>
            </p:nvSpPr>
            <p:spPr>
              <a:xfrm>
                <a:off x="1263700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shirt"/>
              <p:cNvSpPr/>
              <p:nvPr/>
            </p:nvSpPr>
            <p:spPr>
              <a:xfrm>
                <a:off x="1179576" y="15563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sleeve"/>
              <p:cNvSpPr/>
              <p:nvPr/>
            </p:nvSpPr>
            <p:spPr>
              <a:xfrm>
                <a:off x="1139342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sleeve"/>
              <p:cNvSpPr/>
              <p:nvPr/>
            </p:nvSpPr>
            <p:spPr>
              <a:xfrm>
                <a:off x="1311249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neck"/>
              <p:cNvSpPr/>
              <p:nvPr/>
            </p:nvSpPr>
            <p:spPr>
              <a:xfrm>
                <a:off x="1234440" y="15307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head"/>
              <p:cNvSpPr/>
              <p:nvPr/>
            </p:nvSpPr>
            <p:spPr>
              <a:xfrm>
                <a:off x="1188720" y="14173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hair"/>
              <p:cNvSpPr/>
              <p:nvPr/>
            </p:nvSpPr>
            <p:spPr>
              <a:xfrm rot="16200000">
                <a:off x="1225296" y="13770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eye"/>
              <p:cNvSpPr/>
              <p:nvPr/>
            </p:nvSpPr>
            <p:spPr>
              <a:xfrm>
                <a:off x="1221638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eye"/>
              <p:cNvSpPr/>
              <p:nvPr/>
            </p:nvSpPr>
            <p:spPr>
              <a:xfrm>
                <a:off x="1272844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smile"/>
              <p:cNvSpPr/>
              <p:nvPr/>
            </p:nvSpPr>
            <p:spPr>
              <a:xfrm>
                <a:off x="1227124" y="14904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68526" y="1377086"/>
              <a:ext cx="226771" cy="607162"/>
              <a:chOff x="1468526" y="1377086"/>
              <a:chExt cx="226771" cy="607162"/>
            </a:xfrm>
          </p:grpSpPr>
          <p:sp>
            <p:nvSpPr>
              <p:cNvPr id="59" name="arm"/>
              <p:cNvSpPr/>
              <p:nvPr/>
            </p:nvSpPr>
            <p:spPr>
              <a:xfrm>
                <a:off x="1475841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arm"/>
              <p:cNvSpPr/>
              <p:nvPr/>
            </p:nvSpPr>
            <p:spPr>
              <a:xfrm>
                <a:off x="1647748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pant leg"/>
              <p:cNvSpPr/>
              <p:nvPr/>
            </p:nvSpPr>
            <p:spPr>
              <a:xfrm>
                <a:off x="1516075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pant leg"/>
              <p:cNvSpPr/>
              <p:nvPr/>
            </p:nvSpPr>
            <p:spPr>
              <a:xfrm>
                <a:off x="1585569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hips"/>
              <p:cNvSpPr/>
              <p:nvPr/>
            </p:nvSpPr>
            <p:spPr>
              <a:xfrm>
                <a:off x="1516075" y="17318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shoe"/>
              <p:cNvSpPr/>
              <p:nvPr/>
            </p:nvSpPr>
            <p:spPr>
              <a:xfrm>
                <a:off x="1497787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shoe"/>
              <p:cNvSpPr/>
              <p:nvPr/>
            </p:nvSpPr>
            <p:spPr>
              <a:xfrm>
                <a:off x="1592884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shirt"/>
              <p:cNvSpPr/>
              <p:nvPr/>
            </p:nvSpPr>
            <p:spPr>
              <a:xfrm>
                <a:off x="1508760" y="15563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sleeve"/>
              <p:cNvSpPr/>
              <p:nvPr/>
            </p:nvSpPr>
            <p:spPr>
              <a:xfrm>
                <a:off x="1468526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sleeve"/>
              <p:cNvSpPr/>
              <p:nvPr/>
            </p:nvSpPr>
            <p:spPr>
              <a:xfrm>
                <a:off x="1640433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neck"/>
              <p:cNvSpPr/>
              <p:nvPr/>
            </p:nvSpPr>
            <p:spPr>
              <a:xfrm>
                <a:off x="1563624" y="15307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head"/>
              <p:cNvSpPr/>
              <p:nvPr/>
            </p:nvSpPr>
            <p:spPr>
              <a:xfrm>
                <a:off x="1517904" y="14173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hair"/>
              <p:cNvSpPr/>
              <p:nvPr/>
            </p:nvSpPr>
            <p:spPr>
              <a:xfrm rot="16200000">
                <a:off x="1554480" y="13770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eye"/>
              <p:cNvSpPr/>
              <p:nvPr/>
            </p:nvSpPr>
            <p:spPr>
              <a:xfrm>
                <a:off x="1550822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eye"/>
              <p:cNvSpPr/>
              <p:nvPr/>
            </p:nvSpPr>
            <p:spPr>
              <a:xfrm>
                <a:off x="1602028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smile"/>
              <p:cNvSpPr/>
              <p:nvPr/>
            </p:nvSpPr>
            <p:spPr>
              <a:xfrm>
                <a:off x="1556308" y="14904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1377086"/>
              <a:ext cx="226771" cy="607162"/>
              <a:chOff x="1797710" y="1377086"/>
              <a:chExt cx="226771" cy="607162"/>
            </a:xfrm>
          </p:grpSpPr>
          <p:sp>
            <p:nvSpPr>
              <p:cNvPr id="76" name="arm"/>
              <p:cNvSpPr/>
              <p:nvPr/>
            </p:nvSpPr>
            <p:spPr>
              <a:xfrm>
                <a:off x="1805025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arm"/>
              <p:cNvSpPr/>
              <p:nvPr/>
            </p:nvSpPr>
            <p:spPr>
              <a:xfrm>
                <a:off x="1976932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pant leg"/>
              <p:cNvSpPr/>
              <p:nvPr/>
            </p:nvSpPr>
            <p:spPr>
              <a:xfrm>
                <a:off x="1845259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pant leg"/>
              <p:cNvSpPr/>
              <p:nvPr/>
            </p:nvSpPr>
            <p:spPr>
              <a:xfrm>
                <a:off x="1914753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hips"/>
              <p:cNvSpPr/>
              <p:nvPr/>
            </p:nvSpPr>
            <p:spPr>
              <a:xfrm>
                <a:off x="1845259" y="17318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shoe"/>
              <p:cNvSpPr/>
              <p:nvPr/>
            </p:nvSpPr>
            <p:spPr>
              <a:xfrm>
                <a:off x="1826971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shoe"/>
              <p:cNvSpPr/>
              <p:nvPr/>
            </p:nvSpPr>
            <p:spPr>
              <a:xfrm>
                <a:off x="1922068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shirt"/>
              <p:cNvSpPr/>
              <p:nvPr/>
            </p:nvSpPr>
            <p:spPr>
              <a:xfrm>
                <a:off x="1837943" y="15563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sleeve"/>
              <p:cNvSpPr/>
              <p:nvPr/>
            </p:nvSpPr>
            <p:spPr>
              <a:xfrm>
                <a:off x="1797710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sleeve"/>
              <p:cNvSpPr/>
              <p:nvPr/>
            </p:nvSpPr>
            <p:spPr>
              <a:xfrm>
                <a:off x="1969617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neck"/>
              <p:cNvSpPr/>
              <p:nvPr/>
            </p:nvSpPr>
            <p:spPr>
              <a:xfrm>
                <a:off x="1892807" y="15307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head"/>
              <p:cNvSpPr/>
              <p:nvPr/>
            </p:nvSpPr>
            <p:spPr>
              <a:xfrm>
                <a:off x="1847088" y="14173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hair"/>
              <p:cNvSpPr/>
              <p:nvPr/>
            </p:nvSpPr>
            <p:spPr>
              <a:xfrm rot="16200000">
                <a:off x="1883664" y="13770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eye"/>
              <p:cNvSpPr/>
              <p:nvPr/>
            </p:nvSpPr>
            <p:spPr>
              <a:xfrm>
                <a:off x="1880006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eye"/>
              <p:cNvSpPr/>
              <p:nvPr/>
            </p:nvSpPr>
            <p:spPr>
              <a:xfrm>
                <a:off x="1931212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smile"/>
              <p:cNvSpPr/>
              <p:nvPr/>
            </p:nvSpPr>
            <p:spPr>
              <a:xfrm>
                <a:off x="1885492" y="14904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26894" y="1377086"/>
              <a:ext cx="226771" cy="607162"/>
              <a:chOff x="2126894" y="1377086"/>
              <a:chExt cx="226771" cy="607162"/>
            </a:xfrm>
          </p:grpSpPr>
          <p:sp>
            <p:nvSpPr>
              <p:cNvPr id="93" name="arm"/>
              <p:cNvSpPr/>
              <p:nvPr/>
            </p:nvSpPr>
            <p:spPr>
              <a:xfrm>
                <a:off x="2134209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arm"/>
              <p:cNvSpPr/>
              <p:nvPr/>
            </p:nvSpPr>
            <p:spPr>
              <a:xfrm>
                <a:off x="2306116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pant leg"/>
              <p:cNvSpPr/>
              <p:nvPr/>
            </p:nvSpPr>
            <p:spPr>
              <a:xfrm>
                <a:off x="2174443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pant leg"/>
              <p:cNvSpPr/>
              <p:nvPr/>
            </p:nvSpPr>
            <p:spPr>
              <a:xfrm>
                <a:off x="2243937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hips"/>
              <p:cNvSpPr/>
              <p:nvPr/>
            </p:nvSpPr>
            <p:spPr>
              <a:xfrm>
                <a:off x="2174443" y="17318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shoe"/>
              <p:cNvSpPr/>
              <p:nvPr/>
            </p:nvSpPr>
            <p:spPr>
              <a:xfrm>
                <a:off x="2156155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shoe"/>
              <p:cNvSpPr/>
              <p:nvPr/>
            </p:nvSpPr>
            <p:spPr>
              <a:xfrm>
                <a:off x="2251252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shirt"/>
              <p:cNvSpPr/>
              <p:nvPr/>
            </p:nvSpPr>
            <p:spPr>
              <a:xfrm>
                <a:off x="2167127" y="15563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sleeve"/>
              <p:cNvSpPr/>
              <p:nvPr/>
            </p:nvSpPr>
            <p:spPr>
              <a:xfrm>
                <a:off x="2126894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sleeve"/>
              <p:cNvSpPr/>
              <p:nvPr/>
            </p:nvSpPr>
            <p:spPr>
              <a:xfrm>
                <a:off x="2298801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neck"/>
              <p:cNvSpPr/>
              <p:nvPr/>
            </p:nvSpPr>
            <p:spPr>
              <a:xfrm>
                <a:off x="2221991" y="15307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head"/>
              <p:cNvSpPr/>
              <p:nvPr/>
            </p:nvSpPr>
            <p:spPr>
              <a:xfrm>
                <a:off x="2176271" y="14173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hair"/>
              <p:cNvSpPr/>
              <p:nvPr/>
            </p:nvSpPr>
            <p:spPr>
              <a:xfrm rot="16200000">
                <a:off x="2212847" y="13770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eye"/>
              <p:cNvSpPr/>
              <p:nvPr/>
            </p:nvSpPr>
            <p:spPr>
              <a:xfrm>
                <a:off x="2209190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eye"/>
              <p:cNvSpPr/>
              <p:nvPr/>
            </p:nvSpPr>
            <p:spPr>
              <a:xfrm>
                <a:off x="2260396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smile"/>
              <p:cNvSpPr/>
              <p:nvPr/>
            </p:nvSpPr>
            <p:spPr>
              <a:xfrm>
                <a:off x="2214676" y="14904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456078" y="1377086"/>
              <a:ext cx="226771" cy="607162"/>
              <a:chOff x="2456078" y="1377086"/>
              <a:chExt cx="226771" cy="607162"/>
            </a:xfrm>
          </p:grpSpPr>
          <p:sp>
            <p:nvSpPr>
              <p:cNvPr id="110" name="arm"/>
              <p:cNvSpPr/>
              <p:nvPr/>
            </p:nvSpPr>
            <p:spPr>
              <a:xfrm>
                <a:off x="2463393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arm"/>
              <p:cNvSpPr/>
              <p:nvPr/>
            </p:nvSpPr>
            <p:spPr>
              <a:xfrm>
                <a:off x="2635300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pant leg"/>
              <p:cNvSpPr/>
              <p:nvPr/>
            </p:nvSpPr>
            <p:spPr>
              <a:xfrm>
                <a:off x="2503627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pant leg"/>
              <p:cNvSpPr/>
              <p:nvPr/>
            </p:nvSpPr>
            <p:spPr>
              <a:xfrm>
                <a:off x="2573121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hips"/>
              <p:cNvSpPr/>
              <p:nvPr/>
            </p:nvSpPr>
            <p:spPr>
              <a:xfrm>
                <a:off x="2503627" y="17318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shoe"/>
              <p:cNvSpPr/>
              <p:nvPr/>
            </p:nvSpPr>
            <p:spPr>
              <a:xfrm>
                <a:off x="2485339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shoe"/>
              <p:cNvSpPr/>
              <p:nvPr/>
            </p:nvSpPr>
            <p:spPr>
              <a:xfrm>
                <a:off x="2580436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shirt"/>
              <p:cNvSpPr/>
              <p:nvPr/>
            </p:nvSpPr>
            <p:spPr>
              <a:xfrm>
                <a:off x="2496312" y="15563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sleeve"/>
              <p:cNvSpPr/>
              <p:nvPr/>
            </p:nvSpPr>
            <p:spPr>
              <a:xfrm>
                <a:off x="2456078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sleeve"/>
              <p:cNvSpPr/>
              <p:nvPr/>
            </p:nvSpPr>
            <p:spPr>
              <a:xfrm>
                <a:off x="2627985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neck"/>
              <p:cNvSpPr/>
              <p:nvPr/>
            </p:nvSpPr>
            <p:spPr>
              <a:xfrm>
                <a:off x="2551176" y="15307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head"/>
              <p:cNvSpPr/>
              <p:nvPr/>
            </p:nvSpPr>
            <p:spPr>
              <a:xfrm>
                <a:off x="2505456" y="14173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hair"/>
              <p:cNvSpPr/>
              <p:nvPr/>
            </p:nvSpPr>
            <p:spPr>
              <a:xfrm rot="16200000">
                <a:off x="2542032" y="13770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eye"/>
              <p:cNvSpPr/>
              <p:nvPr/>
            </p:nvSpPr>
            <p:spPr>
              <a:xfrm>
                <a:off x="2538374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eye"/>
              <p:cNvSpPr/>
              <p:nvPr/>
            </p:nvSpPr>
            <p:spPr>
              <a:xfrm>
                <a:off x="2589580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smile"/>
              <p:cNvSpPr/>
              <p:nvPr/>
            </p:nvSpPr>
            <p:spPr>
              <a:xfrm>
                <a:off x="2543860" y="14904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85262" y="1377086"/>
              <a:ext cx="226771" cy="607162"/>
              <a:chOff x="2785262" y="1377086"/>
              <a:chExt cx="226771" cy="607162"/>
            </a:xfrm>
          </p:grpSpPr>
          <p:sp>
            <p:nvSpPr>
              <p:cNvPr id="127" name="arm"/>
              <p:cNvSpPr/>
              <p:nvPr/>
            </p:nvSpPr>
            <p:spPr>
              <a:xfrm>
                <a:off x="2792577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arm"/>
              <p:cNvSpPr/>
              <p:nvPr/>
            </p:nvSpPr>
            <p:spPr>
              <a:xfrm>
                <a:off x="2964484" y="15672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pant leg"/>
              <p:cNvSpPr/>
              <p:nvPr/>
            </p:nvSpPr>
            <p:spPr>
              <a:xfrm>
                <a:off x="2832811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pant leg"/>
              <p:cNvSpPr/>
              <p:nvPr/>
            </p:nvSpPr>
            <p:spPr>
              <a:xfrm>
                <a:off x="2902305" y="17373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hips"/>
              <p:cNvSpPr/>
              <p:nvPr/>
            </p:nvSpPr>
            <p:spPr>
              <a:xfrm>
                <a:off x="2832811" y="17318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shoe"/>
              <p:cNvSpPr/>
              <p:nvPr/>
            </p:nvSpPr>
            <p:spPr>
              <a:xfrm>
                <a:off x="2814523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shoe"/>
              <p:cNvSpPr/>
              <p:nvPr/>
            </p:nvSpPr>
            <p:spPr>
              <a:xfrm>
                <a:off x="2909620" y="19476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shirt"/>
              <p:cNvSpPr/>
              <p:nvPr/>
            </p:nvSpPr>
            <p:spPr>
              <a:xfrm>
                <a:off x="2825496" y="15563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sleeve"/>
              <p:cNvSpPr/>
              <p:nvPr/>
            </p:nvSpPr>
            <p:spPr>
              <a:xfrm>
                <a:off x="2785262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sleeve"/>
              <p:cNvSpPr/>
              <p:nvPr/>
            </p:nvSpPr>
            <p:spPr>
              <a:xfrm>
                <a:off x="2957169" y="15636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neck"/>
              <p:cNvSpPr/>
              <p:nvPr/>
            </p:nvSpPr>
            <p:spPr>
              <a:xfrm>
                <a:off x="2880360" y="15307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head"/>
              <p:cNvSpPr/>
              <p:nvPr/>
            </p:nvSpPr>
            <p:spPr>
              <a:xfrm>
                <a:off x="2834640" y="14173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hair"/>
              <p:cNvSpPr/>
              <p:nvPr/>
            </p:nvSpPr>
            <p:spPr>
              <a:xfrm rot="16200000">
                <a:off x="2871216" y="13770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eye"/>
              <p:cNvSpPr/>
              <p:nvPr/>
            </p:nvSpPr>
            <p:spPr>
              <a:xfrm>
                <a:off x="2867558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eye"/>
              <p:cNvSpPr/>
              <p:nvPr/>
            </p:nvSpPr>
            <p:spPr>
              <a:xfrm>
                <a:off x="2918764" y="14886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smile"/>
              <p:cNvSpPr/>
              <p:nvPr/>
            </p:nvSpPr>
            <p:spPr>
              <a:xfrm>
                <a:off x="2873044" y="14904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0974" y="2090318"/>
              <a:ext cx="226771" cy="607162"/>
              <a:chOff x="480974" y="2090318"/>
              <a:chExt cx="226771" cy="607162"/>
            </a:xfrm>
          </p:grpSpPr>
          <p:sp>
            <p:nvSpPr>
              <p:cNvPr id="144" name="arm"/>
              <p:cNvSpPr/>
              <p:nvPr/>
            </p:nvSpPr>
            <p:spPr>
              <a:xfrm>
                <a:off x="488289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arm"/>
              <p:cNvSpPr/>
              <p:nvPr/>
            </p:nvSpPr>
            <p:spPr>
              <a:xfrm>
                <a:off x="660196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pant leg"/>
              <p:cNvSpPr/>
              <p:nvPr/>
            </p:nvSpPr>
            <p:spPr>
              <a:xfrm>
                <a:off x="528523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pant leg"/>
              <p:cNvSpPr/>
              <p:nvPr/>
            </p:nvSpPr>
            <p:spPr>
              <a:xfrm>
                <a:off x="598017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hips"/>
              <p:cNvSpPr/>
              <p:nvPr/>
            </p:nvSpPr>
            <p:spPr>
              <a:xfrm>
                <a:off x="528523" y="244510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shoe"/>
              <p:cNvSpPr/>
              <p:nvPr/>
            </p:nvSpPr>
            <p:spPr>
              <a:xfrm>
                <a:off x="510235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shoe"/>
              <p:cNvSpPr/>
              <p:nvPr/>
            </p:nvSpPr>
            <p:spPr>
              <a:xfrm>
                <a:off x="605332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shirt"/>
              <p:cNvSpPr/>
              <p:nvPr/>
            </p:nvSpPr>
            <p:spPr>
              <a:xfrm>
                <a:off x="521208" y="226954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sleeve"/>
              <p:cNvSpPr/>
              <p:nvPr/>
            </p:nvSpPr>
            <p:spPr>
              <a:xfrm>
                <a:off x="480974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sleeve"/>
              <p:cNvSpPr/>
              <p:nvPr/>
            </p:nvSpPr>
            <p:spPr>
              <a:xfrm>
                <a:off x="652881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neck"/>
              <p:cNvSpPr/>
              <p:nvPr/>
            </p:nvSpPr>
            <p:spPr>
              <a:xfrm>
                <a:off x="576072" y="224393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head"/>
              <p:cNvSpPr/>
              <p:nvPr/>
            </p:nvSpPr>
            <p:spPr>
              <a:xfrm>
                <a:off x="530352" y="213055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hair"/>
              <p:cNvSpPr/>
              <p:nvPr/>
            </p:nvSpPr>
            <p:spPr>
              <a:xfrm rot="16200000">
                <a:off x="566928" y="209031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eye"/>
              <p:cNvSpPr/>
              <p:nvPr/>
            </p:nvSpPr>
            <p:spPr>
              <a:xfrm>
                <a:off x="563270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eye"/>
              <p:cNvSpPr/>
              <p:nvPr/>
            </p:nvSpPr>
            <p:spPr>
              <a:xfrm>
                <a:off x="614476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smile"/>
              <p:cNvSpPr/>
              <p:nvPr/>
            </p:nvSpPr>
            <p:spPr>
              <a:xfrm>
                <a:off x="568756" y="220370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0158" y="2090318"/>
              <a:ext cx="226771" cy="607162"/>
              <a:chOff x="810158" y="2090318"/>
              <a:chExt cx="226771" cy="607162"/>
            </a:xfrm>
          </p:grpSpPr>
          <p:sp>
            <p:nvSpPr>
              <p:cNvPr id="161" name="arm"/>
              <p:cNvSpPr/>
              <p:nvPr/>
            </p:nvSpPr>
            <p:spPr>
              <a:xfrm>
                <a:off x="817473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arm"/>
              <p:cNvSpPr/>
              <p:nvPr/>
            </p:nvSpPr>
            <p:spPr>
              <a:xfrm>
                <a:off x="989380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pant leg"/>
              <p:cNvSpPr/>
              <p:nvPr/>
            </p:nvSpPr>
            <p:spPr>
              <a:xfrm>
                <a:off x="857707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pant leg"/>
              <p:cNvSpPr/>
              <p:nvPr/>
            </p:nvSpPr>
            <p:spPr>
              <a:xfrm>
                <a:off x="927201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hips"/>
              <p:cNvSpPr/>
              <p:nvPr/>
            </p:nvSpPr>
            <p:spPr>
              <a:xfrm>
                <a:off x="857707" y="244510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shoe"/>
              <p:cNvSpPr/>
              <p:nvPr/>
            </p:nvSpPr>
            <p:spPr>
              <a:xfrm>
                <a:off x="839419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shoe"/>
              <p:cNvSpPr/>
              <p:nvPr/>
            </p:nvSpPr>
            <p:spPr>
              <a:xfrm>
                <a:off x="934516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shirt"/>
              <p:cNvSpPr/>
              <p:nvPr/>
            </p:nvSpPr>
            <p:spPr>
              <a:xfrm>
                <a:off x="850392" y="226954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sleeve"/>
              <p:cNvSpPr/>
              <p:nvPr/>
            </p:nvSpPr>
            <p:spPr>
              <a:xfrm>
                <a:off x="810158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sleeve"/>
              <p:cNvSpPr/>
              <p:nvPr/>
            </p:nvSpPr>
            <p:spPr>
              <a:xfrm>
                <a:off x="982065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neck"/>
              <p:cNvSpPr/>
              <p:nvPr/>
            </p:nvSpPr>
            <p:spPr>
              <a:xfrm>
                <a:off x="905256" y="224393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head"/>
              <p:cNvSpPr/>
              <p:nvPr/>
            </p:nvSpPr>
            <p:spPr>
              <a:xfrm>
                <a:off x="859536" y="213055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hair"/>
              <p:cNvSpPr/>
              <p:nvPr/>
            </p:nvSpPr>
            <p:spPr>
              <a:xfrm rot="16200000">
                <a:off x="896112" y="209031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eye"/>
              <p:cNvSpPr/>
              <p:nvPr/>
            </p:nvSpPr>
            <p:spPr>
              <a:xfrm>
                <a:off x="892454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eye"/>
              <p:cNvSpPr/>
              <p:nvPr/>
            </p:nvSpPr>
            <p:spPr>
              <a:xfrm>
                <a:off x="943660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smile"/>
              <p:cNvSpPr/>
              <p:nvPr/>
            </p:nvSpPr>
            <p:spPr>
              <a:xfrm>
                <a:off x="897940" y="220370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9342" y="2090318"/>
              <a:ext cx="226771" cy="607162"/>
              <a:chOff x="1139342" y="2090318"/>
              <a:chExt cx="226771" cy="607162"/>
            </a:xfrm>
          </p:grpSpPr>
          <p:sp>
            <p:nvSpPr>
              <p:cNvPr id="178" name="arm"/>
              <p:cNvSpPr/>
              <p:nvPr/>
            </p:nvSpPr>
            <p:spPr>
              <a:xfrm>
                <a:off x="1146657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arm"/>
              <p:cNvSpPr/>
              <p:nvPr/>
            </p:nvSpPr>
            <p:spPr>
              <a:xfrm>
                <a:off x="1318564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pant leg"/>
              <p:cNvSpPr/>
              <p:nvPr/>
            </p:nvSpPr>
            <p:spPr>
              <a:xfrm>
                <a:off x="1186891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pant leg"/>
              <p:cNvSpPr/>
              <p:nvPr/>
            </p:nvSpPr>
            <p:spPr>
              <a:xfrm>
                <a:off x="1256385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hips"/>
              <p:cNvSpPr/>
              <p:nvPr/>
            </p:nvSpPr>
            <p:spPr>
              <a:xfrm>
                <a:off x="1186891" y="244510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shoe"/>
              <p:cNvSpPr/>
              <p:nvPr/>
            </p:nvSpPr>
            <p:spPr>
              <a:xfrm>
                <a:off x="1168603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shoe"/>
              <p:cNvSpPr/>
              <p:nvPr/>
            </p:nvSpPr>
            <p:spPr>
              <a:xfrm>
                <a:off x="1263700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shirt"/>
              <p:cNvSpPr/>
              <p:nvPr/>
            </p:nvSpPr>
            <p:spPr>
              <a:xfrm>
                <a:off x="1179576" y="226954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sleeve"/>
              <p:cNvSpPr/>
              <p:nvPr/>
            </p:nvSpPr>
            <p:spPr>
              <a:xfrm>
                <a:off x="1139342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sleeve"/>
              <p:cNvSpPr/>
              <p:nvPr/>
            </p:nvSpPr>
            <p:spPr>
              <a:xfrm>
                <a:off x="1311249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neck"/>
              <p:cNvSpPr/>
              <p:nvPr/>
            </p:nvSpPr>
            <p:spPr>
              <a:xfrm>
                <a:off x="1234440" y="224393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head"/>
              <p:cNvSpPr/>
              <p:nvPr/>
            </p:nvSpPr>
            <p:spPr>
              <a:xfrm>
                <a:off x="1188720" y="213055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hair"/>
              <p:cNvSpPr/>
              <p:nvPr/>
            </p:nvSpPr>
            <p:spPr>
              <a:xfrm rot="16200000">
                <a:off x="1225296" y="209031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eye"/>
              <p:cNvSpPr/>
              <p:nvPr/>
            </p:nvSpPr>
            <p:spPr>
              <a:xfrm>
                <a:off x="1221638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eye"/>
              <p:cNvSpPr/>
              <p:nvPr/>
            </p:nvSpPr>
            <p:spPr>
              <a:xfrm>
                <a:off x="1272844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smile"/>
              <p:cNvSpPr/>
              <p:nvPr/>
            </p:nvSpPr>
            <p:spPr>
              <a:xfrm>
                <a:off x="1227124" y="220370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68526" y="2090318"/>
              <a:ext cx="226771" cy="607162"/>
              <a:chOff x="1468526" y="2090318"/>
              <a:chExt cx="226771" cy="607162"/>
            </a:xfrm>
          </p:grpSpPr>
          <p:sp>
            <p:nvSpPr>
              <p:cNvPr id="195" name="arm"/>
              <p:cNvSpPr/>
              <p:nvPr/>
            </p:nvSpPr>
            <p:spPr>
              <a:xfrm>
                <a:off x="1475841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arm"/>
              <p:cNvSpPr/>
              <p:nvPr/>
            </p:nvSpPr>
            <p:spPr>
              <a:xfrm>
                <a:off x="1647748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pant leg"/>
              <p:cNvSpPr/>
              <p:nvPr/>
            </p:nvSpPr>
            <p:spPr>
              <a:xfrm>
                <a:off x="1516075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pant leg"/>
              <p:cNvSpPr/>
              <p:nvPr/>
            </p:nvSpPr>
            <p:spPr>
              <a:xfrm>
                <a:off x="1585569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hips"/>
              <p:cNvSpPr/>
              <p:nvPr/>
            </p:nvSpPr>
            <p:spPr>
              <a:xfrm>
                <a:off x="1516075" y="244510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shoe"/>
              <p:cNvSpPr/>
              <p:nvPr/>
            </p:nvSpPr>
            <p:spPr>
              <a:xfrm>
                <a:off x="1497787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shoe"/>
              <p:cNvSpPr/>
              <p:nvPr/>
            </p:nvSpPr>
            <p:spPr>
              <a:xfrm>
                <a:off x="1592884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shirt"/>
              <p:cNvSpPr/>
              <p:nvPr/>
            </p:nvSpPr>
            <p:spPr>
              <a:xfrm>
                <a:off x="1508760" y="226954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sleeve"/>
              <p:cNvSpPr/>
              <p:nvPr/>
            </p:nvSpPr>
            <p:spPr>
              <a:xfrm>
                <a:off x="1468526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sleeve"/>
              <p:cNvSpPr/>
              <p:nvPr/>
            </p:nvSpPr>
            <p:spPr>
              <a:xfrm>
                <a:off x="1640433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neck"/>
              <p:cNvSpPr/>
              <p:nvPr/>
            </p:nvSpPr>
            <p:spPr>
              <a:xfrm>
                <a:off x="1563624" y="224393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head"/>
              <p:cNvSpPr/>
              <p:nvPr/>
            </p:nvSpPr>
            <p:spPr>
              <a:xfrm>
                <a:off x="1517904" y="213055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hair"/>
              <p:cNvSpPr/>
              <p:nvPr/>
            </p:nvSpPr>
            <p:spPr>
              <a:xfrm rot="16200000">
                <a:off x="1554480" y="209031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eye"/>
              <p:cNvSpPr/>
              <p:nvPr/>
            </p:nvSpPr>
            <p:spPr>
              <a:xfrm>
                <a:off x="1550822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eye"/>
              <p:cNvSpPr/>
              <p:nvPr/>
            </p:nvSpPr>
            <p:spPr>
              <a:xfrm>
                <a:off x="1602028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smile"/>
              <p:cNvSpPr/>
              <p:nvPr/>
            </p:nvSpPr>
            <p:spPr>
              <a:xfrm>
                <a:off x="1556308" y="220370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2090318"/>
              <a:ext cx="226771" cy="607162"/>
              <a:chOff x="1797710" y="2090318"/>
              <a:chExt cx="226771" cy="607162"/>
            </a:xfrm>
          </p:grpSpPr>
          <p:sp>
            <p:nvSpPr>
              <p:cNvPr id="212" name="arm"/>
              <p:cNvSpPr/>
              <p:nvPr/>
            </p:nvSpPr>
            <p:spPr>
              <a:xfrm>
                <a:off x="1805025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arm"/>
              <p:cNvSpPr/>
              <p:nvPr/>
            </p:nvSpPr>
            <p:spPr>
              <a:xfrm>
                <a:off x="1976932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pant leg"/>
              <p:cNvSpPr/>
              <p:nvPr/>
            </p:nvSpPr>
            <p:spPr>
              <a:xfrm>
                <a:off x="1845259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pant leg"/>
              <p:cNvSpPr/>
              <p:nvPr/>
            </p:nvSpPr>
            <p:spPr>
              <a:xfrm>
                <a:off x="1914753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hips"/>
              <p:cNvSpPr/>
              <p:nvPr/>
            </p:nvSpPr>
            <p:spPr>
              <a:xfrm>
                <a:off x="1845259" y="244510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shoe"/>
              <p:cNvSpPr/>
              <p:nvPr/>
            </p:nvSpPr>
            <p:spPr>
              <a:xfrm>
                <a:off x="1826971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shoe"/>
              <p:cNvSpPr/>
              <p:nvPr/>
            </p:nvSpPr>
            <p:spPr>
              <a:xfrm>
                <a:off x="1922068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shirt"/>
              <p:cNvSpPr/>
              <p:nvPr/>
            </p:nvSpPr>
            <p:spPr>
              <a:xfrm>
                <a:off x="1837943" y="226954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sleeve"/>
              <p:cNvSpPr/>
              <p:nvPr/>
            </p:nvSpPr>
            <p:spPr>
              <a:xfrm>
                <a:off x="1797710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sleeve"/>
              <p:cNvSpPr/>
              <p:nvPr/>
            </p:nvSpPr>
            <p:spPr>
              <a:xfrm>
                <a:off x="1969617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neck"/>
              <p:cNvSpPr/>
              <p:nvPr/>
            </p:nvSpPr>
            <p:spPr>
              <a:xfrm>
                <a:off x="1892807" y="224393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head"/>
              <p:cNvSpPr/>
              <p:nvPr/>
            </p:nvSpPr>
            <p:spPr>
              <a:xfrm>
                <a:off x="1847088" y="213055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hair"/>
              <p:cNvSpPr/>
              <p:nvPr/>
            </p:nvSpPr>
            <p:spPr>
              <a:xfrm rot="16200000">
                <a:off x="1883664" y="209031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eye"/>
              <p:cNvSpPr/>
              <p:nvPr/>
            </p:nvSpPr>
            <p:spPr>
              <a:xfrm>
                <a:off x="1880006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eye"/>
              <p:cNvSpPr/>
              <p:nvPr/>
            </p:nvSpPr>
            <p:spPr>
              <a:xfrm>
                <a:off x="1931212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smile"/>
              <p:cNvSpPr/>
              <p:nvPr/>
            </p:nvSpPr>
            <p:spPr>
              <a:xfrm>
                <a:off x="1885492" y="220370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26894" y="2090318"/>
              <a:ext cx="226771" cy="607162"/>
              <a:chOff x="2126894" y="2090318"/>
              <a:chExt cx="226771" cy="607162"/>
            </a:xfrm>
          </p:grpSpPr>
          <p:sp>
            <p:nvSpPr>
              <p:cNvPr id="229" name="arm"/>
              <p:cNvSpPr/>
              <p:nvPr/>
            </p:nvSpPr>
            <p:spPr>
              <a:xfrm>
                <a:off x="2134209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arm"/>
              <p:cNvSpPr/>
              <p:nvPr/>
            </p:nvSpPr>
            <p:spPr>
              <a:xfrm>
                <a:off x="2306116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pant leg"/>
              <p:cNvSpPr/>
              <p:nvPr/>
            </p:nvSpPr>
            <p:spPr>
              <a:xfrm>
                <a:off x="2174443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pant leg"/>
              <p:cNvSpPr/>
              <p:nvPr/>
            </p:nvSpPr>
            <p:spPr>
              <a:xfrm>
                <a:off x="2243937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hips"/>
              <p:cNvSpPr/>
              <p:nvPr/>
            </p:nvSpPr>
            <p:spPr>
              <a:xfrm>
                <a:off x="2174443" y="244510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shoe"/>
              <p:cNvSpPr/>
              <p:nvPr/>
            </p:nvSpPr>
            <p:spPr>
              <a:xfrm>
                <a:off x="2156155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shoe"/>
              <p:cNvSpPr/>
              <p:nvPr/>
            </p:nvSpPr>
            <p:spPr>
              <a:xfrm>
                <a:off x="2251252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shirt"/>
              <p:cNvSpPr/>
              <p:nvPr/>
            </p:nvSpPr>
            <p:spPr>
              <a:xfrm>
                <a:off x="2167127" y="226954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sleeve"/>
              <p:cNvSpPr/>
              <p:nvPr/>
            </p:nvSpPr>
            <p:spPr>
              <a:xfrm>
                <a:off x="2126894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sleeve"/>
              <p:cNvSpPr/>
              <p:nvPr/>
            </p:nvSpPr>
            <p:spPr>
              <a:xfrm>
                <a:off x="2298801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neck"/>
              <p:cNvSpPr/>
              <p:nvPr/>
            </p:nvSpPr>
            <p:spPr>
              <a:xfrm>
                <a:off x="2221991" y="224393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head"/>
              <p:cNvSpPr/>
              <p:nvPr/>
            </p:nvSpPr>
            <p:spPr>
              <a:xfrm>
                <a:off x="2176271" y="213055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hair"/>
              <p:cNvSpPr/>
              <p:nvPr/>
            </p:nvSpPr>
            <p:spPr>
              <a:xfrm rot="16200000">
                <a:off x="2212847" y="209031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eye"/>
              <p:cNvSpPr/>
              <p:nvPr/>
            </p:nvSpPr>
            <p:spPr>
              <a:xfrm>
                <a:off x="2209190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eye"/>
              <p:cNvSpPr/>
              <p:nvPr/>
            </p:nvSpPr>
            <p:spPr>
              <a:xfrm>
                <a:off x="2260396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smile"/>
              <p:cNvSpPr/>
              <p:nvPr/>
            </p:nvSpPr>
            <p:spPr>
              <a:xfrm>
                <a:off x="2214676" y="220370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456078" y="2090318"/>
              <a:ext cx="226771" cy="607162"/>
              <a:chOff x="2456078" y="2090318"/>
              <a:chExt cx="226771" cy="607162"/>
            </a:xfrm>
          </p:grpSpPr>
          <p:sp>
            <p:nvSpPr>
              <p:cNvPr id="246" name="arm"/>
              <p:cNvSpPr/>
              <p:nvPr/>
            </p:nvSpPr>
            <p:spPr>
              <a:xfrm>
                <a:off x="2463393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arm"/>
              <p:cNvSpPr/>
              <p:nvPr/>
            </p:nvSpPr>
            <p:spPr>
              <a:xfrm>
                <a:off x="2635300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pant leg"/>
              <p:cNvSpPr/>
              <p:nvPr/>
            </p:nvSpPr>
            <p:spPr>
              <a:xfrm>
                <a:off x="2503627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pant leg"/>
              <p:cNvSpPr/>
              <p:nvPr/>
            </p:nvSpPr>
            <p:spPr>
              <a:xfrm>
                <a:off x="2573121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hips"/>
              <p:cNvSpPr/>
              <p:nvPr/>
            </p:nvSpPr>
            <p:spPr>
              <a:xfrm>
                <a:off x="2503627" y="244510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shoe"/>
              <p:cNvSpPr/>
              <p:nvPr/>
            </p:nvSpPr>
            <p:spPr>
              <a:xfrm>
                <a:off x="2485339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shoe"/>
              <p:cNvSpPr/>
              <p:nvPr/>
            </p:nvSpPr>
            <p:spPr>
              <a:xfrm>
                <a:off x="2580436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shirt"/>
              <p:cNvSpPr/>
              <p:nvPr/>
            </p:nvSpPr>
            <p:spPr>
              <a:xfrm>
                <a:off x="2496312" y="226954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sleeve"/>
              <p:cNvSpPr/>
              <p:nvPr/>
            </p:nvSpPr>
            <p:spPr>
              <a:xfrm>
                <a:off x="2456078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sleeve"/>
              <p:cNvSpPr/>
              <p:nvPr/>
            </p:nvSpPr>
            <p:spPr>
              <a:xfrm>
                <a:off x="2627985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neck"/>
              <p:cNvSpPr/>
              <p:nvPr/>
            </p:nvSpPr>
            <p:spPr>
              <a:xfrm>
                <a:off x="2551176" y="224393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head"/>
              <p:cNvSpPr/>
              <p:nvPr/>
            </p:nvSpPr>
            <p:spPr>
              <a:xfrm>
                <a:off x="2505456" y="213055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hair"/>
              <p:cNvSpPr/>
              <p:nvPr/>
            </p:nvSpPr>
            <p:spPr>
              <a:xfrm rot="16200000">
                <a:off x="2542032" y="209031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eye"/>
              <p:cNvSpPr/>
              <p:nvPr/>
            </p:nvSpPr>
            <p:spPr>
              <a:xfrm>
                <a:off x="2538374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eye"/>
              <p:cNvSpPr/>
              <p:nvPr/>
            </p:nvSpPr>
            <p:spPr>
              <a:xfrm>
                <a:off x="2589580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smile"/>
              <p:cNvSpPr/>
              <p:nvPr/>
            </p:nvSpPr>
            <p:spPr>
              <a:xfrm>
                <a:off x="2543860" y="220370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85262" y="2090318"/>
              <a:ext cx="226771" cy="607162"/>
              <a:chOff x="2785262" y="2090318"/>
              <a:chExt cx="226771" cy="607162"/>
            </a:xfrm>
          </p:grpSpPr>
          <p:sp>
            <p:nvSpPr>
              <p:cNvPr id="263" name="arm"/>
              <p:cNvSpPr/>
              <p:nvPr/>
            </p:nvSpPr>
            <p:spPr>
              <a:xfrm>
                <a:off x="2792577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arm"/>
              <p:cNvSpPr/>
              <p:nvPr/>
            </p:nvSpPr>
            <p:spPr>
              <a:xfrm>
                <a:off x="2964484" y="2280513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pant leg"/>
              <p:cNvSpPr/>
              <p:nvPr/>
            </p:nvSpPr>
            <p:spPr>
              <a:xfrm>
                <a:off x="2832811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pant leg"/>
              <p:cNvSpPr/>
              <p:nvPr/>
            </p:nvSpPr>
            <p:spPr>
              <a:xfrm>
                <a:off x="2902305" y="2450592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hips"/>
              <p:cNvSpPr/>
              <p:nvPr/>
            </p:nvSpPr>
            <p:spPr>
              <a:xfrm>
                <a:off x="2832811" y="2445105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shoe"/>
              <p:cNvSpPr/>
              <p:nvPr/>
            </p:nvSpPr>
            <p:spPr>
              <a:xfrm>
                <a:off x="2814523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shoe"/>
              <p:cNvSpPr/>
              <p:nvPr/>
            </p:nvSpPr>
            <p:spPr>
              <a:xfrm>
                <a:off x="2909620" y="2660904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shirt"/>
              <p:cNvSpPr/>
              <p:nvPr/>
            </p:nvSpPr>
            <p:spPr>
              <a:xfrm>
                <a:off x="2825496" y="2269540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sleeve"/>
              <p:cNvSpPr/>
              <p:nvPr/>
            </p:nvSpPr>
            <p:spPr>
              <a:xfrm>
                <a:off x="2785262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sleeve"/>
              <p:cNvSpPr/>
              <p:nvPr/>
            </p:nvSpPr>
            <p:spPr>
              <a:xfrm>
                <a:off x="2957169" y="2276856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neck"/>
              <p:cNvSpPr/>
              <p:nvPr/>
            </p:nvSpPr>
            <p:spPr>
              <a:xfrm>
                <a:off x="2880360" y="2243937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head"/>
              <p:cNvSpPr/>
              <p:nvPr/>
            </p:nvSpPr>
            <p:spPr>
              <a:xfrm>
                <a:off x="2834640" y="2130552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hair"/>
              <p:cNvSpPr/>
              <p:nvPr/>
            </p:nvSpPr>
            <p:spPr>
              <a:xfrm rot="16200000">
                <a:off x="2871216" y="2090318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eye"/>
              <p:cNvSpPr/>
              <p:nvPr/>
            </p:nvSpPr>
            <p:spPr>
              <a:xfrm>
                <a:off x="2867558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eye"/>
              <p:cNvSpPr/>
              <p:nvPr/>
            </p:nvSpPr>
            <p:spPr>
              <a:xfrm>
                <a:off x="2918764" y="2201875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smile"/>
              <p:cNvSpPr/>
              <p:nvPr/>
            </p:nvSpPr>
            <p:spPr>
              <a:xfrm>
                <a:off x="2873044" y="2203704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0974" y="2803550"/>
              <a:ext cx="226771" cy="607162"/>
              <a:chOff x="480974" y="2803550"/>
              <a:chExt cx="226771" cy="607162"/>
            </a:xfrm>
          </p:grpSpPr>
          <p:sp>
            <p:nvSpPr>
              <p:cNvPr id="280" name="arm"/>
              <p:cNvSpPr/>
              <p:nvPr/>
            </p:nvSpPr>
            <p:spPr>
              <a:xfrm>
                <a:off x="488289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arm"/>
              <p:cNvSpPr/>
              <p:nvPr/>
            </p:nvSpPr>
            <p:spPr>
              <a:xfrm>
                <a:off x="660196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pant leg"/>
              <p:cNvSpPr/>
              <p:nvPr/>
            </p:nvSpPr>
            <p:spPr>
              <a:xfrm>
                <a:off x="528523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pant leg"/>
              <p:cNvSpPr/>
              <p:nvPr/>
            </p:nvSpPr>
            <p:spPr>
              <a:xfrm>
                <a:off x="598017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hips"/>
              <p:cNvSpPr/>
              <p:nvPr/>
            </p:nvSpPr>
            <p:spPr>
              <a:xfrm>
                <a:off x="528523" y="315833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shoe"/>
              <p:cNvSpPr/>
              <p:nvPr/>
            </p:nvSpPr>
            <p:spPr>
              <a:xfrm>
                <a:off x="510235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shoe"/>
              <p:cNvSpPr/>
              <p:nvPr/>
            </p:nvSpPr>
            <p:spPr>
              <a:xfrm>
                <a:off x="605332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shirt"/>
              <p:cNvSpPr/>
              <p:nvPr/>
            </p:nvSpPr>
            <p:spPr>
              <a:xfrm>
                <a:off x="521208" y="298277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sleeve"/>
              <p:cNvSpPr/>
              <p:nvPr/>
            </p:nvSpPr>
            <p:spPr>
              <a:xfrm>
                <a:off x="480974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sleeve"/>
              <p:cNvSpPr/>
              <p:nvPr/>
            </p:nvSpPr>
            <p:spPr>
              <a:xfrm>
                <a:off x="652881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neck"/>
              <p:cNvSpPr/>
              <p:nvPr/>
            </p:nvSpPr>
            <p:spPr>
              <a:xfrm>
                <a:off x="576072" y="295716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head"/>
              <p:cNvSpPr/>
              <p:nvPr/>
            </p:nvSpPr>
            <p:spPr>
              <a:xfrm>
                <a:off x="530352" y="284378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hair"/>
              <p:cNvSpPr/>
              <p:nvPr/>
            </p:nvSpPr>
            <p:spPr>
              <a:xfrm rot="16200000">
                <a:off x="566928" y="280355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eye"/>
              <p:cNvSpPr/>
              <p:nvPr/>
            </p:nvSpPr>
            <p:spPr>
              <a:xfrm>
                <a:off x="563270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eye"/>
              <p:cNvSpPr/>
              <p:nvPr/>
            </p:nvSpPr>
            <p:spPr>
              <a:xfrm>
                <a:off x="614476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smile"/>
              <p:cNvSpPr/>
              <p:nvPr/>
            </p:nvSpPr>
            <p:spPr>
              <a:xfrm>
                <a:off x="568756" y="291693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0158" y="2803550"/>
              <a:ext cx="226771" cy="607162"/>
              <a:chOff x="810158" y="2803550"/>
              <a:chExt cx="226771" cy="607162"/>
            </a:xfrm>
          </p:grpSpPr>
          <p:sp>
            <p:nvSpPr>
              <p:cNvPr id="297" name="arm"/>
              <p:cNvSpPr/>
              <p:nvPr/>
            </p:nvSpPr>
            <p:spPr>
              <a:xfrm>
                <a:off x="817473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arm"/>
              <p:cNvSpPr/>
              <p:nvPr/>
            </p:nvSpPr>
            <p:spPr>
              <a:xfrm>
                <a:off x="989380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pant leg"/>
              <p:cNvSpPr/>
              <p:nvPr/>
            </p:nvSpPr>
            <p:spPr>
              <a:xfrm>
                <a:off x="857707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pant leg"/>
              <p:cNvSpPr/>
              <p:nvPr/>
            </p:nvSpPr>
            <p:spPr>
              <a:xfrm>
                <a:off x="927201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hips"/>
              <p:cNvSpPr/>
              <p:nvPr/>
            </p:nvSpPr>
            <p:spPr>
              <a:xfrm>
                <a:off x="857707" y="315833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shoe"/>
              <p:cNvSpPr/>
              <p:nvPr/>
            </p:nvSpPr>
            <p:spPr>
              <a:xfrm>
                <a:off x="839419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shoe"/>
              <p:cNvSpPr/>
              <p:nvPr/>
            </p:nvSpPr>
            <p:spPr>
              <a:xfrm>
                <a:off x="934516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shirt"/>
              <p:cNvSpPr/>
              <p:nvPr/>
            </p:nvSpPr>
            <p:spPr>
              <a:xfrm>
                <a:off x="850392" y="298277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sleeve"/>
              <p:cNvSpPr/>
              <p:nvPr/>
            </p:nvSpPr>
            <p:spPr>
              <a:xfrm>
                <a:off x="810158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sleeve"/>
              <p:cNvSpPr/>
              <p:nvPr/>
            </p:nvSpPr>
            <p:spPr>
              <a:xfrm>
                <a:off x="982065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neck"/>
              <p:cNvSpPr/>
              <p:nvPr/>
            </p:nvSpPr>
            <p:spPr>
              <a:xfrm>
                <a:off x="905256" y="295716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head"/>
              <p:cNvSpPr/>
              <p:nvPr/>
            </p:nvSpPr>
            <p:spPr>
              <a:xfrm>
                <a:off x="859536" y="284378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hair"/>
              <p:cNvSpPr/>
              <p:nvPr/>
            </p:nvSpPr>
            <p:spPr>
              <a:xfrm rot="16200000">
                <a:off x="896112" y="280355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eye"/>
              <p:cNvSpPr/>
              <p:nvPr/>
            </p:nvSpPr>
            <p:spPr>
              <a:xfrm>
                <a:off x="892454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eye"/>
              <p:cNvSpPr/>
              <p:nvPr/>
            </p:nvSpPr>
            <p:spPr>
              <a:xfrm>
                <a:off x="943660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smile"/>
              <p:cNvSpPr/>
              <p:nvPr/>
            </p:nvSpPr>
            <p:spPr>
              <a:xfrm>
                <a:off x="897940" y="291693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9342" y="2803550"/>
              <a:ext cx="226771" cy="607162"/>
              <a:chOff x="1139342" y="2803550"/>
              <a:chExt cx="226771" cy="607162"/>
            </a:xfrm>
          </p:grpSpPr>
          <p:sp>
            <p:nvSpPr>
              <p:cNvPr id="314" name="arm"/>
              <p:cNvSpPr/>
              <p:nvPr/>
            </p:nvSpPr>
            <p:spPr>
              <a:xfrm>
                <a:off x="1146657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arm"/>
              <p:cNvSpPr/>
              <p:nvPr/>
            </p:nvSpPr>
            <p:spPr>
              <a:xfrm>
                <a:off x="1318564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pant leg"/>
              <p:cNvSpPr/>
              <p:nvPr/>
            </p:nvSpPr>
            <p:spPr>
              <a:xfrm>
                <a:off x="1186891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pant leg"/>
              <p:cNvSpPr/>
              <p:nvPr/>
            </p:nvSpPr>
            <p:spPr>
              <a:xfrm>
                <a:off x="1256385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hips"/>
              <p:cNvSpPr/>
              <p:nvPr/>
            </p:nvSpPr>
            <p:spPr>
              <a:xfrm>
                <a:off x="1186891" y="315833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shoe"/>
              <p:cNvSpPr/>
              <p:nvPr/>
            </p:nvSpPr>
            <p:spPr>
              <a:xfrm>
                <a:off x="1168603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shoe"/>
              <p:cNvSpPr/>
              <p:nvPr/>
            </p:nvSpPr>
            <p:spPr>
              <a:xfrm>
                <a:off x="1263700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shirt"/>
              <p:cNvSpPr/>
              <p:nvPr/>
            </p:nvSpPr>
            <p:spPr>
              <a:xfrm>
                <a:off x="1179576" y="298277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sleeve"/>
              <p:cNvSpPr/>
              <p:nvPr/>
            </p:nvSpPr>
            <p:spPr>
              <a:xfrm>
                <a:off x="1139342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sleeve"/>
              <p:cNvSpPr/>
              <p:nvPr/>
            </p:nvSpPr>
            <p:spPr>
              <a:xfrm>
                <a:off x="1311249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neck"/>
              <p:cNvSpPr/>
              <p:nvPr/>
            </p:nvSpPr>
            <p:spPr>
              <a:xfrm>
                <a:off x="1234440" y="295716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head"/>
              <p:cNvSpPr/>
              <p:nvPr/>
            </p:nvSpPr>
            <p:spPr>
              <a:xfrm>
                <a:off x="1188720" y="284378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hair"/>
              <p:cNvSpPr/>
              <p:nvPr/>
            </p:nvSpPr>
            <p:spPr>
              <a:xfrm rot="16200000">
                <a:off x="1225296" y="280355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eye"/>
              <p:cNvSpPr/>
              <p:nvPr/>
            </p:nvSpPr>
            <p:spPr>
              <a:xfrm>
                <a:off x="1221638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eye"/>
              <p:cNvSpPr/>
              <p:nvPr/>
            </p:nvSpPr>
            <p:spPr>
              <a:xfrm>
                <a:off x="1272844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smile"/>
              <p:cNvSpPr/>
              <p:nvPr/>
            </p:nvSpPr>
            <p:spPr>
              <a:xfrm>
                <a:off x="1227124" y="291693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3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68526" y="2803550"/>
              <a:ext cx="226771" cy="607162"/>
              <a:chOff x="1468526" y="2803550"/>
              <a:chExt cx="226771" cy="607162"/>
            </a:xfrm>
          </p:grpSpPr>
          <p:sp>
            <p:nvSpPr>
              <p:cNvPr id="331" name="arm"/>
              <p:cNvSpPr/>
              <p:nvPr/>
            </p:nvSpPr>
            <p:spPr>
              <a:xfrm>
                <a:off x="1475841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" name="arm"/>
              <p:cNvSpPr/>
              <p:nvPr/>
            </p:nvSpPr>
            <p:spPr>
              <a:xfrm>
                <a:off x="1647748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" name="pant leg"/>
              <p:cNvSpPr/>
              <p:nvPr/>
            </p:nvSpPr>
            <p:spPr>
              <a:xfrm>
                <a:off x="1516075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pant leg"/>
              <p:cNvSpPr/>
              <p:nvPr/>
            </p:nvSpPr>
            <p:spPr>
              <a:xfrm>
                <a:off x="1585569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hips"/>
              <p:cNvSpPr/>
              <p:nvPr/>
            </p:nvSpPr>
            <p:spPr>
              <a:xfrm>
                <a:off x="1516075" y="315833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shoe"/>
              <p:cNvSpPr/>
              <p:nvPr/>
            </p:nvSpPr>
            <p:spPr>
              <a:xfrm>
                <a:off x="1497787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shoe"/>
              <p:cNvSpPr/>
              <p:nvPr/>
            </p:nvSpPr>
            <p:spPr>
              <a:xfrm>
                <a:off x="1592884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shirt"/>
              <p:cNvSpPr/>
              <p:nvPr/>
            </p:nvSpPr>
            <p:spPr>
              <a:xfrm>
                <a:off x="1508760" y="298277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sleeve"/>
              <p:cNvSpPr/>
              <p:nvPr/>
            </p:nvSpPr>
            <p:spPr>
              <a:xfrm>
                <a:off x="1468526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sleeve"/>
              <p:cNvSpPr/>
              <p:nvPr/>
            </p:nvSpPr>
            <p:spPr>
              <a:xfrm>
                <a:off x="1640433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neck"/>
              <p:cNvSpPr/>
              <p:nvPr/>
            </p:nvSpPr>
            <p:spPr>
              <a:xfrm>
                <a:off x="1563624" y="295716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head"/>
              <p:cNvSpPr/>
              <p:nvPr/>
            </p:nvSpPr>
            <p:spPr>
              <a:xfrm>
                <a:off x="1517904" y="284378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hair"/>
              <p:cNvSpPr/>
              <p:nvPr/>
            </p:nvSpPr>
            <p:spPr>
              <a:xfrm rot="16200000">
                <a:off x="1554480" y="280355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" name="eye"/>
              <p:cNvSpPr/>
              <p:nvPr/>
            </p:nvSpPr>
            <p:spPr>
              <a:xfrm>
                <a:off x="1550822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" name="eye"/>
              <p:cNvSpPr/>
              <p:nvPr/>
            </p:nvSpPr>
            <p:spPr>
              <a:xfrm>
                <a:off x="1602028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" name="smile"/>
              <p:cNvSpPr/>
              <p:nvPr/>
            </p:nvSpPr>
            <p:spPr>
              <a:xfrm>
                <a:off x="1556308" y="291693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4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2803550"/>
              <a:ext cx="226771" cy="607162"/>
              <a:chOff x="1797710" y="2803550"/>
              <a:chExt cx="226771" cy="607162"/>
            </a:xfrm>
          </p:grpSpPr>
          <p:sp>
            <p:nvSpPr>
              <p:cNvPr id="348" name="arm"/>
              <p:cNvSpPr/>
              <p:nvPr/>
            </p:nvSpPr>
            <p:spPr>
              <a:xfrm>
                <a:off x="1805025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" name="arm"/>
              <p:cNvSpPr/>
              <p:nvPr/>
            </p:nvSpPr>
            <p:spPr>
              <a:xfrm>
                <a:off x="1976932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pant leg"/>
              <p:cNvSpPr/>
              <p:nvPr/>
            </p:nvSpPr>
            <p:spPr>
              <a:xfrm>
                <a:off x="1845259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" name="pant leg"/>
              <p:cNvSpPr/>
              <p:nvPr/>
            </p:nvSpPr>
            <p:spPr>
              <a:xfrm>
                <a:off x="1914753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" name="hips"/>
              <p:cNvSpPr/>
              <p:nvPr/>
            </p:nvSpPr>
            <p:spPr>
              <a:xfrm>
                <a:off x="1845259" y="315833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" name="shoe"/>
              <p:cNvSpPr/>
              <p:nvPr/>
            </p:nvSpPr>
            <p:spPr>
              <a:xfrm>
                <a:off x="1826971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" name="shoe"/>
              <p:cNvSpPr/>
              <p:nvPr/>
            </p:nvSpPr>
            <p:spPr>
              <a:xfrm>
                <a:off x="1922068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" name="shirt"/>
              <p:cNvSpPr/>
              <p:nvPr/>
            </p:nvSpPr>
            <p:spPr>
              <a:xfrm>
                <a:off x="1837943" y="298277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" name="sleeve"/>
              <p:cNvSpPr/>
              <p:nvPr/>
            </p:nvSpPr>
            <p:spPr>
              <a:xfrm>
                <a:off x="1797710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" name="sleeve"/>
              <p:cNvSpPr/>
              <p:nvPr/>
            </p:nvSpPr>
            <p:spPr>
              <a:xfrm>
                <a:off x="1969617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" name="neck"/>
              <p:cNvSpPr/>
              <p:nvPr/>
            </p:nvSpPr>
            <p:spPr>
              <a:xfrm>
                <a:off x="1892807" y="295716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" name="head"/>
              <p:cNvSpPr/>
              <p:nvPr/>
            </p:nvSpPr>
            <p:spPr>
              <a:xfrm>
                <a:off x="1847088" y="284378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" name="hair"/>
              <p:cNvSpPr/>
              <p:nvPr/>
            </p:nvSpPr>
            <p:spPr>
              <a:xfrm rot="16200000">
                <a:off x="1883664" y="280355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" name="eye"/>
              <p:cNvSpPr/>
              <p:nvPr/>
            </p:nvSpPr>
            <p:spPr>
              <a:xfrm>
                <a:off x="1880006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" name="eye"/>
              <p:cNvSpPr/>
              <p:nvPr/>
            </p:nvSpPr>
            <p:spPr>
              <a:xfrm>
                <a:off x="1931212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" name="smile"/>
              <p:cNvSpPr/>
              <p:nvPr/>
            </p:nvSpPr>
            <p:spPr>
              <a:xfrm>
                <a:off x="1885492" y="291693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6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26894" y="2803550"/>
              <a:ext cx="226771" cy="607162"/>
              <a:chOff x="2126894" y="2803550"/>
              <a:chExt cx="226771" cy="607162"/>
            </a:xfrm>
          </p:grpSpPr>
          <p:sp>
            <p:nvSpPr>
              <p:cNvPr id="365" name="arm"/>
              <p:cNvSpPr/>
              <p:nvPr/>
            </p:nvSpPr>
            <p:spPr>
              <a:xfrm>
                <a:off x="2134209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arm"/>
              <p:cNvSpPr/>
              <p:nvPr/>
            </p:nvSpPr>
            <p:spPr>
              <a:xfrm>
                <a:off x="2306116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" name="pant leg"/>
              <p:cNvSpPr/>
              <p:nvPr/>
            </p:nvSpPr>
            <p:spPr>
              <a:xfrm>
                <a:off x="2174443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pant leg"/>
              <p:cNvSpPr/>
              <p:nvPr/>
            </p:nvSpPr>
            <p:spPr>
              <a:xfrm>
                <a:off x="2243937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" name="hips"/>
              <p:cNvSpPr/>
              <p:nvPr/>
            </p:nvSpPr>
            <p:spPr>
              <a:xfrm>
                <a:off x="2174443" y="315833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" name="shoe"/>
              <p:cNvSpPr/>
              <p:nvPr/>
            </p:nvSpPr>
            <p:spPr>
              <a:xfrm>
                <a:off x="2156155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" name="shoe"/>
              <p:cNvSpPr/>
              <p:nvPr/>
            </p:nvSpPr>
            <p:spPr>
              <a:xfrm>
                <a:off x="2251252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shirt"/>
              <p:cNvSpPr/>
              <p:nvPr/>
            </p:nvSpPr>
            <p:spPr>
              <a:xfrm>
                <a:off x="2167127" y="298277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sleeve"/>
              <p:cNvSpPr/>
              <p:nvPr/>
            </p:nvSpPr>
            <p:spPr>
              <a:xfrm>
                <a:off x="2126894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" name="sleeve"/>
              <p:cNvSpPr/>
              <p:nvPr/>
            </p:nvSpPr>
            <p:spPr>
              <a:xfrm>
                <a:off x="2298801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neck"/>
              <p:cNvSpPr/>
              <p:nvPr/>
            </p:nvSpPr>
            <p:spPr>
              <a:xfrm>
                <a:off x="2221991" y="295716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" name="head"/>
              <p:cNvSpPr/>
              <p:nvPr/>
            </p:nvSpPr>
            <p:spPr>
              <a:xfrm>
                <a:off x="2176271" y="284378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" name="hair"/>
              <p:cNvSpPr/>
              <p:nvPr/>
            </p:nvSpPr>
            <p:spPr>
              <a:xfrm rot="16200000">
                <a:off x="2212847" y="280355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" name="eye"/>
              <p:cNvSpPr/>
              <p:nvPr/>
            </p:nvSpPr>
            <p:spPr>
              <a:xfrm>
                <a:off x="2209190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" name="eye"/>
              <p:cNvSpPr/>
              <p:nvPr/>
            </p:nvSpPr>
            <p:spPr>
              <a:xfrm>
                <a:off x="2260396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" name="smile"/>
              <p:cNvSpPr/>
              <p:nvPr/>
            </p:nvSpPr>
            <p:spPr>
              <a:xfrm>
                <a:off x="2214676" y="291693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8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456078" y="2803550"/>
              <a:ext cx="226771" cy="607162"/>
              <a:chOff x="2456078" y="2803550"/>
              <a:chExt cx="226771" cy="607162"/>
            </a:xfrm>
          </p:grpSpPr>
          <p:sp>
            <p:nvSpPr>
              <p:cNvPr id="382" name="arm"/>
              <p:cNvSpPr/>
              <p:nvPr/>
            </p:nvSpPr>
            <p:spPr>
              <a:xfrm>
                <a:off x="2463393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arm"/>
              <p:cNvSpPr/>
              <p:nvPr/>
            </p:nvSpPr>
            <p:spPr>
              <a:xfrm>
                <a:off x="2635300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pant leg"/>
              <p:cNvSpPr/>
              <p:nvPr/>
            </p:nvSpPr>
            <p:spPr>
              <a:xfrm>
                <a:off x="2503627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pant leg"/>
              <p:cNvSpPr/>
              <p:nvPr/>
            </p:nvSpPr>
            <p:spPr>
              <a:xfrm>
                <a:off x="2573121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" name="hips"/>
              <p:cNvSpPr/>
              <p:nvPr/>
            </p:nvSpPr>
            <p:spPr>
              <a:xfrm>
                <a:off x="2503627" y="315833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" name="shoe"/>
              <p:cNvSpPr/>
              <p:nvPr/>
            </p:nvSpPr>
            <p:spPr>
              <a:xfrm>
                <a:off x="2485339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" name="shoe"/>
              <p:cNvSpPr/>
              <p:nvPr/>
            </p:nvSpPr>
            <p:spPr>
              <a:xfrm>
                <a:off x="2580436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" name="shirt"/>
              <p:cNvSpPr/>
              <p:nvPr/>
            </p:nvSpPr>
            <p:spPr>
              <a:xfrm>
                <a:off x="2496312" y="298277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" name="sleeve"/>
              <p:cNvSpPr/>
              <p:nvPr/>
            </p:nvSpPr>
            <p:spPr>
              <a:xfrm>
                <a:off x="2456078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" name="sleeve"/>
              <p:cNvSpPr/>
              <p:nvPr/>
            </p:nvSpPr>
            <p:spPr>
              <a:xfrm>
                <a:off x="2627985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" name="neck"/>
              <p:cNvSpPr/>
              <p:nvPr/>
            </p:nvSpPr>
            <p:spPr>
              <a:xfrm>
                <a:off x="2551176" y="295716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head"/>
              <p:cNvSpPr/>
              <p:nvPr/>
            </p:nvSpPr>
            <p:spPr>
              <a:xfrm>
                <a:off x="2505456" y="284378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hair"/>
              <p:cNvSpPr/>
              <p:nvPr/>
            </p:nvSpPr>
            <p:spPr>
              <a:xfrm rot="16200000">
                <a:off x="2542032" y="280355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eye"/>
              <p:cNvSpPr/>
              <p:nvPr/>
            </p:nvSpPr>
            <p:spPr>
              <a:xfrm>
                <a:off x="2538374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eye"/>
              <p:cNvSpPr/>
              <p:nvPr/>
            </p:nvSpPr>
            <p:spPr>
              <a:xfrm>
                <a:off x="2589580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" name="smile"/>
              <p:cNvSpPr/>
              <p:nvPr/>
            </p:nvSpPr>
            <p:spPr>
              <a:xfrm>
                <a:off x="2543860" y="291693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9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85262" y="2803550"/>
              <a:ext cx="226771" cy="607162"/>
              <a:chOff x="2785262" y="2803550"/>
              <a:chExt cx="226771" cy="607162"/>
            </a:xfrm>
          </p:grpSpPr>
          <p:sp>
            <p:nvSpPr>
              <p:cNvPr id="399" name="arm"/>
              <p:cNvSpPr/>
              <p:nvPr/>
            </p:nvSpPr>
            <p:spPr>
              <a:xfrm>
                <a:off x="2792577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" name="arm"/>
              <p:cNvSpPr/>
              <p:nvPr/>
            </p:nvSpPr>
            <p:spPr>
              <a:xfrm>
                <a:off x="2964484" y="2993745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" name="pant leg"/>
              <p:cNvSpPr/>
              <p:nvPr/>
            </p:nvSpPr>
            <p:spPr>
              <a:xfrm>
                <a:off x="2832811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" name="pant leg"/>
              <p:cNvSpPr/>
              <p:nvPr/>
            </p:nvSpPr>
            <p:spPr>
              <a:xfrm>
                <a:off x="2902305" y="3163824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hips"/>
              <p:cNvSpPr/>
              <p:nvPr/>
            </p:nvSpPr>
            <p:spPr>
              <a:xfrm>
                <a:off x="2832811" y="3158337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shoe"/>
              <p:cNvSpPr/>
              <p:nvPr/>
            </p:nvSpPr>
            <p:spPr>
              <a:xfrm>
                <a:off x="2814523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" name="shoe"/>
              <p:cNvSpPr/>
              <p:nvPr/>
            </p:nvSpPr>
            <p:spPr>
              <a:xfrm>
                <a:off x="2909620" y="3374136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shirt"/>
              <p:cNvSpPr/>
              <p:nvPr/>
            </p:nvSpPr>
            <p:spPr>
              <a:xfrm>
                <a:off x="2825496" y="2982772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" name="sleeve"/>
              <p:cNvSpPr/>
              <p:nvPr/>
            </p:nvSpPr>
            <p:spPr>
              <a:xfrm>
                <a:off x="2785262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" name="sleeve"/>
              <p:cNvSpPr/>
              <p:nvPr/>
            </p:nvSpPr>
            <p:spPr>
              <a:xfrm>
                <a:off x="2957169" y="2990088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" name="neck"/>
              <p:cNvSpPr/>
              <p:nvPr/>
            </p:nvSpPr>
            <p:spPr>
              <a:xfrm>
                <a:off x="2880360" y="2957169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" name="head"/>
              <p:cNvSpPr/>
              <p:nvPr/>
            </p:nvSpPr>
            <p:spPr>
              <a:xfrm>
                <a:off x="2834640" y="2843784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" name="hair"/>
              <p:cNvSpPr/>
              <p:nvPr/>
            </p:nvSpPr>
            <p:spPr>
              <a:xfrm rot="16200000">
                <a:off x="2871216" y="2803550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eye"/>
              <p:cNvSpPr/>
              <p:nvPr/>
            </p:nvSpPr>
            <p:spPr>
              <a:xfrm>
                <a:off x="2867558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" name="eye"/>
              <p:cNvSpPr/>
              <p:nvPr/>
            </p:nvSpPr>
            <p:spPr>
              <a:xfrm>
                <a:off x="2918764" y="2915107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smile"/>
              <p:cNvSpPr/>
              <p:nvPr/>
            </p:nvSpPr>
            <p:spPr>
              <a:xfrm>
                <a:off x="2873044" y="2916936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1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0974" y="3516782"/>
              <a:ext cx="226771" cy="607162"/>
              <a:chOff x="480974" y="3516782"/>
              <a:chExt cx="226771" cy="607162"/>
            </a:xfrm>
          </p:grpSpPr>
          <p:sp>
            <p:nvSpPr>
              <p:cNvPr id="416" name="arm"/>
              <p:cNvSpPr/>
              <p:nvPr/>
            </p:nvSpPr>
            <p:spPr>
              <a:xfrm>
                <a:off x="488289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" name="arm"/>
              <p:cNvSpPr/>
              <p:nvPr/>
            </p:nvSpPr>
            <p:spPr>
              <a:xfrm>
                <a:off x="660196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" name="pant leg"/>
              <p:cNvSpPr/>
              <p:nvPr/>
            </p:nvSpPr>
            <p:spPr>
              <a:xfrm>
                <a:off x="528523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" name="pant leg"/>
              <p:cNvSpPr/>
              <p:nvPr/>
            </p:nvSpPr>
            <p:spPr>
              <a:xfrm>
                <a:off x="598017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" name="hips"/>
              <p:cNvSpPr/>
              <p:nvPr/>
            </p:nvSpPr>
            <p:spPr>
              <a:xfrm>
                <a:off x="528523" y="387156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" name="shoe"/>
              <p:cNvSpPr/>
              <p:nvPr/>
            </p:nvSpPr>
            <p:spPr>
              <a:xfrm>
                <a:off x="510235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" name="shoe"/>
              <p:cNvSpPr/>
              <p:nvPr/>
            </p:nvSpPr>
            <p:spPr>
              <a:xfrm>
                <a:off x="605332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" name="shirt"/>
              <p:cNvSpPr/>
              <p:nvPr/>
            </p:nvSpPr>
            <p:spPr>
              <a:xfrm>
                <a:off x="521208" y="369600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" name="sleeve"/>
              <p:cNvSpPr/>
              <p:nvPr/>
            </p:nvSpPr>
            <p:spPr>
              <a:xfrm>
                <a:off x="480974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" name="sleeve"/>
              <p:cNvSpPr/>
              <p:nvPr/>
            </p:nvSpPr>
            <p:spPr>
              <a:xfrm>
                <a:off x="652881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" name="neck"/>
              <p:cNvSpPr/>
              <p:nvPr/>
            </p:nvSpPr>
            <p:spPr>
              <a:xfrm>
                <a:off x="576072" y="367040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" name="head"/>
              <p:cNvSpPr/>
              <p:nvPr/>
            </p:nvSpPr>
            <p:spPr>
              <a:xfrm>
                <a:off x="530352" y="3557015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" name="hair"/>
              <p:cNvSpPr/>
              <p:nvPr/>
            </p:nvSpPr>
            <p:spPr>
              <a:xfrm rot="16200000">
                <a:off x="566928" y="351678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" name="eye"/>
              <p:cNvSpPr/>
              <p:nvPr/>
            </p:nvSpPr>
            <p:spPr>
              <a:xfrm>
                <a:off x="563270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" name="eye"/>
              <p:cNvSpPr/>
              <p:nvPr/>
            </p:nvSpPr>
            <p:spPr>
              <a:xfrm>
                <a:off x="614476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" name="smile"/>
              <p:cNvSpPr/>
              <p:nvPr/>
            </p:nvSpPr>
            <p:spPr>
              <a:xfrm>
                <a:off x="568756" y="363016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3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0158" y="3516782"/>
              <a:ext cx="226771" cy="607162"/>
              <a:chOff x="810158" y="3516782"/>
              <a:chExt cx="226771" cy="607162"/>
            </a:xfrm>
          </p:grpSpPr>
          <p:sp>
            <p:nvSpPr>
              <p:cNvPr id="433" name="arm"/>
              <p:cNvSpPr/>
              <p:nvPr/>
            </p:nvSpPr>
            <p:spPr>
              <a:xfrm>
                <a:off x="817473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" name="arm"/>
              <p:cNvSpPr/>
              <p:nvPr/>
            </p:nvSpPr>
            <p:spPr>
              <a:xfrm>
                <a:off x="989380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" name="pant leg"/>
              <p:cNvSpPr/>
              <p:nvPr/>
            </p:nvSpPr>
            <p:spPr>
              <a:xfrm>
                <a:off x="857707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" name="pant leg"/>
              <p:cNvSpPr/>
              <p:nvPr/>
            </p:nvSpPr>
            <p:spPr>
              <a:xfrm>
                <a:off x="927201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" name="hips"/>
              <p:cNvSpPr/>
              <p:nvPr/>
            </p:nvSpPr>
            <p:spPr>
              <a:xfrm>
                <a:off x="857707" y="387156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" name="shoe"/>
              <p:cNvSpPr/>
              <p:nvPr/>
            </p:nvSpPr>
            <p:spPr>
              <a:xfrm>
                <a:off x="839419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" name="shoe"/>
              <p:cNvSpPr/>
              <p:nvPr/>
            </p:nvSpPr>
            <p:spPr>
              <a:xfrm>
                <a:off x="934516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" name="shirt"/>
              <p:cNvSpPr/>
              <p:nvPr/>
            </p:nvSpPr>
            <p:spPr>
              <a:xfrm>
                <a:off x="850392" y="369600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" name="sleeve"/>
              <p:cNvSpPr/>
              <p:nvPr/>
            </p:nvSpPr>
            <p:spPr>
              <a:xfrm>
                <a:off x="810158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" name="sleeve"/>
              <p:cNvSpPr/>
              <p:nvPr/>
            </p:nvSpPr>
            <p:spPr>
              <a:xfrm>
                <a:off x="982065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" name="neck"/>
              <p:cNvSpPr/>
              <p:nvPr/>
            </p:nvSpPr>
            <p:spPr>
              <a:xfrm>
                <a:off x="905256" y="367040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" name="head"/>
              <p:cNvSpPr/>
              <p:nvPr/>
            </p:nvSpPr>
            <p:spPr>
              <a:xfrm>
                <a:off x="859536" y="3557015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" name="hair"/>
              <p:cNvSpPr/>
              <p:nvPr/>
            </p:nvSpPr>
            <p:spPr>
              <a:xfrm rot="16200000">
                <a:off x="896112" y="351678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" name="eye"/>
              <p:cNvSpPr/>
              <p:nvPr/>
            </p:nvSpPr>
            <p:spPr>
              <a:xfrm>
                <a:off x="892454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" name="eye"/>
              <p:cNvSpPr/>
              <p:nvPr/>
            </p:nvSpPr>
            <p:spPr>
              <a:xfrm>
                <a:off x="943660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" name="smile"/>
              <p:cNvSpPr/>
              <p:nvPr/>
            </p:nvSpPr>
            <p:spPr>
              <a:xfrm>
                <a:off x="897940" y="363016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4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9342" y="3516782"/>
              <a:ext cx="226771" cy="607162"/>
              <a:chOff x="1139342" y="3516782"/>
              <a:chExt cx="226771" cy="607162"/>
            </a:xfrm>
          </p:grpSpPr>
          <p:sp>
            <p:nvSpPr>
              <p:cNvPr id="450" name="arm"/>
              <p:cNvSpPr/>
              <p:nvPr/>
            </p:nvSpPr>
            <p:spPr>
              <a:xfrm>
                <a:off x="1146657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" name="arm"/>
              <p:cNvSpPr/>
              <p:nvPr/>
            </p:nvSpPr>
            <p:spPr>
              <a:xfrm>
                <a:off x="1318564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" name="pant leg"/>
              <p:cNvSpPr/>
              <p:nvPr/>
            </p:nvSpPr>
            <p:spPr>
              <a:xfrm>
                <a:off x="1186891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" name="pant leg"/>
              <p:cNvSpPr/>
              <p:nvPr/>
            </p:nvSpPr>
            <p:spPr>
              <a:xfrm>
                <a:off x="1256385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" name="hips"/>
              <p:cNvSpPr/>
              <p:nvPr/>
            </p:nvSpPr>
            <p:spPr>
              <a:xfrm>
                <a:off x="1186891" y="387156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" name="shoe"/>
              <p:cNvSpPr/>
              <p:nvPr/>
            </p:nvSpPr>
            <p:spPr>
              <a:xfrm>
                <a:off x="1168603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" name="shoe"/>
              <p:cNvSpPr/>
              <p:nvPr/>
            </p:nvSpPr>
            <p:spPr>
              <a:xfrm>
                <a:off x="1263700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" name="shirt"/>
              <p:cNvSpPr/>
              <p:nvPr/>
            </p:nvSpPr>
            <p:spPr>
              <a:xfrm>
                <a:off x="1179576" y="369600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" name="sleeve"/>
              <p:cNvSpPr/>
              <p:nvPr/>
            </p:nvSpPr>
            <p:spPr>
              <a:xfrm>
                <a:off x="1139342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" name="sleeve"/>
              <p:cNvSpPr/>
              <p:nvPr/>
            </p:nvSpPr>
            <p:spPr>
              <a:xfrm>
                <a:off x="1311249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" name="neck"/>
              <p:cNvSpPr/>
              <p:nvPr/>
            </p:nvSpPr>
            <p:spPr>
              <a:xfrm>
                <a:off x="1234440" y="367040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" name="head"/>
              <p:cNvSpPr/>
              <p:nvPr/>
            </p:nvSpPr>
            <p:spPr>
              <a:xfrm>
                <a:off x="1188720" y="3557015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" name="hair"/>
              <p:cNvSpPr/>
              <p:nvPr/>
            </p:nvSpPr>
            <p:spPr>
              <a:xfrm rot="16200000">
                <a:off x="1225296" y="351678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" name="eye"/>
              <p:cNvSpPr/>
              <p:nvPr/>
            </p:nvSpPr>
            <p:spPr>
              <a:xfrm>
                <a:off x="1221638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" name="eye"/>
              <p:cNvSpPr/>
              <p:nvPr/>
            </p:nvSpPr>
            <p:spPr>
              <a:xfrm>
                <a:off x="1272844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" name="smile"/>
              <p:cNvSpPr/>
              <p:nvPr/>
            </p:nvSpPr>
            <p:spPr>
              <a:xfrm>
                <a:off x="1227124" y="363016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6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68526" y="3516782"/>
              <a:ext cx="226771" cy="607162"/>
              <a:chOff x="1468526" y="3516782"/>
              <a:chExt cx="226771" cy="607162"/>
            </a:xfrm>
          </p:grpSpPr>
          <p:sp>
            <p:nvSpPr>
              <p:cNvPr id="467" name="arm"/>
              <p:cNvSpPr/>
              <p:nvPr/>
            </p:nvSpPr>
            <p:spPr>
              <a:xfrm>
                <a:off x="1475841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arm"/>
              <p:cNvSpPr/>
              <p:nvPr/>
            </p:nvSpPr>
            <p:spPr>
              <a:xfrm>
                <a:off x="1647748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" name="pant leg"/>
              <p:cNvSpPr/>
              <p:nvPr/>
            </p:nvSpPr>
            <p:spPr>
              <a:xfrm>
                <a:off x="1516075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" name="pant leg"/>
              <p:cNvSpPr/>
              <p:nvPr/>
            </p:nvSpPr>
            <p:spPr>
              <a:xfrm>
                <a:off x="1585569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" name="hips"/>
              <p:cNvSpPr/>
              <p:nvPr/>
            </p:nvSpPr>
            <p:spPr>
              <a:xfrm>
                <a:off x="1516075" y="387156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" name="shoe"/>
              <p:cNvSpPr/>
              <p:nvPr/>
            </p:nvSpPr>
            <p:spPr>
              <a:xfrm>
                <a:off x="1497787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" name="shoe"/>
              <p:cNvSpPr/>
              <p:nvPr/>
            </p:nvSpPr>
            <p:spPr>
              <a:xfrm>
                <a:off x="1592884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shirt"/>
              <p:cNvSpPr/>
              <p:nvPr/>
            </p:nvSpPr>
            <p:spPr>
              <a:xfrm>
                <a:off x="1508760" y="369600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sleeve"/>
              <p:cNvSpPr/>
              <p:nvPr/>
            </p:nvSpPr>
            <p:spPr>
              <a:xfrm>
                <a:off x="1468526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" name="sleeve"/>
              <p:cNvSpPr/>
              <p:nvPr/>
            </p:nvSpPr>
            <p:spPr>
              <a:xfrm>
                <a:off x="1640433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" name="neck"/>
              <p:cNvSpPr/>
              <p:nvPr/>
            </p:nvSpPr>
            <p:spPr>
              <a:xfrm>
                <a:off x="1563624" y="367040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head"/>
              <p:cNvSpPr/>
              <p:nvPr/>
            </p:nvSpPr>
            <p:spPr>
              <a:xfrm>
                <a:off x="1517904" y="3557015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hair"/>
              <p:cNvSpPr/>
              <p:nvPr/>
            </p:nvSpPr>
            <p:spPr>
              <a:xfrm rot="16200000">
                <a:off x="1554480" y="351678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" name="eye"/>
              <p:cNvSpPr/>
              <p:nvPr/>
            </p:nvSpPr>
            <p:spPr>
              <a:xfrm>
                <a:off x="1550822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" name="eye"/>
              <p:cNvSpPr/>
              <p:nvPr/>
            </p:nvSpPr>
            <p:spPr>
              <a:xfrm>
                <a:off x="1602028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" name="smile"/>
              <p:cNvSpPr/>
              <p:nvPr/>
            </p:nvSpPr>
            <p:spPr>
              <a:xfrm>
                <a:off x="1556308" y="363016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8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3516782"/>
              <a:ext cx="226771" cy="607162"/>
              <a:chOff x="1797710" y="3516782"/>
              <a:chExt cx="226771" cy="607162"/>
            </a:xfrm>
          </p:grpSpPr>
          <p:sp>
            <p:nvSpPr>
              <p:cNvPr id="484" name="arm"/>
              <p:cNvSpPr/>
              <p:nvPr/>
            </p:nvSpPr>
            <p:spPr>
              <a:xfrm>
                <a:off x="1805025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" name="arm"/>
              <p:cNvSpPr/>
              <p:nvPr/>
            </p:nvSpPr>
            <p:spPr>
              <a:xfrm>
                <a:off x="1976932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" name="pant leg"/>
              <p:cNvSpPr/>
              <p:nvPr/>
            </p:nvSpPr>
            <p:spPr>
              <a:xfrm>
                <a:off x="1845259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" name="pant leg"/>
              <p:cNvSpPr/>
              <p:nvPr/>
            </p:nvSpPr>
            <p:spPr>
              <a:xfrm>
                <a:off x="1914753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" name="hips"/>
              <p:cNvSpPr/>
              <p:nvPr/>
            </p:nvSpPr>
            <p:spPr>
              <a:xfrm>
                <a:off x="1845259" y="387156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" name="shoe"/>
              <p:cNvSpPr/>
              <p:nvPr/>
            </p:nvSpPr>
            <p:spPr>
              <a:xfrm>
                <a:off x="1826971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" name="shoe"/>
              <p:cNvSpPr/>
              <p:nvPr/>
            </p:nvSpPr>
            <p:spPr>
              <a:xfrm>
                <a:off x="1922068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" name="shirt"/>
              <p:cNvSpPr/>
              <p:nvPr/>
            </p:nvSpPr>
            <p:spPr>
              <a:xfrm>
                <a:off x="1837943" y="369600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" name="sleeve"/>
              <p:cNvSpPr/>
              <p:nvPr/>
            </p:nvSpPr>
            <p:spPr>
              <a:xfrm>
                <a:off x="1797710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" name="sleeve"/>
              <p:cNvSpPr/>
              <p:nvPr/>
            </p:nvSpPr>
            <p:spPr>
              <a:xfrm>
                <a:off x="1969617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" name="neck"/>
              <p:cNvSpPr/>
              <p:nvPr/>
            </p:nvSpPr>
            <p:spPr>
              <a:xfrm>
                <a:off x="1892807" y="367040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" name="head"/>
              <p:cNvSpPr/>
              <p:nvPr/>
            </p:nvSpPr>
            <p:spPr>
              <a:xfrm>
                <a:off x="1847088" y="3557015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" name="hair"/>
              <p:cNvSpPr/>
              <p:nvPr/>
            </p:nvSpPr>
            <p:spPr>
              <a:xfrm rot="16200000">
                <a:off x="1883664" y="351678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" name="eye"/>
              <p:cNvSpPr/>
              <p:nvPr/>
            </p:nvSpPr>
            <p:spPr>
              <a:xfrm>
                <a:off x="1880006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" name="eye"/>
              <p:cNvSpPr/>
              <p:nvPr/>
            </p:nvSpPr>
            <p:spPr>
              <a:xfrm>
                <a:off x="1931212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" name="smile"/>
              <p:cNvSpPr/>
              <p:nvPr/>
            </p:nvSpPr>
            <p:spPr>
              <a:xfrm>
                <a:off x="1885492" y="363016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0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26894" y="3516782"/>
              <a:ext cx="226771" cy="607162"/>
              <a:chOff x="2126894" y="3516782"/>
              <a:chExt cx="226771" cy="607162"/>
            </a:xfrm>
          </p:grpSpPr>
          <p:sp>
            <p:nvSpPr>
              <p:cNvPr id="501" name="arm"/>
              <p:cNvSpPr/>
              <p:nvPr/>
            </p:nvSpPr>
            <p:spPr>
              <a:xfrm>
                <a:off x="2134209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" name="arm"/>
              <p:cNvSpPr/>
              <p:nvPr/>
            </p:nvSpPr>
            <p:spPr>
              <a:xfrm>
                <a:off x="2306116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" name="pant leg"/>
              <p:cNvSpPr/>
              <p:nvPr/>
            </p:nvSpPr>
            <p:spPr>
              <a:xfrm>
                <a:off x="2174443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" name="pant leg"/>
              <p:cNvSpPr/>
              <p:nvPr/>
            </p:nvSpPr>
            <p:spPr>
              <a:xfrm>
                <a:off x="2243937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" name="hips"/>
              <p:cNvSpPr/>
              <p:nvPr/>
            </p:nvSpPr>
            <p:spPr>
              <a:xfrm>
                <a:off x="2174443" y="387156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" name="shoe"/>
              <p:cNvSpPr/>
              <p:nvPr/>
            </p:nvSpPr>
            <p:spPr>
              <a:xfrm>
                <a:off x="2156155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" name="shoe"/>
              <p:cNvSpPr/>
              <p:nvPr/>
            </p:nvSpPr>
            <p:spPr>
              <a:xfrm>
                <a:off x="2251252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" name="shirt"/>
              <p:cNvSpPr/>
              <p:nvPr/>
            </p:nvSpPr>
            <p:spPr>
              <a:xfrm>
                <a:off x="2167127" y="369600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" name="sleeve"/>
              <p:cNvSpPr/>
              <p:nvPr/>
            </p:nvSpPr>
            <p:spPr>
              <a:xfrm>
                <a:off x="2126894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" name="sleeve"/>
              <p:cNvSpPr/>
              <p:nvPr/>
            </p:nvSpPr>
            <p:spPr>
              <a:xfrm>
                <a:off x="2298801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" name="neck"/>
              <p:cNvSpPr/>
              <p:nvPr/>
            </p:nvSpPr>
            <p:spPr>
              <a:xfrm>
                <a:off x="2221991" y="367040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" name="head"/>
              <p:cNvSpPr/>
              <p:nvPr/>
            </p:nvSpPr>
            <p:spPr>
              <a:xfrm>
                <a:off x="2176271" y="3557015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" name="hair"/>
              <p:cNvSpPr/>
              <p:nvPr/>
            </p:nvSpPr>
            <p:spPr>
              <a:xfrm rot="16200000">
                <a:off x="2212847" y="351678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" name="eye"/>
              <p:cNvSpPr/>
              <p:nvPr/>
            </p:nvSpPr>
            <p:spPr>
              <a:xfrm>
                <a:off x="2209190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" name="eye"/>
              <p:cNvSpPr/>
              <p:nvPr/>
            </p:nvSpPr>
            <p:spPr>
              <a:xfrm>
                <a:off x="2260396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" name="smile"/>
              <p:cNvSpPr/>
              <p:nvPr/>
            </p:nvSpPr>
            <p:spPr>
              <a:xfrm>
                <a:off x="2214676" y="363016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1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456078" y="3516782"/>
              <a:ext cx="226771" cy="607162"/>
              <a:chOff x="2456078" y="3516782"/>
              <a:chExt cx="226771" cy="607162"/>
            </a:xfrm>
          </p:grpSpPr>
          <p:sp>
            <p:nvSpPr>
              <p:cNvPr id="518" name="arm"/>
              <p:cNvSpPr/>
              <p:nvPr/>
            </p:nvSpPr>
            <p:spPr>
              <a:xfrm>
                <a:off x="2463393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" name="arm"/>
              <p:cNvSpPr/>
              <p:nvPr/>
            </p:nvSpPr>
            <p:spPr>
              <a:xfrm>
                <a:off x="2635300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" name="pant leg"/>
              <p:cNvSpPr/>
              <p:nvPr/>
            </p:nvSpPr>
            <p:spPr>
              <a:xfrm>
                <a:off x="2503627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" name="pant leg"/>
              <p:cNvSpPr/>
              <p:nvPr/>
            </p:nvSpPr>
            <p:spPr>
              <a:xfrm>
                <a:off x="2573121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" name="hips"/>
              <p:cNvSpPr/>
              <p:nvPr/>
            </p:nvSpPr>
            <p:spPr>
              <a:xfrm>
                <a:off x="2503627" y="387156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" name="shoe"/>
              <p:cNvSpPr/>
              <p:nvPr/>
            </p:nvSpPr>
            <p:spPr>
              <a:xfrm>
                <a:off x="2485339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" name="shoe"/>
              <p:cNvSpPr/>
              <p:nvPr/>
            </p:nvSpPr>
            <p:spPr>
              <a:xfrm>
                <a:off x="2580436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" name="shirt"/>
              <p:cNvSpPr/>
              <p:nvPr/>
            </p:nvSpPr>
            <p:spPr>
              <a:xfrm>
                <a:off x="2496312" y="369600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" name="sleeve"/>
              <p:cNvSpPr/>
              <p:nvPr/>
            </p:nvSpPr>
            <p:spPr>
              <a:xfrm>
                <a:off x="2456078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" name="sleeve"/>
              <p:cNvSpPr/>
              <p:nvPr/>
            </p:nvSpPr>
            <p:spPr>
              <a:xfrm>
                <a:off x="2627985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" name="neck"/>
              <p:cNvSpPr/>
              <p:nvPr/>
            </p:nvSpPr>
            <p:spPr>
              <a:xfrm>
                <a:off x="2551176" y="367040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" name="head"/>
              <p:cNvSpPr/>
              <p:nvPr/>
            </p:nvSpPr>
            <p:spPr>
              <a:xfrm>
                <a:off x="2505456" y="3557015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" name="hair"/>
              <p:cNvSpPr/>
              <p:nvPr/>
            </p:nvSpPr>
            <p:spPr>
              <a:xfrm rot="16200000">
                <a:off x="2542032" y="351678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" name="eye"/>
              <p:cNvSpPr/>
              <p:nvPr/>
            </p:nvSpPr>
            <p:spPr>
              <a:xfrm>
                <a:off x="2538374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" name="eye"/>
              <p:cNvSpPr/>
              <p:nvPr/>
            </p:nvSpPr>
            <p:spPr>
              <a:xfrm>
                <a:off x="2589580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" name="smile"/>
              <p:cNvSpPr/>
              <p:nvPr/>
            </p:nvSpPr>
            <p:spPr>
              <a:xfrm>
                <a:off x="2543860" y="363016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3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85262" y="3516782"/>
              <a:ext cx="226771" cy="607162"/>
              <a:chOff x="2785262" y="3516782"/>
              <a:chExt cx="226771" cy="607162"/>
            </a:xfrm>
          </p:grpSpPr>
          <p:sp>
            <p:nvSpPr>
              <p:cNvPr id="535" name="arm"/>
              <p:cNvSpPr/>
              <p:nvPr/>
            </p:nvSpPr>
            <p:spPr>
              <a:xfrm>
                <a:off x="2792577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" name="arm"/>
              <p:cNvSpPr/>
              <p:nvPr/>
            </p:nvSpPr>
            <p:spPr>
              <a:xfrm>
                <a:off x="2964484" y="3706977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" name="pant leg"/>
              <p:cNvSpPr/>
              <p:nvPr/>
            </p:nvSpPr>
            <p:spPr>
              <a:xfrm>
                <a:off x="2832811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" name="pant leg"/>
              <p:cNvSpPr/>
              <p:nvPr/>
            </p:nvSpPr>
            <p:spPr>
              <a:xfrm>
                <a:off x="2902305" y="3877055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" name="hips"/>
              <p:cNvSpPr/>
              <p:nvPr/>
            </p:nvSpPr>
            <p:spPr>
              <a:xfrm>
                <a:off x="2832811" y="3871569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" name="shoe"/>
              <p:cNvSpPr/>
              <p:nvPr/>
            </p:nvSpPr>
            <p:spPr>
              <a:xfrm>
                <a:off x="2814523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" name="shoe"/>
              <p:cNvSpPr/>
              <p:nvPr/>
            </p:nvSpPr>
            <p:spPr>
              <a:xfrm>
                <a:off x="2909620" y="4087368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" name="shirt"/>
              <p:cNvSpPr/>
              <p:nvPr/>
            </p:nvSpPr>
            <p:spPr>
              <a:xfrm>
                <a:off x="2825496" y="3696004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" name="sleeve"/>
              <p:cNvSpPr/>
              <p:nvPr/>
            </p:nvSpPr>
            <p:spPr>
              <a:xfrm>
                <a:off x="2785262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" name="sleeve"/>
              <p:cNvSpPr/>
              <p:nvPr/>
            </p:nvSpPr>
            <p:spPr>
              <a:xfrm>
                <a:off x="2957169" y="3703320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" name="neck"/>
              <p:cNvSpPr/>
              <p:nvPr/>
            </p:nvSpPr>
            <p:spPr>
              <a:xfrm>
                <a:off x="2880360" y="3670401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" name="head"/>
              <p:cNvSpPr/>
              <p:nvPr/>
            </p:nvSpPr>
            <p:spPr>
              <a:xfrm>
                <a:off x="2834640" y="3557015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" name="hair"/>
              <p:cNvSpPr/>
              <p:nvPr/>
            </p:nvSpPr>
            <p:spPr>
              <a:xfrm rot="16200000">
                <a:off x="2871216" y="3516782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" name="eye"/>
              <p:cNvSpPr/>
              <p:nvPr/>
            </p:nvSpPr>
            <p:spPr>
              <a:xfrm>
                <a:off x="2867558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" name="eye"/>
              <p:cNvSpPr/>
              <p:nvPr/>
            </p:nvSpPr>
            <p:spPr>
              <a:xfrm>
                <a:off x="2918764" y="3628339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" name="smile"/>
              <p:cNvSpPr/>
              <p:nvPr/>
            </p:nvSpPr>
            <p:spPr>
              <a:xfrm>
                <a:off x="2873044" y="3630168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5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0974" y="4230014"/>
              <a:ext cx="226771" cy="607162"/>
              <a:chOff x="480974" y="4230014"/>
              <a:chExt cx="226771" cy="607162"/>
            </a:xfrm>
          </p:grpSpPr>
          <p:sp>
            <p:nvSpPr>
              <p:cNvPr id="552" name="arm"/>
              <p:cNvSpPr/>
              <p:nvPr/>
            </p:nvSpPr>
            <p:spPr>
              <a:xfrm>
                <a:off x="488289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" name="arm"/>
              <p:cNvSpPr/>
              <p:nvPr/>
            </p:nvSpPr>
            <p:spPr>
              <a:xfrm>
                <a:off x="660196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" name="pant leg"/>
              <p:cNvSpPr/>
              <p:nvPr/>
            </p:nvSpPr>
            <p:spPr>
              <a:xfrm>
                <a:off x="528523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" name="pant leg"/>
              <p:cNvSpPr/>
              <p:nvPr/>
            </p:nvSpPr>
            <p:spPr>
              <a:xfrm>
                <a:off x="598017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" name="hips"/>
              <p:cNvSpPr/>
              <p:nvPr/>
            </p:nvSpPr>
            <p:spPr>
              <a:xfrm>
                <a:off x="528523" y="4584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" name="shoe"/>
              <p:cNvSpPr/>
              <p:nvPr/>
            </p:nvSpPr>
            <p:spPr>
              <a:xfrm>
                <a:off x="510235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" name="shoe"/>
              <p:cNvSpPr/>
              <p:nvPr/>
            </p:nvSpPr>
            <p:spPr>
              <a:xfrm>
                <a:off x="605332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" name="shirt"/>
              <p:cNvSpPr/>
              <p:nvPr/>
            </p:nvSpPr>
            <p:spPr>
              <a:xfrm>
                <a:off x="521208" y="4409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" name="sleeve"/>
              <p:cNvSpPr/>
              <p:nvPr/>
            </p:nvSpPr>
            <p:spPr>
              <a:xfrm>
                <a:off x="480974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" name="sleeve"/>
              <p:cNvSpPr/>
              <p:nvPr/>
            </p:nvSpPr>
            <p:spPr>
              <a:xfrm>
                <a:off x="652881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" name="neck"/>
              <p:cNvSpPr/>
              <p:nvPr/>
            </p:nvSpPr>
            <p:spPr>
              <a:xfrm>
                <a:off x="576072" y="4383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" name="head"/>
              <p:cNvSpPr/>
              <p:nvPr/>
            </p:nvSpPr>
            <p:spPr>
              <a:xfrm>
                <a:off x="530352" y="4270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" name="hair"/>
              <p:cNvSpPr/>
              <p:nvPr/>
            </p:nvSpPr>
            <p:spPr>
              <a:xfrm rot="16200000">
                <a:off x="566928" y="4230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" name="eye"/>
              <p:cNvSpPr/>
              <p:nvPr/>
            </p:nvSpPr>
            <p:spPr>
              <a:xfrm>
                <a:off x="563270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" name="eye"/>
              <p:cNvSpPr/>
              <p:nvPr/>
            </p:nvSpPr>
            <p:spPr>
              <a:xfrm>
                <a:off x="614476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" name="smile"/>
              <p:cNvSpPr/>
              <p:nvPr/>
            </p:nvSpPr>
            <p:spPr>
              <a:xfrm>
                <a:off x="568756" y="4343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6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0158" y="4230014"/>
              <a:ext cx="226771" cy="607162"/>
              <a:chOff x="810158" y="4230014"/>
              <a:chExt cx="226771" cy="607162"/>
            </a:xfrm>
          </p:grpSpPr>
          <p:sp>
            <p:nvSpPr>
              <p:cNvPr id="569" name="arm"/>
              <p:cNvSpPr/>
              <p:nvPr/>
            </p:nvSpPr>
            <p:spPr>
              <a:xfrm>
                <a:off x="817473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" name="arm"/>
              <p:cNvSpPr/>
              <p:nvPr/>
            </p:nvSpPr>
            <p:spPr>
              <a:xfrm>
                <a:off x="989380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" name="pant leg"/>
              <p:cNvSpPr/>
              <p:nvPr/>
            </p:nvSpPr>
            <p:spPr>
              <a:xfrm>
                <a:off x="857707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" name="pant leg"/>
              <p:cNvSpPr/>
              <p:nvPr/>
            </p:nvSpPr>
            <p:spPr>
              <a:xfrm>
                <a:off x="927201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" name="hips"/>
              <p:cNvSpPr/>
              <p:nvPr/>
            </p:nvSpPr>
            <p:spPr>
              <a:xfrm>
                <a:off x="857707" y="4584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" name="shoe"/>
              <p:cNvSpPr/>
              <p:nvPr/>
            </p:nvSpPr>
            <p:spPr>
              <a:xfrm>
                <a:off x="839419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" name="shoe"/>
              <p:cNvSpPr/>
              <p:nvPr/>
            </p:nvSpPr>
            <p:spPr>
              <a:xfrm>
                <a:off x="934516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" name="shirt"/>
              <p:cNvSpPr/>
              <p:nvPr/>
            </p:nvSpPr>
            <p:spPr>
              <a:xfrm>
                <a:off x="850392" y="4409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" name="sleeve"/>
              <p:cNvSpPr/>
              <p:nvPr/>
            </p:nvSpPr>
            <p:spPr>
              <a:xfrm>
                <a:off x="810158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" name="sleeve"/>
              <p:cNvSpPr/>
              <p:nvPr/>
            </p:nvSpPr>
            <p:spPr>
              <a:xfrm>
                <a:off x="982065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" name="neck"/>
              <p:cNvSpPr/>
              <p:nvPr/>
            </p:nvSpPr>
            <p:spPr>
              <a:xfrm>
                <a:off x="905256" y="4383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" name="head"/>
              <p:cNvSpPr/>
              <p:nvPr/>
            </p:nvSpPr>
            <p:spPr>
              <a:xfrm>
                <a:off x="859536" y="4270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" name="hair"/>
              <p:cNvSpPr/>
              <p:nvPr/>
            </p:nvSpPr>
            <p:spPr>
              <a:xfrm rot="16200000">
                <a:off x="896112" y="4230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" name="eye"/>
              <p:cNvSpPr/>
              <p:nvPr/>
            </p:nvSpPr>
            <p:spPr>
              <a:xfrm>
                <a:off x="892454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" name="eye"/>
              <p:cNvSpPr/>
              <p:nvPr/>
            </p:nvSpPr>
            <p:spPr>
              <a:xfrm>
                <a:off x="943660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" name="smile"/>
              <p:cNvSpPr/>
              <p:nvPr/>
            </p:nvSpPr>
            <p:spPr>
              <a:xfrm>
                <a:off x="897940" y="4343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9342" y="4230014"/>
              <a:ext cx="226771" cy="607162"/>
              <a:chOff x="1139342" y="4230014"/>
              <a:chExt cx="226771" cy="607162"/>
            </a:xfrm>
          </p:grpSpPr>
          <p:sp>
            <p:nvSpPr>
              <p:cNvPr id="586" name="arm"/>
              <p:cNvSpPr/>
              <p:nvPr/>
            </p:nvSpPr>
            <p:spPr>
              <a:xfrm>
                <a:off x="1146657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" name="arm"/>
              <p:cNvSpPr/>
              <p:nvPr/>
            </p:nvSpPr>
            <p:spPr>
              <a:xfrm>
                <a:off x="1318564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" name="pant leg"/>
              <p:cNvSpPr/>
              <p:nvPr/>
            </p:nvSpPr>
            <p:spPr>
              <a:xfrm>
                <a:off x="1186891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" name="pant leg"/>
              <p:cNvSpPr/>
              <p:nvPr/>
            </p:nvSpPr>
            <p:spPr>
              <a:xfrm>
                <a:off x="1256385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" name="hips"/>
              <p:cNvSpPr/>
              <p:nvPr/>
            </p:nvSpPr>
            <p:spPr>
              <a:xfrm>
                <a:off x="1186891" y="4584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" name="shoe"/>
              <p:cNvSpPr/>
              <p:nvPr/>
            </p:nvSpPr>
            <p:spPr>
              <a:xfrm>
                <a:off x="1168603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" name="shoe"/>
              <p:cNvSpPr/>
              <p:nvPr/>
            </p:nvSpPr>
            <p:spPr>
              <a:xfrm>
                <a:off x="1263700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" name="shirt"/>
              <p:cNvSpPr/>
              <p:nvPr/>
            </p:nvSpPr>
            <p:spPr>
              <a:xfrm>
                <a:off x="1179576" y="4409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" name="sleeve"/>
              <p:cNvSpPr/>
              <p:nvPr/>
            </p:nvSpPr>
            <p:spPr>
              <a:xfrm>
                <a:off x="1139342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" name="sleeve"/>
              <p:cNvSpPr/>
              <p:nvPr/>
            </p:nvSpPr>
            <p:spPr>
              <a:xfrm>
                <a:off x="1311249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" name="neck"/>
              <p:cNvSpPr/>
              <p:nvPr/>
            </p:nvSpPr>
            <p:spPr>
              <a:xfrm>
                <a:off x="1234440" y="4383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" name="head"/>
              <p:cNvSpPr/>
              <p:nvPr/>
            </p:nvSpPr>
            <p:spPr>
              <a:xfrm>
                <a:off x="1188720" y="4270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" name="hair"/>
              <p:cNvSpPr/>
              <p:nvPr/>
            </p:nvSpPr>
            <p:spPr>
              <a:xfrm rot="16200000">
                <a:off x="1225296" y="4230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" name="eye"/>
              <p:cNvSpPr/>
              <p:nvPr/>
            </p:nvSpPr>
            <p:spPr>
              <a:xfrm>
                <a:off x="1221638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" name="eye"/>
              <p:cNvSpPr/>
              <p:nvPr/>
            </p:nvSpPr>
            <p:spPr>
              <a:xfrm>
                <a:off x="1272844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" name="smile"/>
              <p:cNvSpPr/>
              <p:nvPr/>
            </p:nvSpPr>
            <p:spPr>
              <a:xfrm>
                <a:off x="1227124" y="4343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0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68526" y="4230014"/>
              <a:ext cx="226771" cy="607162"/>
              <a:chOff x="1468526" y="4230014"/>
              <a:chExt cx="226771" cy="607162"/>
            </a:xfrm>
          </p:grpSpPr>
          <p:sp>
            <p:nvSpPr>
              <p:cNvPr id="603" name="arm"/>
              <p:cNvSpPr/>
              <p:nvPr/>
            </p:nvSpPr>
            <p:spPr>
              <a:xfrm>
                <a:off x="1475841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" name="arm"/>
              <p:cNvSpPr/>
              <p:nvPr/>
            </p:nvSpPr>
            <p:spPr>
              <a:xfrm>
                <a:off x="1647748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" name="pant leg"/>
              <p:cNvSpPr/>
              <p:nvPr/>
            </p:nvSpPr>
            <p:spPr>
              <a:xfrm>
                <a:off x="1516075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" name="pant leg"/>
              <p:cNvSpPr/>
              <p:nvPr/>
            </p:nvSpPr>
            <p:spPr>
              <a:xfrm>
                <a:off x="1585569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" name="hips"/>
              <p:cNvSpPr/>
              <p:nvPr/>
            </p:nvSpPr>
            <p:spPr>
              <a:xfrm>
                <a:off x="1516075" y="4584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" name="shoe"/>
              <p:cNvSpPr/>
              <p:nvPr/>
            </p:nvSpPr>
            <p:spPr>
              <a:xfrm>
                <a:off x="1497787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" name="shoe"/>
              <p:cNvSpPr/>
              <p:nvPr/>
            </p:nvSpPr>
            <p:spPr>
              <a:xfrm>
                <a:off x="1592884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" name="shirt"/>
              <p:cNvSpPr/>
              <p:nvPr/>
            </p:nvSpPr>
            <p:spPr>
              <a:xfrm>
                <a:off x="1508760" y="4409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" name="sleeve"/>
              <p:cNvSpPr/>
              <p:nvPr/>
            </p:nvSpPr>
            <p:spPr>
              <a:xfrm>
                <a:off x="1468526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" name="sleeve"/>
              <p:cNvSpPr/>
              <p:nvPr/>
            </p:nvSpPr>
            <p:spPr>
              <a:xfrm>
                <a:off x="1640433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" name="neck"/>
              <p:cNvSpPr/>
              <p:nvPr/>
            </p:nvSpPr>
            <p:spPr>
              <a:xfrm>
                <a:off x="1563624" y="4383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" name="head"/>
              <p:cNvSpPr/>
              <p:nvPr/>
            </p:nvSpPr>
            <p:spPr>
              <a:xfrm>
                <a:off x="1517904" y="4270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" name="hair"/>
              <p:cNvSpPr/>
              <p:nvPr/>
            </p:nvSpPr>
            <p:spPr>
              <a:xfrm rot="16200000">
                <a:off x="1554480" y="4230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" name="eye"/>
              <p:cNvSpPr/>
              <p:nvPr/>
            </p:nvSpPr>
            <p:spPr>
              <a:xfrm>
                <a:off x="1550822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" name="eye"/>
              <p:cNvSpPr/>
              <p:nvPr/>
            </p:nvSpPr>
            <p:spPr>
              <a:xfrm>
                <a:off x="1602028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" name="smile"/>
              <p:cNvSpPr/>
              <p:nvPr/>
            </p:nvSpPr>
            <p:spPr>
              <a:xfrm>
                <a:off x="1556308" y="4343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1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4230014"/>
              <a:ext cx="226771" cy="607162"/>
              <a:chOff x="1797710" y="4230014"/>
              <a:chExt cx="226771" cy="607162"/>
            </a:xfrm>
          </p:grpSpPr>
          <p:sp>
            <p:nvSpPr>
              <p:cNvPr id="620" name="arm"/>
              <p:cNvSpPr/>
              <p:nvPr/>
            </p:nvSpPr>
            <p:spPr>
              <a:xfrm>
                <a:off x="1805025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" name="arm"/>
              <p:cNvSpPr/>
              <p:nvPr/>
            </p:nvSpPr>
            <p:spPr>
              <a:xfrm>
                <a:off x="1976932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" name="pant leg"/>
              <p:cNvSpPr/>
              <p:nvPr/>
            </p:nvSpPr>
            <p:spPr>
              <a:xfrm>
                <a:off x="1845259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" name="pant leg"/>
              <p:cNvSpPr/>
              <p:nvPr/>
            </p:nvSpPr>
            <p:spPr>
              <a:xfrm>
                <a:off x="1914753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" name="hips"/>
              <p:cNvSpPr/>
              <p:nvPr/>
            </p:nvSpPr>
            <p:spPr>
              <a:xfrm>
                <a:off x="1845259" y="4584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" name="shoe"/>
              <p:cNvSpPr/>
              <p:nvPr/>
            </p:nvSpPr>
            <p:spPr>
              <a:xfrm>
                <a:off x="1826971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" name="shoe"/>
              <p:cNvSpPr/>
              <p:nvPr/>
            </p:nvSpPr>
            <p:spPr>
              <a:xfrm>
                <a:off x="1922068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shirt"/>
              <p:cNvSpPr/>
              <p:nvPr/>
            </p:nvSpPr>
            <p:spPr>
              <a:xfrm>
                <a:off x="1837943" y="4409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" name="sleeve"/>
              <p:cNvSpPr/>
              <p:nvPr/>
            </p:nvSpPr>
            <p:spPr>
              <a:xfrm>
                <a:off x="1797710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" name="sleeve"/>
              <p:cNvSpPr/>
              <p:nvPr/>
            </p:nvSpPr>
            <p:spPr>
              <a:xfrm>
                <a:off x="1969617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" name="neck"/>
              <p:cNvSpPr/>
              <p:nvPr/>
            </p:nvSpPr>
            <p:spPr>
              <a:xfrm>
                <a:off x="1892807" y="4383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" name="head"/>
              <p:cNvSpPr/>
              <p:nvPr/>
            </p:nvSpPr>
            <p:spPr>
              <a:xfrm>
                <a:off x="1847088" y="4270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" name="hair"/>
              <p:cNvSpPr/>
              <p:nvPr/>
            </p:nvSpPr>
            <p:spPr>
              <a:xfrm rot="16200000">
                <a:off x="1883664" y="4230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eye"/>
              <p:cNvSpPr/>
              <p:nvPr/>
            </p:nvSpPr>
            <p:spPr>
              <a:xfrm>
                <a:off x="1880006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" name="eye"/>
              <p:cNvSpPr/>
              <p:nvPr/>
            </p:nvSpPr>
            <p:spPr>
              <a:xfrm>
                <a:off x="1931212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" name="smile"/>
              <p:cNvSpPr/>
              <p:nvPr/>
            </p:nvSpPr>
            <p:spPr>
              <a:xfrm>
                <a:off x="1885492" y="4343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3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26894" y="4230014"/>
              <a:ext cx="226771" cy="607162"/>
              <a:chOff x="2126894" y="4230014"/>
              <a:chExt cx="226771" cy="607162"/>
            </a:xfrm>
          </p:grpSpPr>
          <p:sp>
            <p:nvSpPr>
              <p:cNvPr id="637" name="arm"/>
              <p:cNvSpPr/>
              <p:nvPr/>
            </p:nvSpPr>
            <p:spPr>
              <a:xfrm>
                <a:off x="2134209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" name="arm"/>
              <p:cNvSpPr/>
              <p:nvPr/>
            </p:nvSpPr>
            <p:spPr>
              <a:xfrm>
                <a:off x="2306116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" name="pant leg"/>
              <p:cNvSpPr/>
              <p:nvPr/>
            </p:nvSpPr>
            <p:spPr>
              <a:xfrm>
                <a:off x="2174443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" name="pant leg"/>
              <p:cNvSpPr/>
              <p:nvPr/>
            </p:nvSpPr>
            <p:spPr>
              <a:xfrm>
                <a:off x="2243937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" name="hips"/>
              <p:cNvSpPr/>
              <p:nvPr/>
            </p:nvSpPr>
            <p:spPr>
              <a:xfrm>
                <a:off x="2174443" y="4584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" name="shoe"/>
              <p:cNvSpPr/>
              <p:nvPr/>
            </p:nvSpPr>
            <p:spPr>
              <a:xfrm>
                <a:off x="2156155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" name="shoe"/>
              <p:cNvSpPr/>
              <p:nvPr/>
            </p:nvSpPr>
            <p:spPr>
              <a:xfrm>
                <a:off x="2251252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" name="shirt"/>
              <p:cNvSpPr/>
              <p:nvPr/>
            </p:nvSpPr>
            <p:spPr>
              <a:xfrm>
                <a:off x="2167127" y="4409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" name="sleeve"/>
              <p:cNvSpPr/>
              <p:nvPr/>
            </p:nvSpPr>
            <p:spPr>
              <a:xfrm>
                <a:off x="2126894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" name="sleeve"/>
              <p:cNvSpPr/>
              <p:nvPr/>
            </p:nvSpPr>
            <p:spPr>
              <a:xfrm>
                <a:off x="2298801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" name="neck"/>
              <p:cNvSpPr/>
              <p:nvPr/>
            </p:nvSpPr>
            <p:spPr>
              <a:xfrm>
                <a:off x="2221991" y="4383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" name="head"/>
              <p:cNvSpPr/>
              <p:nvPr/>
            </p:nvSpPr>
            <p:spPr>
              <a:xfrm>
                <a:off x="2176271" y="4270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" name="hair"/>
              <p:cNvSpPr/>
              <p:nvPr/>
            </p:nvSpPr>
            <p:spPr>
              <a:xfrm rot="16200000">
                <a:off x="2212847" y="4230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" name="eye"/>
              <p:cNvSpPr/>
              <p:nvPr/>
            </p:nvSpPr>
            <p:spPr>
              <a:xfrm>
                <a:off x="2209190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" name="eye"/>
              <p:cNvSpPr/>
              <p:nvPr/>
            </p:nvSpPr>
            <p:spPr>
              <a:xfrm>
                <a:off x="2260396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" name="smile"/>
              <p:cNvSpPr/>
              <p:nvPr/>
            </p:nvSpPr>
            <p:spPr>
              <a:xfrm>
                <a:off x="2214676" y="4343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5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456078" y="4230014"/>
              <a:ext cx="226771" cy="607162"/>
              <a:chOff x="2456078" y="4230014"/>
              <a:chExt cx="226771" cy="607162"/>
            </a:xfrm>
          </p:grpSpPr>
          <p:sp>
            <p:nvSpPr>
              <p:cNvPr id="654" name="arm"/>
              <p:cNvSpPr/>
              <p:nvPr/>
            </p:nvSpPr>
            <p:spPr>
              <a:xfrm>
                <a:off x="2463393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" name="arm"/>
              <p:cNvSpPr/>
              <p:nvPr/>
            </p:nvSpPr>
            <p:spPr>
              <a:xfrm>
                <a:off x="2635300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" name="pant leg"/>
              <p:cNvSpPr/>
              <p:nvPr/>
            </p:nvSpPr>
            <p:spPr>
              <a:xfrm>
                <a:off x="2503627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" name="pant leg"/>
              <p:cNvSpPr/>
              <p:nvPr/>
            </p:nvSpPr>
            <p:spPr>
              <a:xfrm>
                <a:off x="2573121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" name="hips"/>
              <p:cNvSpPr/>
              <p:nvPr/>
            </p:nvSpPr>
            <p:spPr>
              <a:xfrm>
                <a:off x="2503627" y="4584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" name="shoe"/>
              <p:cNvSpPr/>
              <p:nvPr/>
            </p:nvSpPr>
            <p:spPr>
              <a:xfrm>
                <a:off x="2485339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" name="shoe"/>
              <p:cNvSpPr/>
              <p:nvPr/>
            </p:nvSpPr>
            <p:spPr>
              <a:xfrm>
                <a:off x="2580436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" name="shirt"/>
              <p:cNvSpPr/>
              <p:nvPr/>
            </p:nvSpPr>
            <p:spPr>
              <a:xfrm>
                <a:off x="2496312" y="4409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" name="sleeve"/>
              <p:cNvSpPr/>
              <p:nvPr/>
            </p:nvSpPr>
            <p:spPr>
              <a:xfrm>
                <a:off x="2456078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" name="sleeve"/>
              <p:cNvSpPr/>
              <p:nvPr/>
            </p:nvSpPr>
            <p:spPr>
              <a:xfrm>
                <a:off x="2627985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" name="neck"/>
              <p:cNvSpPr/>
              <p:nvPr/>
            </p:nvSpPr>
            <p:spPr>
              <a:xfrm>
                <a:off x="2551176" y="4383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" name="head"/>
              <p:cNvSpPr/>
              <p:nvPr/>
            </p:nvSpPr>
            <p:spPr>
              <a:xfrm>
                <a:off x="2505456" y="4270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" name="hair"/>
              <p:cNvSpPr/>
              <p:nvPr/>
            </p:nvSpPr>
            <p:spPr>
              <a:xfrm rot="16200000">
                <a:off x="2542032" y="4230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" name="eye"/>
              <p:cNvSpPr/>
              <p:nvPr/>
            </p:nvSpPr>
            <p:spPr>
              <a:xfrm>
                <a:off x="2538374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" name="eye"/>
              <p:cNvSpPr/>
              <p:nvPr/>
            </p:nvSpPr>
            <p:spPr>
              <a:xfrm>
                <a:off x="2589580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" name="smile"/>
              <p:cNvSpPr/>
              <p:nvPr/>
            </p:nvSpPr>
            <p:spPr>
              <a:xfrm>
                <a:off x="2543860" y="4343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7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85262" y="4230014"/>
              <a:ext cx="226771" cy="607162"/>
              <a:chOff x="2785262" y="4230014"/>
              <a:chExt cx="226771" cy="607162"/>
            </a:xfrm>
          </p:grpSpPr>
          <p:sp>
            <p:nvSpPr>
              <p:cNvPr id="671" name="arm"/>
              <p:cNvSpPr/>
              <p:nvPr/>
            </p:nvSpPr>
            <p:spPr>
              <a:xfrm>
                <a:off x="2792577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" name="arm"/>
              <p:cNvSpPr/>
              <p:nvPr/>
            </p:nvSpPr>
            <p:spPr>
              <a:xfrm>
                <a:off x="2964484" y="4420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" name="pant leg"/>
              <p:cNvSpPr/>
              <p:nvPr/>
            </p:nvSpPr>
            <p:spPr>
              <a:xfrm>
                <a:off x="2832811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" name="pant leg"/>
              <p:cNvSpPr/>
              <p:nvPr/>
            </p:nvSpPr>
            <p:spPr>
              <a:xfrm>
                <a:off x="2902305" y="4590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" name="hips"/>
              <p:cNvSpPr/>
              <p:nvPr/>
            </p:nvSpPr>
            <p:spPr>
              <a:xfrm>
                <a:off x="2832811" y="4584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" name="shoe"/>
              <p:cNvSpPr/>
              <p:nvPr/>
            </p:nvSpPr>
            <p:spPr>
              <a:xfrm>
                <a:off x="2814523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" name="shoe"/>
              <p:cNvSpPr/>
              <p:nvPr/>
            </p:nvSpPr>
            <p:spPr>
              <a:xfrm>
                <a:off x="2909620" y="4800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" name="shirt"/>
              <p:cNvSpPr/>
              <p:nvPr/>
            </p:nvSpPr>
            <p:spPr>
              <a:xfrm>
                <a:off x="2825496" y="4409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" name="sleeve"/>
              <p:cNvSpPr/>
              <p:nvPr/>
            </p:nvSpPr>
            <p:spPr>
              <a:xfrm>
                <a:off x="2785262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" name="sleeve"/>
              <p:cNvSpPr/>
              <p:nvPr/>
            </p:nvSpPr>
            <p:spPr>
              <a:xfrm>
                <a:off x="2957169" y="4416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" name="neck"/>
              <p:cNvSpPr/>
              <p:nvPr/>
            </p:nvSpPr>
            <p:spPr>
              <a:xfrm>
                <a:off x="2880360" y="4383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" name="head"/>
              <p:cNvSpPr/>
              <p:nvPr/>
            </p:nvSpPr>
            <p:spPr>
              <a:xfrm>
                <a:off x="2834640" y="4270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" name="hair"/>
              <p:cNvSpPr/>
              <p:nvPr/>
            </p:nvSpPr>
            <p:spPr>
              <a:xfrm rot="16200000">
                <a:off x="2871216" y="4230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" name="eye"/>
              <p:cNvSpPr/>
              <p:nvPr/>
            </p:nvSpPr>
            <p:spPr>
              <a:xfrm>
                <a:off x="2867558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" name="eye"/>
              <p:cNvSpPr/>
              <p:nvPr/>
            </p:nvSpPr>
            <p:spPr>
              <a:xfrm>
                <a:off x="2918764" y="4341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" name="smile"/>
              <p:cNvSpPr/>
              <p:nvPr/>
            </p:nvSpPr>
            <p:spPr>
              <a:xfrm>
                <a:off x="2873044" y="4343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687" name="STEM block box"/>
          <p:cNvSpPr/>
          <p:nvPr/>
        </p:nvSpPr>
        <p:spPr>
          <a:xfrm>
            <a:off x="3931920" y="868680"/>
            <a:ext cx="3017520" cy="182880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4069080" y="9418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8F5A"/>
                </a:solidFill>
                <a:latin typeface="Arial"/>
              </a:rPr>
              <a:t>STEM block (16 students)</a:t>
            </a:r>
          </a:p>
        </p:txBody>
      </p:sp>
      <p:grpSp>
        <p:nvGrpSpPr>
          <p:cNvPr id="689" name="STEM block" descr="16 figures in green shirts."/>
          <p:cNvGrpSpPr/>
          <p:nvPr/>
        </p:nvGrpSpPr>
        <p:grpSpPr>
          <a:xfrm>
            <a:off x="4129430" y="1258214"/>
            <a:ext cx="2531059" cy="1292962"/>
            <a:chOff x="4129430" y="1258214"/>
            <a:chExt cx="2531059" cy="1292962"/>
          </a:xfrm>
        </p:grpSpPr>
        <p:grpSp>
          <p:nvGrpSpPr>
            <p:cNvPr id="69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129430" y="1258214"/>
              <a:ext cx="226771" cy="607162"/>
              <a:chOff x="4129430" y="1258214"/>
              <a:chExt cx="226771" cy="607162"/>
            </a:xfrm>
          </p:grpSpPr>
          <p:sp>
            <p:nvSpPr>
              <p:cNvPr id="691" name="arm"/>
              <p:cNvSpPr/>
              <p:nvPr/>
            </p:nvSpPr>
            <p:spPr>
              <a:xfrm>
                <a:off x="4136745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" name="arm"/>
              <p:cNvSpPr/>
              <p:nvPr/>
            </p:nvSpPr>
            <p:spPr>
              <a:xfrm>
                <a:off x="4308652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" name="pant leg"/>
              <p:cNvSpPr/>
              <p:nvPr/>
            </p:nvSpPr>
            <p:spPr>
              <a:xfrm>
                <a:off x="4176979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" name="pant leg"/>
              <p:cNvSpPr/>
              <p:nvPr/>
            </p:nvSpPr>
            <p:spPr>
              <a:xfrm>
                <a:off x="4246473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" name="hips"/>
              <p:cNvSpPr/>
              <p:nvPr/>
            </p:nvSpPr>
            <p:spPr>
              <a:xfrm>
                <a:off x="4176979" y="16130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" name="shoe"/>
              <p:cNvSpPr/>
              <p:nvPr/>
            </p:nvSpPr>
            <p:spPr>
              <a:xfrm>
                <a:off x="4158691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" name="shoe"/>
              <p:cNvSpPr/>
              <p:nvPr/>
            </p:nvSpPr>
            <p:spPr>
              <a:xfrm>
                <a:off x="4253788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" name="shirt"/>
              <p:cNvSpPr/>
              <p:nvPr/>
            </p:nvSpPr>
            <p:spPr>
              <a:xfrm>
                <a:off x="4169663" y="14374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" name="sleeve"/>
              <p:cNvSpPr/>
              <p:nvPr/>
            </p:nvSpPr>
            <p:spPr>
              <a:xfrm>
                <a:off x="4129430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" name="sleeve"/>
              <p:cNvSpPr/>
              <p:nvPr/>
            </p:nvSpPr>
            <p:spPr>
              <a:xfrm>
                <a:off x="4301337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" name="neck"/>
              <p:cNvSpPr/>
              <p:nvPr/>
            </p:nvSpPr>
            <p:spPr>
              <a:xfrm>
                <a:off x="4224528" y="14118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" name="head"/>
              <p:cNvSpPr/>
              <p:nvPr/>
            </p:nvSpPr>
            <p:spPr>
              <a:xfrm>
                <a:off x="4178808" y="12984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" name="hair"/>
              <p:cNvSpPr/>
              <p:nvPr/>
            </p:nvSpPr>
            <p:spPr>
              <a:xfrm rot="16200000">
                <a:off x="4215384" y="12582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" name="eye"/>
              <p:cNvSpPr/>
              <p:nvPr/>
            </p:nvSpPr>
            <p:spPr>
              <a:xfrm>
                <a:off x="4211726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" name="eye"/>
              <p:cNvSpPr/>
              <p:nvPr/>
            </p:nvSpPr>
            <p:spPr>
              <a:xfrm>
                <a:off x="4262932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" name="smile"/>
              <p:cNvSpPr/>
              <p:nvPr/>
            </p:nvSpPr>
            <p:spPr>
              <a:xfrm>
                <a:off x="4217212" y="13716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0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458614" y="1258214"/>
              <a:ext cx="226771" cy="607162"/>
              <a:chOff x="4458614" y="1258214"/>
              <a:chExt cx="226771" cy="607162"/>
            </a:xfrm>
          </p:grpSpPr>
          <p:sp>
            <p:nvSpPr>
              <p:cNvPr id="708" name="arm"/>
              <p:cNvSpPr/>
              <p:nvPr/>
            </p:nvSpPr>
            <p:spPr>
              <a:xfrm>
                <a:off x="4465929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" name="arm"/>
              <p:cNvSpPr/>
              <p:nvPr/>
            </p:nvSpPr>
            <p:spPr>
              <a:xfrm>
                <a:off x="4637836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pant leg"/>
              <p:cNvSpPr/>
              <p:nvPr/>
            </p:nvSpPr>
            <p:spPr>
              <a:xfrm>
                <a:off x="4506163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pant leg"/>
              <p:cNvSpPr/>
              <p:nvPr/>
            </p:nvSpPr>
            <p:spPr>
              <a:xfrm>
                <a:off x="4575657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" name="hips"/>
              <p:cNvSpPr/>
              <p:nvPr/>
            </p:nvSpPr>
            <p:spPr>
              <a:xfrm>
                <a:off x="4506163" y="16130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" name="shoe"/>
              <p:cNvSpPr/>
              <p:nvPr/>
            </p:nvSpPr>
            <p:spPr>
              <a:xfrm>
                <a:off x="4487875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" name="shoe"/>
              <p:cNvSpPr/>
              <p:nvPr/>
            </p:nvSpPr>
            <p:spPr>
              <a:xfrm>
                <a:off x="4582972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" name="shirt"/>
              <p:cNvSpPr/>
              <p:nvPr/>
            </p:nvSpPr>
            <p:spPr>
              <a:xfrm>
                <a:off x="4498848" y="14374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" name="sleeve"/>
              <p:cNvSpPr/>
              <p:nvPr/>
            </p:nvSpPr>
            <p:spPr>
              <a:xfrm>
                <a:off x="4458614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" name="sleeve"/>
              <p:cNvSpPr/>
              <p:nvPr/>
            </p:nvSpPr>
            <p:spPr>
              <a:xfrm>
                <a:off x="4630521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" name="neck"/>
              <p:cNvSpPr/>
              <p:nvPr/>
            </p:nvSpPr>
            <p:spPr>
              <a:xfrm>
                <a:off x="4553712" y="14118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" name="head"/>
              <p:cNvSpPr/>
              <p:nvPr/>
            </p:nvSpPr>
            <p:spPr>
              <a:xfrm>
                <a:off x="4507992" y="12984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" name="hair"/>
              <p:cNvSpPr/>
              <p:nvPr/>
            </p:nvSpPr>
            <p:spPr>
              <a:xfrm rot="16200000">
                <a:off x="4544568" y="12582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" name="eye"/>
              <p:cNvSpPr/>
              <p:nvPr/>
            </p:nvSpPr>
            <p:spPr>
              <a:xfrm>
                <a:off x="4540910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" name="eye"/>
              <p:cNvSpPr/>
              <p:nvPr/>
            </p:nvSpPr>
            <p:spPr>
              <a:xfrm>
                <a:off x="4592116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" name="smile"/>
              <p:cNvSpPr/>
              <p:nvPr/>
            </p:nvSpPr>
            <p:spPr>
              <a:xfrm>
                <a:off x="4546396" y="13716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2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787798" y="1258214"/>
              <a:ext cx="226771" cy="607162"/>
              <a:chOff x="4787798" y="1258214"/>
              <a:chExt cx="226771" cy="607162"/>
            </a:xfrm>
          </p:grpSpPr>
          <p:sp>
            <p:nvSpPr>
              <p:cNvPr id="725" name="arm"/>
              <p:cNvSpPr/>
              <p:nvPr/>
            </p:nvSpPr>
            <p:spPr>
              <a:xfrm>
                <a:off x="4795113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" name="arm"/>
              <p:cNvSpPr/>
              <p:nvPr/>
            </p:nvSpPr>
            <p:spPr>
              <a:xfrm>
                <a:off x="4967020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" name="pant leg"/>
              <p:cNvSpPr/>
              <p:nvPr/>
            </p:nvSpPr>
            <p:spPr>
              <a:xfrm>
                <a:off x="4835347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" name="pant leg"/>
              <p:cNvSpPr/>
              <p:nvPr/>
            </p:nvSpPr>
            <p:spPr>
              <a:xfrm>
                <a:off x="4904841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" name="hips"/>
              <p:cNvSpPr/>
              <p:nvPr/>
            </p:nvSpPr>
            <p:spPr>
              <a:xfrm>
                <a:off x="4835347" y="16130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" name="shoe"/>
              <p:cNvSpPr/>
              <p:nvPr/>
            </p:nvSpPr>
            <p:spPr>
              <a:xfrm>
                <a:off x="4817059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" name="shoe"/>
              <p:cNvSpPr/>
              <p:nvPr/>
            </p:nvSpPr>
            <p:spPr>
              <a:xfrm>
                <a:off x="4912156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" name="shirt"/>
              <p:cNvSpPr/>
              <p:nvPr/>
            </p:nvSpPr>
            <p:spPr>
              <a:xfrm>
                <a:off x="4828031" y="14374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" name="sleeve"/>
              <p:cNvSpPr/>
              <p:nvPr/>
            </p:nvSpPr>
            <p:spPr>
              <a:xfrm>
                <a:off x="4787798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" name="sleeve"/>
              <p:cNvSpPr/>
              <p:nvPr/>
            </p:nvSpPr>
            <p:spPr>
              <a:xfrm>
                <a:off x="4959705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" name="neck"/>
              <p:cNvSpPr/>
              <p:nvPr/>
            </p:nvSpPr>
            <p:spPr>
              <a:xfrm>
                <a:off x="4882896" y="14118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" name="head"/>
              <p:cNvSpPr/>
              <p:nvPr/>
            </p:nvSpPr>
            <p:spPr>
              <a:xfrm>
                <a:off x="4837176" y="12984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" name="hair"/>
              <p:cNvSpPr/>
              <p:nvPr/>
            </p:nvSpPr>
            <p:spPr>
              <a:xfrm rot="16200000">
                <a:off x="4873752" y="12582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" name="eye"/>
              <p:cNvSpPr/>
              <p:nvPr/>
            </p:nvSpPr>
            <p:spPr>
              <a:xfrm>
                <a:off x="4870094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" name="eye"/>
              <p:cNvSpPr/>
              <p:nvPr/>
            </p:nvSpPr>
            <p:spPr>
              <a:xfrm>
                <a:off x="4921300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" name="smile"/>
              <p:cNvSpPr/>
              <p:nvPr/>
            </p:nvSpPr>
            <p:spPr>
              <a:xfrm>
                <a:off x="4875580" y="13716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4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116982" y="1258214"/>
              <a:ext cx="226771" cy="607162"/>
              <a:chOff x="5116982" y="1258214"/>
              <a:chExt cx="226771" cy="607162"/>
            </a:xfrm>
          </p:grpSpPr>
          <p:sp>
            <p:nvSpPr>
              <p:cNvPr id="742" name="arm"/>
              <p:cNvSpPr/>
              <p:nvPr/>
            </p:nvSpPr>
            <p:spPr>
              <a:xfrm>
                <a:off x="5124297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" name="arm"/>
              <p:cNvSpPr/>
              <p:nvPr/>
            </p:nvSpPr>
            <p:spPr>
              <a:xfrm>
                <a:off x="5296204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" name="pant leg"/>
              <p:cNvSpPr/>
              <p:nvPr/>
            </p:nvSpPr>
            <p:spPr>
              <a:xfrm>
                <a:off x="5164531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" name="pant leg"/>
              <p:cNvSpPr/>
              <p:nvPr/>
            </p:nvSpPr>
            <p:spPr>
              <a:xfrm>
                <a:off x="5234025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" name="hips"/>
              <p:cNvSpPr/>
              <p:nvPr/>
            </p:nvSpPr>
            <p:spPr>
              <a:xfrm>
                <a:off x="5164531" y="16130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" name="shoe"/>
              <p:cNvSpPr/>
              <p:nvPr/>
            </p:nvSpPr>
            <p:spPr>
              <a:xfrm>
                <a:off x="5146243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" name="shoe"/>
              <p:cNvSpPr/>
              <p:nvPr/>
            </p:nvSpPr>
            <p:spPr>
              <a:xfrm>
                <a:off x="5241340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" name="shirt"/>
              <p:cNvSpPr/>
              <p:nvPr/>
            </p:nvSpPr>
            <p:spPr>
              <a:xfrm>
                <a:off x="5157216" y="14374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" name="sleeve"/>
              <p:cNvSpPr/>
              <p:nvPr/>
            </p:nvSpPr>
            <p:spPr>
              <a:xfrm>
                <a:off x="5116982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" name="sleeve"/>
              <p:cNvSpPr/>
              <p:nvPr/>
            </p:nvSpPr>
            <p:spPr>
              <a:xfrm>
                <a:off x="5288889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" name="neck"/>
              <p:cNvSpPr/>
              <p:nvPr/>
            </p:nvSpPr>
            <p:spPr>
              <a:xfrm>
                <a:off x="5212080" y="14118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" name="head"/>
              <p:cNvSpPr/>
              <p:nvPr/>
            </p:nvSpPr>
            <p:spPr>
              <a:xfrm>
                <a:off x="5166360" y="12984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" name="hair"/>
              <p:cNvSpPr/>
              <p:nvPr/>
            </p:nvSpPr>
            <p:spPr>
              <a:xfrm rot="16200000">
                <a:off x="5202936" y="12582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" name="eye"/>
              <p:cNvSpPr/>
              <p:nvPr/>
            </p:nvSpPr>
            <p:spPr>
              <a:xfrm>
                <a:off x="5199278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" name="eye"/>
              <p:cNvSpPr/>
              <p:nvPr/>
            </p:nvSpPr>
            <p:spPr>
              <a:xfrm>
                <a:off x="5250484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" name="smile"/>
              <p:cNvSpPr/>
              <p:nvPr/>
            </p:nvSpPr>
            <p:spPr>
              <a:xfrm>
                <a:off x="5204764" y="13716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5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446166" y="1258214"/>
              <a:ext cx="226771" cy="607162"/>
              <a:chOff x="5446166" y="1258214"/>
              <a:chExt cx="226771" cy="607162"/>
            </a:xfrm>
          </p:grpSpPr>
          <p:sp>
            <p:nvSpPr>
              <p:cNvPr id="759" name="arm"/>
              <p:cNvSpPr/>
              <p:nvPr/>
            </p:nvSpPr>
            <p:spPr>
              <a:xfrm>
                <a:off x="5453481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" name="arm"/>
              <p:cNvSpPr/>
              <p:nvPr/>
            </p:nvSpPr>
            <p:spPr>
              <a:xfrm>
                <a:off x="5625388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" name="pant leg"/>
              <p:cNvSpPr/>
              <p:nvPr/>
            </p:nvSpPr>
            <p:spPr>
              <a:xfrm>
                <a:off x="5493715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" name="pant leg"/>
              <p:cNvSpPr/>
              <p:nvPr/>
            </p:nvSpPr>
            <p:spPr>
              <a:xfrm>
                <a:off x="5563209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" name="hips"/>
              <p:cNvSpPr/>
              <p:nvPr/>
            </p:nvSpPr>
            <p:spPr>
              <a:xfrm>
                <a:off x="5493715" y="16130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" name="shoe"/>
              <p:cNvSpPr/>
              <p:nvPr/>
            </p:nvSpPr>
            <p:spPr>
              <a:xfrm>
                <a:off x="5475427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" name="shoe"/>
              <p:cNvSpPr/>
              <p:nvPr/>
            </p:nvSpPr>
            <p:spPr>
              <a:xfrm>
                <a:off x="5570524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" name="shirt"/>
              <p:cNvSpPr/>
              <p:nvPr/>
            </p:nvSpPr>
            <p:spPr>
              <a:xfrm>
                <a:off x="5486399" y="14374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" name="sleeve"/>
              <p:cNvSpPr/>
              <p:nvPr/>
            </p:nvSpPr>
            <p:spPr>
              <a:xfrm>
                <a:off x="5446166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" name="sleeve"/>
              <p:cNvSpPr/>
              <p:nvPr/>
            </p:nvSpPr>
            <p:spPr>
              <a:xfrm>
                <a:off x="5618073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" name="neck"/>
              <p:cNvSpPr/>
              <p:nvPr/>
            </p:nvSpPr>
            <p:spPr>
              <a:xfrm>
                <a:off x="5541264" y="14118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" name="head"/>
              <p:cNvSpPr/>
              <p:nvPr/>
            </p:nvSpPr>
            <p:spPr>
              <a:xfrm>
                <a:off x="5495544" y="12984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" name="hair"/>
              <p:cNvSpPr/>
              <p:nvPr/>
            </p:nvSpPr>
            <p:spPr>
              <a:xfrm rot="16200000">
                <a:off x="5532120" y="12582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" name="eye"/>
              <p:cNvSpPr/>
              <p:nvPr/>
            </p:nvSpPr>
            <p:spPr>
              <a:xfrm>
                <a:off x="5528462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" name="eye"/>
              <p:cNvSpPr/>
              <p:nvPr/>
            </p:nvSpPr>
            <p:spPr>
              <a:xfrm>
                <a:off x="5579668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" name="smile"/>
              <p:cNvSpPr/>
              <p:nvPr/>
            </p:nvSpPr>
            <p:spPr>
              <a:xfrm>
                <a:off x="5533948" y="13716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7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775350" y="1258214"/>
              <a:ext cx="226771" cy="607162"/>
              <a:chOff x="5775350" y="1258214"/>
              <a:chExt cx="226771" cy="607162"/>
            </a:xfrm>
          </p:grpSpPr>
          <p:sp>
            <p:nvSpPr>
              <p:cNvPr id="776" name="arm"/>
              <p:cNvSpPr/>
              <p:nvPr/>
            </p:nvSpPr>
            <p:spPr>
              <a:xfrm>
                <a:off x="5782665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" name="arm"/>
              <p:cNvSpPr/>
              <p:nvPr/>
            </p:nvSpPr>
            <p:spPr>
              <a:xfrm>
                <a:off x="5954572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" name="pant leg"/>
              <p:cNvSpPr/>
              <p:nvPr/>
            </p:nvSpPr>
            <p:spPr>
              <a:xfrm>
                <a:off x="5822899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" name="pant leg"/>
              <p:cNvSpPr/>
              <p:nvPr/>
            </p:nvSpPr>
            <p:spPr>
              <a:xfrm>
                <a:off x="5892393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" name="hips"/>
              <p:cNvSpPr/>
              <p:nvPr/>
            </p:nvSpPr>
            <p:spPr>
              <a:xfrm>
                <a:off x="5822899" y="16130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" name="shoe"/>
              <p:cNvSpPr/>
              <p:nvPr/>
            </p:nvSpPr>
            <p:spPr>
              <a:xfrm>
                <a:off x="5804611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" name="shoe"/>
              <p:cNvSpPr/>
              <p:nvPr/>
            </p:nvSpPr>
            <p:spPr>
              <a:xfrm>
                <a:off x="5899708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" name="shirt"/>
              <p:cNvSpPr/>
              <p:nvPr/>
            </p:nvSpPr>
            <p:spPr>
              <a:xfrm>
                <a:off x="5815583" y="14374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" name="sleeve"/>
              <p:cNvSpPr/>
              <p:nvPr/>
            </p:nvSpPr>
            <p:spPr>
              <a:xfrm>
                <a:off x="5775350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" name="sleeve"/>
              <p:cNvSpPr/>
              <p:nvPr/>
            </p:nvSpPr>
            <p:spPr>
              <a:xfrm>
                <a:off x="5947257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" name="neck"/>
              <p:cNvSpPr/>
              <p:nvPr/>
            </p:nvSpPr>
            <p:spPr>
              <a:xfrm>
                <a:off x="5870448" y="14118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" name="head"/>
              <p:cNvSpPr/>
              <p:nvPr/>
            </p:nvSpPr>
            <p:spPr>
              <a:xfrm>
                <a:off x="5824728" y="12984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" name="hair"/>
              <p:cNvSpPr/>
              <p:nvPr/>
            </p:nvSpPr>
            <p:spPr>
              <a:xfrm rot="16200000">
                <a:off x="5861304" y="12582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" name="eye"/>
              <p:cNvSpPr/>
              <p:nvPr/>
            </p:nvSpPr>
            <p:spPr>
              <a:xfrm>
                <a:off x="5857646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" name="eye"/>
              <p:cNvSpPr/>
              <p:nvPr/>
            </p:nvSpPr>
            <p:spPr>
              <a:xfrm>
                <a:off x="5908852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" name="smile"/>
              <p:cNvSpPr/>
              <p:nvPr/>
            </p:nvSpPr>
            <p:spPr>
              <a:xfrm>
                <a:off x="5863132" y="13716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9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104534" y="1258214"/>
              <a:ext cx="226771" cy="607162"/>
              <a:chOff x="6104534" y="1258214"/>
              <a:chExt cx="226771" cy="607162"/>
            </a:xfrm>
          </p:grpSpPr>
          <p:sp>
            <p:nvSpPr>
              <p:cNvPr id="793" name="arm"/>
              <p:cNvSpPr/>
              <p:nvPr/>
            </p:nvSpPr>
            <p:spPr>
              <a:xfrm>
                <a:off x="6111849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" name="arm"/>
              <p:cNvSpPr/>
              <p:nvPr/>
            </p:nvSpPr>
            <p:spPr>
              <a:xfrm>
                <a:off x="6283756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" name="pant leg"/>
              <p:cNvSpPr/>
              <p:nvPr/>
            </p:nvSpPr>
            <p:spPr>
              <a:xfrm>
                <a:off x="6152083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" name="pant leg"/>
              <p:cNvSpPr/>
              <p:nvPr/>
            </p:nvSpPr>
            <p:spPr>
              <a:xfrm>
                <a:off x="6221577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" name="hips"/>
              <p:cNvSpPr/>
              <p:nvPr/>
            </p:nvSpPr>
            <p:spPr>
              <a:xfrm>
                <a:off x="6152083" y="16130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" name="shoe"/>
              <p:cNvSpPr/>
              <p:nvPr/>
            </p:nvSpPr>
            <p:spPr>
              <a:xfrm>
                <a:off x="6133795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" name="shoe"/>
              <p:cNvSpPr/>
              <p:nvPr/>
            </p:nvSpPr>
            <p:spPr>
              <a:xfrm>
                <a:off x="6228892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" name="shirt"/>
              <p:cNvSpPr/>
              <p:nvPr/>
            </p:nvSpPr>
            <p:spPr>
              <a:xfrm>
                <a:off x="6144768" y="14374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" name="sleeve"/>
              <p:cNvSpPr/>
              <p:nvPr/>
            </p:nvSpPr>
            <p:spPr>
              <a:xfrm>
                <a:off x="6104534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" name="sleeve"/>
              <p:cNvSpPr/>
              <p:nvPr/>
            </p:nvSpPr>
            <p:spPr>
              <a:xfrm>
                <a:off x="6276441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" name="neck"/>
              <p:cNvSpPr/>
              <p:nvPr/>
            </p:nvSpPr>
            <p:spPr>
              <a:xfrm>
                <a:off x="6199632" y="14118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" name="head"/>
              <p:cNvSpPr/>
              <p:nvPr/>
            </p:nvSpPr>
            <p:spPr>
              <a:xfrm>
                <a:off x="6153912" y="12984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" name="hair"/>
              <p:cNvSpPr/>
              <p:nvPr/>
            </p:nvSpPr>
            <p:spPr>
              <a:xfrm rot="16200000">
                <a:off x="6190488" y="12582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" name="eye"/>
              <p:cNvSpPr/>
              <p:nvPr/>
            </p:nvSpPr>
            <p:spPr>
              <a:xfrm>
                <a:off x="6186830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" name="eye"/>
              <p:cNvSpPr/>
              <p:nvPr/>
            </p:nvSpPr>
            <p:spPr>
              <a:xfrm>
                <a:off x="6238036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" name="smile"/>
              <p:cNvSpPr/>
              <p:nvPr/>
            </p:nvSpPr>
            <p:spPr>
              <a:xfrm>
                <a:off x="6192316" y="13716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0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433718" y="1258214"/>
              <a:ext cx="226771" cy="607162"/>
              <a:chOff x="6433718" y="1258214"/>
              <a:chExt cx="226771" cy="607162"/>
            </a:xfrm>
          </p:grpSpPr>
          <p:sp>
            <p:nvSpPr>
              <p:cNvPr id="810" name="arm"/>
              <p:cNvSpPr/>
              <p:nvPr/>
            </p:nvSpPr>
            <p:spPr>
              <a:xfrm>
                <a:off x="6441033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" name="arm"/>
              <p:cNvSpPr/>
              <p:nvPr/>
            </p:nvSpPr>
            <p:spPr>
              <a:xfrm>
                <a:off x="6612940" y="14484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" name="pant leg"/>
              <p:cNvSpPr/>
              <p:nvPr/>
            </p:nvSpPr>
            <p:spPr>
              <a:xfrm>
                <a:off x="6481267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" name="pant leg"/>
              <p:cNvSpPr/>
              <p:nvPr/>
            </p:nvSpPr>
            <p:spPr>
              <a:xfrm>
                <a:off x="6550761" y="16184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" name="hips"/>
              <p:cNvSpPr/>
              <p:nvPr/>
            </p:nvSpPr>
            <p:spPr>
              <a:xfrm>
                <a:off x="6481267" y="16130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" name="shoe"/>
              <p:cNvSpPr/>
              <p:nvPr/>
            </p:nvSpPr>
            <p:spPr>
              <a:xfrm>
                <a:off x="6462979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" name="shoe"/>
              <p:cNvSpPr/>
              <p:nvPr/>
            </p:nvSpPr>
            <p:spPr>
              <a:xfrm>
                <a:off x="6558076" y="18288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" name="shirt"/>
              <p:cNvSpPr/>
              <p:nvPr/>
            </p:nvSpPr>
            <p:spPr>
              <a:xfrm>
                <a:off x="6473951" y="14374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" name="sleeve"/>
              <p:cNvSpPr/>
              <p:nvPr/>
            </p:nvSpPr>
            <p:spPr>
              <a:xfrm>
                <a:off x="6433718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" name="sleeve"/>
              <p:cNvSpPr/>
              <p:nvPr/>
            </p:nvSpPr>
            <p:spPr>
              <a:xfrm>
                <a:off x="6605625" y="14447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" name="neck"/>
              <p:cNvSpPr/>
              <p:nvPr/>
            </p:nvSpPr>
            <p:spPr>
              <a:xfrm>
                <a:off x="6528816" y="14118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" name="head"/>
              <p:cNvSpPr/>
              <p:nvPr/>
            </p:nvSpPr>
            <p:spPr>
              <a:xfrm>
                <a:off x="6483096" y="12984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" name="hair"/>
              <p:cNvSpPr/>
              <p:nvPr/>
            </p:nvSpPr>
            <p:spPr>
              <a:xfrm rot="16200000">
                <a:off x="6519672" y="12582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" name="eye"/>
              <p:cNvSpPr/>
              <p:nvPr/>
            </p:nvSpPr>
            <p:spPr>
              <a:xfrm>
                <a:off x="6516014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" name="eye"/>
              <p:cNvSpPr/>
              <p:nvPr/>
            </p:nvSpPr>
            <p:spPr>
              <a:xfrm>
                <a:off x="6567220" y="13697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" name="smile"/>
              <p:cNvSpPr/>
              <p:nvPr/>
            </p:nvSpPr>
            <p:spPr>
              <a:xfrm>
                <a:off x="6521500" y="13716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2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129430" y="1944014"/>
              <a:ext cx="226771" cy="607162"/>
              <a:chOff x="4129430" y="1944014"/>
              <a:chExt cx="226771" cy="607162"/>
            </a:xfrm>
          </p:grpSpPr>
          <p:sp>
            <p:nvSpPr>
              <p:cNvPr id="827" name="arm"/>
              <p:cNvSpPr/>
              <p:nvPr/>
            </p:nvSpPr>
            <p:spPr>
              <a:xfrm>
                <a:off x="4136745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" name="arm"/>
              <p:cNvSpPr/>
              <p:nvPr/>
            </p:nvSpPr>
            <p:spPr>
              <a:xfrm>
                <a:off x="4308652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" name="pant leg"/>
              <p:cNvSpPr/>
              <p:nvPr/>
            </p:nvSpPr>
            <p:spPr>
              <a:xfrm>
                <a:off x="4176979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" name="pant leg"/>
              <p:cNvSpPr/>
              <p:nvPr/>
            </p:nvSpPr>
            <p:spPr>
              <a:xfrm>
                <a:off x="4246473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" name="hips"/>
              <p:cNvSpPr/>
              <p:nvPr/>
            </p:nvSpPr>
            <p:spPr>
              <a:xfrm>
                <a:off x="4176979" y="2298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" name="shoe"/>
              <p:cNvSpPr/>
              <p:nvPr/>
            </p:nvSpPr>
            <p:spPr>
              <a:xfrm>
                <a:off x="4158691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" name="shoe"/>
              <p:cNvSpPr/>
              <p:nvPr/>
            </p:nvSpPr>
            <p:spPr>
              <a:xfrm>
                <a:off x="4253788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" name="shirt"/>
              <p:cNvSpPr/>
              <p:nvPr/>
            </p:nvSpPr>
            <p:spPr>
              <a:xfrm>
                <a:off x="4169663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" name="sleeve"/>
              <p:cNvSpPr/>
              <p:nvPr/>
            </p:nvSpPr>
            <p:spPr>
              <a:xfrm>
                <a:off x="4129430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" name="sleeve"/>
              <p:cNvSpPr/>
              <p:nvPr/>
            </p:nvSpPr>
            <p:spPr>
              <a:xfrm>
                <a:off x="4301337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" name="neck"/>
              <p:cNvSpPr/>
              <p:nvPr/>
            </p:nvSpPr>
            <p:spPr>
              <a:xfrm>
                <a:off x="4224528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" name="head"/>
              <p:cNvSpPr/>
              <p:nvPr/>
            </p:nvSpPr>
            <p:spPr>
              <a:xfrm>
                <a:off x="4178808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" name="hair"/>
              <p:cNvSpPr/>
              <p:nvPr/>
            </p:nvSpPr>
            <p:spPr>
              <a:xfrm rot="16200000">
                <a:off x="4215384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" name="eye"/>
              <p:cNvSpPr/>
              <p:nvPr/>
            </p:nvSpPr>
            <p:spPr>
              <a:xfrm>
                <a:off x="421172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" name="eye"/>
              <p:cNvSpPr/>
              <p:nvPr/>
            </p:nvSpPr>
            <p:spPr>
              <a:xfrm>
                <a:off x="426293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" name="smile"/>
              <p:cNvSpPr/>
              <p:nvPr/>
            </p:nvSpPr>
            <p:spPr>
              <a:xfrm>
                <a:off x="4217212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4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458614" y="1944014"/>
              <a:ext cx="226771" cy="607162"/>
              <a:chOff x="4458614" y="1944014"/>
              <a:chExt cx="226771" cy="607162"/>
            </a:xfrm>
          </p:grpSpPr>
          <p:sp>
            <p:nvSpPr>
              <p:cNvPr id="844" name="arm"/>
              <p:cNvSpPr/>
              <p:nvPr/>
            </p:nvSpPr>
            <p:spPr>
              <a:xfrm>
                <a:off x="4465929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" name="arm"/>
              <p:cNvSpPr/>
              <p:nvPr/>
            </p:nvSpPr>
            <p:spPr>
              <a:xfrm>
                <a:off x="4637836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" name="pant leg"/>
              <p:cNvSpPr/>
              <p:nvPr/>
            </p:nvSpPr>
            <p:spPr>
              <a:xfrm>
                <a:off x="4506163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" name="pant leg"/>
              <p:cNvSpPr/>
              <p:nvPr/>
            </p:nvSpPr>
            <p:spPr>
              <a:xfrm>
                <a:off x="4575657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" name="hips"/>
              <p:cNvSpPr/>
              <p:nvPr/>
            </p:nvSpPr>
            <p:spPr>
              <a:xfrm>
                <a:off x="4506163" y="2298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" name="shoe"/>
              <p:cNvSpPr/>
              <p:nvPr/>
            </p:nvSpPr>
            <p:spPr>
              <a:xfrm>
                <a:off x="4487875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" name="shoe"/>
              <p:cNvSpPr/>
              <p:nvPr/>
            </p:nvSpPr>
            <p:spPr>
              <a:xfrm>
                <a:off x="4582972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" name="shirt"/>
              <p:cNvSpPr/>
              <p:nvPr/>
            </p:nvSpPr>
            <p:spPr>
              <a:xfrm>
                <a:off x="4498848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" name="sleeve"/>
              <p:cNvSpPr/>
              <p:nvPr/>
            </p:nvSpPr>
            <p:spPr>
              <a:xfrm>
                <a:off x="4458614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" name="sleeve"/>
              <p:cNvSpPr/>
              <p:nvPr/>
            </p:nvSpPr>
            <p:spPr>
              <a:xfrm>
                <a:off x="4630521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" name="neck"/>
              <p:cNvSpPr/>
              <p:nvPr/>
            </p:nvSpPr>
            <p:spPr>
              <a:xfrm>
                <a:off x="4553712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" name="head"/>
              <p:cNvSpPr/>
              <p:nvPr/>
            </p:nvSpPr>
            <p:spPr>
              <a:xfrm>
                <a:off x="4507992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" name="hair"/>
              <p:cNvSpPr/>
              <p:nvPr/>
            </p:nvSpPr>
            <p:spPr>
              <a:xfrm rot="16200000">
                <a:off x="4544568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" name="eye"/>
              <p:cNvSpPr/>
              <p:nvPr/>
            </p:nvSpPr>
            <p:spPr>
              <a:xfrm>
                <a:off x="454091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" name="eye"/>
              <p:cNvSpPr/>
              <p:nvPr/>
            </p:nvSpPr>
            <p:spPr>
              <a:xfrm>
                <a:off x="459211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" name="smile"/>
              <p:cNvSpPr/>
              <p:nvPr/>
            </p:nvSpPr>
            <p:spPr>
              <a:xfrm>
                <a:off x="4546396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6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787798" y="1944014"/>
              <a:ext cx="226771" cy="607162"/>
              <a:chOff x="4787798" y="1944014"/>
              <a:chExt cx="226771" cy="607162"/>
            </a:xfrm>
          </p:grpSpPr>
          <p:sp>
            <p:nvSpPr>
              <p:cNvPr id="861" name="arm"/>
              <p:cNvSpPr/>
              <p:nvPr/>
            </p:nvSpPr>
            <p:spPr>
              <a:xfrm>
                <a:off x="4795113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" name="arm"/>
              <p:cNvSpPr/>
              <p:nvPr/>
            </p:nvSpPr>
            <p:spPr>
              <a:xfrm>
                <a:off x="4967020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" name="pant leg"/>
              <p:cNvSpPr/>
              <p:nvPr/>
            </p:nvSpPr>
            <p:spPr>
              <a:xfrm>
                <a:off x="4835347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" name="pant leg"/>
              <p:cNvSpPr/>
              <p:nvPr/>
            </p:nvSpPr>
            <p:spPr>
              <a:xfrm>
                <a:off x="4904841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" name="hips"/>
              <p:cNvSpPr/>
              <p:nvPr/>
            </p:nvSpPr>
            <p:spPr>
              <a:xfrm>
                <a:off x="4835347" y="2298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" name="shoe"/>
              <p:cNvSpPr/>
              <p:nvPr/>
            </p:nvSpPr>
            <p:spPr>
              <a:xfrm>
                <a:off x="4817059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" name="shoe"/>
              <p:cNvSpPr/>
              <p:nvPr/>
            </p:nvSpPr>
            <p:spPr>
              <a:xfrm>
                <a:off x="4912156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" name="shirt"/>
              <p:cNvSpPr/>
              <p:nvPr/>
            </p:nvSpPr>
            <p:spPr>
              <a:xfrm>
                <a:off x="4828031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" name="sleeve"/>
              <p:cNvSpPr/>
              <p:nvPr/>
            </p:nvSpPr>
            <p:spPr>
              <a:xfrm>
                <a:off x="4787798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" name="sleeve"/>
              <p:cNvSpPr/>
              <p:nvPr/>
            </p:nvSpPr>
            <p:spPr>
              <a:xfrm>
                <a:off x="4959705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" name="neck"/>
              <p:cNvSpPr/>
              <p:nvPr/>
            </p:nvSpPr>
            <p:spPr>
              <a:xfrm>
                <a:off x="4882896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" name="head"/>
              <p:cNvSpPr/>
              <p:nvPr/>
            </p:nvSpPr>
            <p:spPr>
              <a:xfrm>
                <a:off x="4837176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" name="hair"/>
              <p:cNvSpPr/>
              <p:nvPr/>
            </p:nvSpPr>
            <p:spPr>
              <a:xfrm rot="16200000">
                <a:off x="4873752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" name="eye"/>
              <p:cNvSpPr/>
              <p:nvPr/>
            </p:nvSpPr>
            <p:spPr>
              <a:xfrm>
                <a:off x="487009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" name="eye"/>
              <p:cNvSpPr/>
              <p:nvPr/>
            </p:nvSpPr>
            <p:spPr>
              <a:xfrm>
                <a:off x="492130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" name="smile"/>
              <p:cNvSpPr/>
              <p:nvPr/>
            </p:nvSpPr>
            <p:spPr>
              <a:xfrm>
                <a:off x="4875580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7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116982" y="1944014"/>
              <a:ext cx="226771" cy="607162"/>
              <a:chOff x="5116982" y="1944014"/>
              <a:chExt cx="226771" cy="607162"/>
            </a:xfrm>
          </p:grpSpPr>
          <p:sp>
            <p:nvSpPr>
              <p:cNvPr id="878" name="arm"/>
              <p:cNvSpPr/>
              <p:nvPr/>
            </p:nvSpPr>
            <p:spPr>
              <a:xfrm>
                <a:off x="5124297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" name="arm"/>
              <p:cNvSpPr/>
              <p:nvPr/>
            </p:nvSpPr>
            <p:spPr>
              <a:xfrm>
                <a:off x="5296204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" name="pant leg"/>
              <p:cNvSpPr/>
              <p:nvPr/>
            </p:nvSpPr>
            <p:spPr>
              <a:xfrm>
                <a:off x="5164531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" name="pant leg"/>
              <p:cNvSpPr/>
              <p:nvPr/>
            </p:nvSpPr>
            <p:spPr>
              <a:xfrm>
                <a:off x="5234025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" name="hips"/>
              <p:cNvSpPr/>
              <p:nvPr/>
            </p:nvSpPr>
            <p:spPr>
              <a:xfrm>
                <a:off x="5164531" y="2298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" name="shoe"/>
              <p:cNvSpPr/>
              <p:nvPr/>
            </p:nvSpPr>
            <p:spPr>
              <a:xfrm>
                <a:off x="5146243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" name="shoe"/>
              <p:cNvSpPr/>
              <p:nvPr/>
            </p:nvSpPr>
            <p:spPr>
              <a:xfrm>
                <a:off x="5241340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" name="shirt"/>
              <p:cNvSpPr/>
              <p:nvPr/>
            </p:nvSpPr>
            <p:spPr>
              <a:xfrm>
                <a:off x="5157216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" name="sleeve"/>
              <p:cNvSpPr/>
              <p:nvPr/>
            </p:nvSpPr>
            <p:spPr>
              <a:xfrm>
                <a:off x="5116982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" name="sleeve"/>
              <p:cNvSpPr/>
              <p:nvPr/>
            </p:nvSpPr>
            <p:spPr>
              <a:xfrm>
                <a:off x="5288889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" name="neck"/>
              <p:cNvSpPr/>
              <p:nvPr/>
            </p:nvSpPr>
            <p:spPr>
              <a:xfrm>
                <a:off x="5212080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" name="head"/>
              <p:cNvSpPr/>
              <p:nvPr/>
            </p:nvSpPr>
            <p:spPr>
              <a:xfrm>
                <a:off x="5166360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" name="hair"/>
              <p:cNvSpPr/>
              <p:nvPr/>
            </p:nvSpPr>
            <p:spPr>
              <a:xfrm rot="16200000">
                <a:off x="5202936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" name="eye"/>
              <p:cNvSpPr/>
              <p:nvPr/>
            </p:nvSpPr>
            <p:spPr>
              <a:xfrm>
                <a:off x="5199278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" name="eye"/>
              <p:cNvSpPr/>
              <p:nvPr/>
            </p:nvSpPr>
            <p:spPr>
              <a:xfrm>
                <a:off x="525048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" name="smile"/>
              <p:cNvSpPr/>
              <p:nvPr/>
            </p:nvSpPr>
            <p:spPr>
              <a:xfrm>
                <a:off x="5204764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9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446166" y="1944014"/>
              <a:ext cx="226771" cy="607162"/>
              <a:chOff x="5446166" y="1944014"/>
              <a:chExt cx="226771" cy="607162"/>
            </a:xfrm>
          </p:grpSpPr>
          <p:sp>
            <p:nvSpPr>
              <p:cNvPr id="895" name="arm"/>
              <p:cNvSpPr/>
              <p:nvPr/>
            </p:nvSpPr>
            <p:spPr>
              <a:xfrm>
                <a:off x="5453481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" name="arm"/>
              <p:cNvSpPr/>
              <p:nvPr/>
            </p:nvSpPr>
            <p:spPr>
              <a:xfrm>
                <a:off x="5625388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" name="pant leg"/>
              <p:cNvSpPr/>
              <p:nvPr/>
            </p:nvSpPr>
            <p:spPr>
              <a:xfrm>
                <a:off x="5493715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" name="pant leg"/>
              <p:cNvSpPr/>
              <p:nvPr/>
            </p:nvSpPr>
            <p:spPr>
              <a:xfrm>
                <a:off x="5563209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" name="hips"/>
              <p:cNvSpPr/>
              <p:nvPr/>
            </p:nvSpPr>
            <p:spPr>
              <a:xfrm>
                <a:off x="5493715" y="2298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" name="shoe"/>
              <p:cNvSpPr/>
              <p:nvPr/>
            </p:nvSpPr>
            <p:spPr>
              <a:xfrm>
                <a:off x="5475427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" name="shoe"/>
              <p:cNvSpPr/>
              <p:nvPr/>
            </p:nvSpPr>
            <p:spPr>
              <a:xfrm>
                <a:off x="5570524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" name="shirt"/>
              <p:cNvSpPr/>
              <p:nvPr/>
            </p:nvSpPr>
            <p:spPr>
              <a:xfrm>
                <a:off x="5486399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" name="sleeve"/>
              <p:cNvSpPr/>
              <p:nvPr/>
            </p:nvSpPr>
            <p:spPr>
              <a:xfrm>
                <a:off x="5446166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" name="sleeve"/>
              <p:cNvSpPr/>
              <p:nvPr/>
            </p:nvSpPr>
            <p:spPr>
              <a:xfrm>
                <a:off x="5618073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" name="neck"/>
              <p:cNvSpPr/>
              <p:nvPr/>
            </p:nvSpPr>
            <p:spPr>
              <a:xfrm>
                <a:off x="5541264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" name="head"/>
              <p:cNvSpPr/>
              <p:nvPr/>
            </p:nvSpPr>
            <p:spPr>
              <a:xfrm>
                <a:off x="5495544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" name="hair"/>
              <p:cNvSpPr/>
              <p:nvPr/>
            </p:nvSpPr>
            <p:spPr>
              <a:xfrm rot="16200000">
                <a:off x="5532120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" name="eye"/>
              <p:cNvSpPr/>
              <p:nvPr/>
            </p:nvSpPr>
            <p:spPr>
              <a:xfrm>
                <a:off x="552846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" name="eye"/>
              <p:cNvSpPr/>
              <p:nvPr/>
            </p:nvSpPr>
            <p:spPr>
              <a:xfrm>
                <a:off x="5579668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" name="smile"/>
              <p:cNvSpPr/>
              <p:nvPr/>
            </p:nvSpPr>
            <p:spPr>
              <a:xfrm>
                <a:off x="5533948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1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775350" y="1944014"/>
              <a:ext cx="226771" cy="607162"/>
              <a:chOff x="5775350" y="1944014"/>
              <a:chExt cx="226771" cy="607162"/>
            </a:xfrm>
          </p:grpSpPr>
          <p:sp>
            <p:nvSpPr>
              <p:cNvPr id="912" name="arm"/>
              <p:cNvSpPr/>
              <p:nvPr/>
            </p:nvSpPr>
            <p:spPr>
              <a:xfrm>
                <a:off x="5782665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" name="arm"/>
              <p:cNvSpPr/>
              <p:nvPr/>
            </p:nvSpPr>
            <p:spPr>
              <a:xfrm>
                <a:off x="5954572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" name="pant leg"/>
              <p:cNvSpPr/>
              <p:nvPr/>
            </p:nvSpPr>
            <p:spPr>
              <a:xfrm>
                <a:off x="5822899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" name="pant leg"/>
              <p:cNvSpPr/>
              <p:nvPr/>
            </p:nvSpPr>
            <p:spPr>
              <a:xfrm>
                <a:off x="5892393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" name="hips"/>
              <p:cNvSpPr/>
              <p:nvPr/>
            </p:nvSpPr>
            <p:spPr>
              <a:xfrm>
                <a:off x="5822899" y="2298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" name="shoe"/>
              <p:cNvSpPr/>
              <p:nvPr/>
            </p:nvSpPr>
            <p:spPr>
              <a:xfrm>
                <a:off x="5804611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" name="shoe"/>
              <p:cNvSpPr/>
              <p:nvPr/>
            </p:nvSpPr>
            <p:spPr>
              <a:xfrm>
                <a:off x="5899708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" name="shirt"/>
              <p:cNvSpPr/>
              <p:nvPr/>
            </p:nvSpPr>
            <p:spPr>
              <a:xfrm>
                <a:off x="5815583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" name="sleeve"/>
              <p:cNvSpPr/>
              <p:nvPr/>
            </p:nvSpPr>
            <p:spPr>
              <a:xfrm>
                <a:off x="5775350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" name="sleeve"/>
              <p:cNvSpPr/>
              <p:nvPr/>
            </p:nvSpPr>
            <p:spPr>
              <a:xfrm>
                <a:off x="5947257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" name="neck"/>
              <p:cNvSpPr/>
              <p:nvPr/>
            </p:nvSpPr>
            <p:spPr>
              <a:xfrm>
                <a:off x="5870448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" name="head"/>
              <p:cNvSpPr/>
              <p:nvPr/>
            </p:nvSpPr>
            <p:spPr>
              <a:xfrm>
                <a:off x="5824728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" name="hair"/>
              <p:cNvSpPr/>
              <p:nvPr/>
            </p:nvSpPr>
            <p:spPr>
              <a:xfrm rot="16200000">
                <a:off x="5861304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" name="eye"/>
              <p:cNvSpPr/>
              <p:nvPr/>
            </p:nvSpPr>
            <p:spPr>
              <a:xfrm>
                <a:off x="585764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" name="eye"/>
              <p:cNvSpPr/>
              <p:nvPr/>
            </p:nvSpPr>
            <p:spPr>
              <a:xfrm>
                <a:off x="590885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" name="smile"/>
              <p:cNvSpPr/>
              <p:nvPr/>
            </p:nvSpPr>
            <p:spPr>
              <a:xfrm>
                <a:off x="5863132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104534" y="1944014"/>
              <a:ext cx="226771" cy="607162"/>
              <a:chOff x="6104534" y="1944014"/>
              <a:chExt cx="226771" cy="607162"/>
            </a:xfrm>
          </p:grpSpPr>
          <p:sp>
            <p:nvSpPr>
              <p:cNvPr id="929" name="arm"/>
              <p:cNvSpPr/>
              <p:nvPr/>
            </p:nvSpPr>
            <p:spPr>
              <a:xfrm>
                <a:off x="6111849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" name="arm"/>
              <p:cNvSpPr/>
              <p:nvPr/>
            </p:nvSpPr>
            <p:spPr>
              <a:xfrm>
                <a:off x="6283756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" name="pant leg"/>
              <p:cNvSpPr/>
              <p:nvPr/>
            </p:nvSpPr>
            <p:spPr>
              <a:xfrm>
                <a:off x="6152083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" name="pant leg"/>
              <p:cNvSpPr/>
              <p:nvPr/>
            </p:nvSpPr>
            <p:spPr>
              <a:xfrm>
                <a:off x="6221577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" name="hips"/>
              <p:cNvSpPr/>
              <p:nvPr/>
            </p:nvSpPr>
            <p:spPr>
              <a:xfrm>
                <a:off x="6152083" y="2298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" name="shoe"/>
              <p:cNvSpPr/>
              <p:nvPr/>
            </p:nvSpPr>
            <p:spPr>
              <a:xfrm>
                <a:off x="6133795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" name="shoe"/>
              <p:cNvSpPr/>
              <p:nvPr/>
            </p:nvSpPr>
            <p:spPr>
              <a:xfrm>
                <a:off x="6228892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" name="shirt"/>
              <p:cNvSpPr/>
              <p:nvPr/>
            </p:nvSpPr>
            <p:spPr>
              <a:xfrm>
                <a:off x="6144768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" name="sleeve"/>
              <p:cNvSpPr/>
              <p:nvPr/>
            </p:nvSpPr>
            <p:spPr>
              <a:xfrm>
                <a:off x="6104534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" name="sleeve"/>
              <p:cNvSpPr/>
              <p:nvPr/>
            </p:nvSpPr>
            <p:spPr>
              <a:xfrm>
                <a:off x="6276441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" name="neck"/>
              <p:cNvSpPr/>
              <p:nvPr/>
            </p:nvSpPr>
            <p:spPr>
              <a:xfrm>
                <a:off x="6199632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" name="head"/>
              <p:cNvSpPr/>
              <p:nvPr/>
            </p:nvSpPr>
            <p:spPr>
              <a:xfrm>
                <a:off x="6153912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" name="hair"/>
              <p:cNvSpPr/>
              <p:nvPr/>
            </p:nvSpPr>
            <p:spPr>
              <a:xfrm rot="16200000">
                <a:off x="6190488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" name="eye"/>
              <p:cNvSpPr/>
              <p:nvPr/>
            </p:nvSpPr>
            <p:spPr>
              <a:xfrm>
                <a:off x="618683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" name="eye"/>
              <p:cNvSpPr/>
              <p:nvPr/>
            </p:nvSpPr>
            <p:spPr>
              <a:xfrm>
                <a:off x="623803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" name="smile"/>
              <p:cNvSpPr/>
              <p:nvPr/>
            </p:nvSpPr>
            <p:spPr>
              <a:xfrm>
                <a:off x="6192316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4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433718" y="1944014"/>
              <a:ext cx="226771" cy="607162"/>
              <a:chOff x="6433718" y="1944014"/>
              <a:chExt cx="226771" cy="607162"/>
            </a:xfrm>
          </p:grpSpPr>
          <p:sp>
            <p:nvSpPr>
              <p:cNvPr id="946" name="arm"/>
              <p:cNvSpPr/>
              <p:nvPr/>
            </p:nvSpPr>
            <p:spPr>
              <a:xfrm>
                <a:off x="6441033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" name="arm"/>
              <p:cNvSpPr/>
              <p:nvPr/>
            </p:nvSpPr>
            <p:spPr>
              <a:xfrm>
                <a:off x="6612940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" name="pant leg"/>
              <p:cNvSpPr/>
              <p:nvPr/>
            </p:nvSpPr>
            <p:spPr>
              <a:xfrm>
                <a:off x="6481267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" name="pant leg"/>
              <p:cNvSpPr/>
              <p:nvPr/>
            </p:nvSpPr>
            <p:spPr>
              <a:xfrm>
                <a:off x="6550761" y="230428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" name="hips"/>
              <p:cNvSpPr/>
              <p:nvPr/>
            </p:nvSpPr>
            <p:spPr>
              <a:xfrm>
                <a:off x="6481267" y="229880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" name="shoe"/>
              <p:cNvSpPr/>
              <p:nvPr/>
            </p:nvSpPr>
            <p:spPr>
              <a:xfrm>
                <a:off x="6462979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" name="shoe"/>
              <p:cNvSpPr/>
              <p:nvPr/>
            </p:nvSpPr>
            <p:spPr>
              <a:xfrm>
                <a:off x="6558076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" name="shirt"/>
              <p:cNvSpPr/>
              <p:nvPr/>
            </p:nvSpPr>
            <p:spPr>
              <a:xfrm>
                <a:off x="6473951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" name="sleeve"/>
              <p:cNvSpPr/>
              <p:nvPr/>
            </p:nvSpPr>
            <p:spPr>
              <a:xfrm>
                <a:off x="6433718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" name="sleeve"/>
              <p:cNvSpPr/>
              <p:nvPr/>
            </p:nvSpPr>
            <p:spPr>
              <a:xfrm>
                <a:off x="6605625" y="213055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" name="neck"/>
              <p:cNvSpPr/>
              <p:nvPr/>
            </p:nvSpPr>
            <p:spPr>
              <a:xfrm>
                <a:off x="6528816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" name="head"/>
              <p:cNvSpPr/>
              <p:nvPr/>
            </p:nvSpPr>
            <p:spPr>
              <a:xfrm>
                <a:off x="6483096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" name="hair"/>
              <p:cNvSpPr/>
              <p:nvPr/>
            </p:nvSpPr>
            <p:spPr>
              <a:xfrm rot="16200000">
                <a:off x="6519672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" name="eye"/>
              <p:cNvSpPr/>
              <p:nvPr/>
            </p:nvSpPr>
            <p:spPr>
              <a:xfrm>
                <a:off x="651601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" name="eye"/>
              <p:cNvSpPr/>
              <p:nvPr/>
            </p:nvSpPr>
            <p:spPr>
              <a:xfrm>
                <a:off x="656722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" name="smile"/>
              <p:cNvSpPr/>
              <p:nvPr/>
            </p:nvSpPr>
            <p:spPr>
              <a:xfrm>
                <a:off x="6521500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62" name="Non-STEM block box"/>
          <p:cNvSpPr/>
          <p:nvPr/>
        </p:nvSpPr>
        <p:spPr>
          <a:xfrm>
            <a:off x="3931920" y="2880360"/>
            <a:ext cx="3017520" cy="251460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TextBox 962"/>
          <p:cNvSpPr txBox="1"/>
          <p:nvPr/>
        </p:nvSpPr>
        <p:spPr>
          <a:xfrm>
            <a:off x="4069080" y="2953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6A9E"/>
                </a:solidFill>
                <a:latin typeface="Arial"/>
              </a:rPr>
              <a:t>Non-STEM block (24 students)</a:t>
            </a:r>
          </a:p>
        </p:txBody>
      </p:sp>
      <p:grpSp>
        <p:nvGrpSpPr>
          <p:cNvPr id="964" name="Non-STEM block" descr="24 figures in blue shirts."/>
          <p:cNvGrpSpPr/>
          <p:nvPr/>
        </p:nvGrpSpPr>
        <p:grpSpPr>
          <a:xfrm>
            <a:off x="4129430" y="3269894"/>
            <a:ext cx="2531059" cy="1978762"/>
            <a:chOff x="4129430" y="3269894"/>
            <a:chExt cx="2531059" cy="1978762"/>
          </a:xfrm>
        </p:grpSpPr>
        <p:grpSp>
          <p:nvGrpSpPr>
            <p:cNvPr id="96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129430" y="3269894"/>
              <a:ext cx="226771" cy="607162"/>
              <a:chOff x="4129430" y="3269894"/>
              <a:chExt cx="226771" cy="607162"/>
            </a:xfrm>
          </p:grpSpPr>
          <p:sp>
            <p:nvSpPr>
              <p:cNvPr id="966" name="arm"/>
              <p:cNvSpPr/>
              <p:nvPr/>
            </p:nvSpPr>
            <p:spPr>
              <a:xfrm>
                <a:off x="4136745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" name="arm"/>
              <p:cNvSpPr/>
              <p:nvPr/>
            </p:nvSpPr>
            <p:spPr>
              <a:xfrm>
                <a:off x="4308652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" name="pant leg"/>
              <p:cNvSpPr/>
              <p:nvPr/>
            </p:nvSpPr>
            <p:spPr>
              <a:xfrm>
                <a:off x="4176979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" name="pant leg"/>
              <p:cNvSpPr/>
              <p:nvPr/>
            </p:nvSpPr>
            <p:spPr>
              <a:xfrm>
                <a:off x="4246473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" name="hips"/>
              <p:cNvSpPr/>
              <p:nvPr/>
            </p:nvSpPr>
            <p:spPr>
              <a:xfrm>
                <a:off x="4176979" y="36246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" name="shoe"/>
              <p:cNvSpPr/>
              <p:nvPr/>
            </p:nvSpPr>
            <p:spPr>
              <a:xfrm>
                <a:off x="4158691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" name="shoe"/>
              <p:cNvSpPr/>
              <p:nvPr/>
            </p:nvSpPr>
            <p:spPr>
              <a:xfrm>
                <a:off x="4253788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" name="shirt"/>
              <p:cNvSpPr/>
              <p:nvPr/>
            </p:nvSpPr>
            <p:spPr>
              <a:xfrm>
                <a:off x="4169663" y="34491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" name="sleeve"/>
              <p:cNvSpPr/>
              <p:nvPr/>
            </p:nvSpPr>
            <p:spPr>
              <a:xfrm>
                <a:off x="4129430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" name="sleeve"/>
              <p:cNvSpPr/>
              <p:nvPr/>
            </p:nvSpPr>
            <p:spPr>
              <a:xfrm>
                <a:off x="4301337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" name="neck"/>
              <p:cNvSpPr/>
              <p:nvPr/>
            </p:nvSpPr>
            <p:spPr>
              <a:xfrm>
                <a:off x="4224528" y="34235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" name="head"/>
              <p:cNvSpPr/>
              <p:nvPr/>
            </p:nvSpPr>
            <p:spPr>
              <a:xfrm>
                <a:off x="4178808" y="33101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" name="hair"/>
              <p:cNvSpPr/>
              <p:nvPr/>
            </p:nvSpPr>
            <p:spPr>
              <a:xfrm rot="16200000">
                <a:off x="4215384" y="32698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" name="eye"/>
              <p:cNvSpPr/>
              <p:nvPr/>
            </p:nvSpPr>
            <p:spPr>
              <a:xfrm>
                <a:off x="4211726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" name="eye"/>
              <p:cNvSpPr/>
              <p:nvPr/>
            </p:nvSpPr>
            <p:spPr>
              <a:xfrm>
                <a:off x="4262932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" name="smile"/>
              <p:cNvSpPr/>
              <p:nvPr/>
            </p:nvSpPr>
            <p:spPr>
              <a:xfrm>
                <a:off x="4217212" y="33832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8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458614" y="3269894"/>
              <a:ext cx="226771" cy="607162"/>
              <a:chOff x="4458614" y="3269894"/>
              <a:chExt cx="226771" cy="607162"/>
            </a:xfrm>
          </p:grpSpPr>
          <p:sp>
            <p:nvSpPr>
              <p:cNvPr id="983" name="arm"/>
              <p:cNvSpPr/>
              <p:nvPr/>
            </p:nvSpPr>
            <p:spPr>
              <a:xfrm>
                <a:off x="4465929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" name="arm"/>
              <p:cNvSpPr/>
              <p:nvPr/>
            </p:nvSpPr>
            <p:spPr>
              <a:xfrm>
                <a:off x="4637836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" name="pant leg"/>
              <p:cNvSpPr/>
              <p:nvPr/>
            </p:nvSpPr>
            <p:spPr>
              <a:xfrm>
                <a:off x="4506163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" name="pant leg"/>
              <p:cNvSpPr/>
              <p:nvPr/>
            </p:nvSpPr>
            <p:spPr>
              <a:xfrm>
                <a:off x="4575657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" name="hips"/>
              <p:cNvSpPr/>
              <p:nvPr/>
            </p:nvSpPr>
            <p:spPr>
              <a:xfrm>
                <a:off x="4506163" y="36246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" name="shoe"/>
              <p:cNvSpPr/>
              <p:nvPr/>
            </p:nvSpPr>
            <p:spPr>
              <a:xfrm>
                <a:off x="4487875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" name="shoe"/>
              <p:cNvSpPr/>
              <p:nvPr/>
            </p:nvSpPr>
            <p:spPr>
              <a:xfrm>
                <a:off x="4582972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" name="shirt"/>
              <p:cNvSpPr/>
              <p:nvPr/>
            </p:nvSpPr>
            <p:spPr>
              <a:xfrm>
                <a:off x="4498848" y="34491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" name="sleeve"/>
              <p:cNvSpPr/>
              <p:nvPr/>
            </p:nvSpPr>
            <p:spPr>
              <a:xfrm>
                <a:off x="4458614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" name="sleeve"/>
              <p:cNvSpPr/>
              <p:nvPr/>
            </p:nvSpPr>
            <p:spPr>
              <a:xfrm>
                <a:off x="4630521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" name="neck"/>
              <p:cNvSpPr/>
              <p:nvPr/>
            </p:nvSpPr>
            <p:spPr>
              <a:xfrm>
                <a:off x="4553712" y="34235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" name="head"/>
              <p:cNvSpPr/>
              <p:nvPr/>
            </p:nvSpPr>
            <p:spPr>
              <a:xfrm>
                <a:off x="4507992" y="33101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" name="hair"/>
              <p:cNvSpPr/>
              <p:nvPr/>
            </p:nvSpPr>
            <p:spPr>
              <a:xfrm rot="16200000">
                <a:off x="4544568" y="32698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" name="eye"/>
              <p:cNvSpPr/>
              <p:nvPr/>
            </p:nvSpPr>
            <p:spPr>
              <a:xfrm>
                <a:off x="4540910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" name="eye"/>
              <p:cNvSpPr/>
              <p:nvPr/>
            </p:nvSpPr>
            <p:spPr>
              <a:xfrm>
                <a:off x="4592116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" name="smile"/>
              <p:cNvSpPr/>
              <p:nvPr/>
            </p:nvSpPr>
            <p:spPr>
              <a:xfrm>
                <a:off x="4546396" y="33832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9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787798" y="3269894"/>
              <a:ext cx="226771" cy="607162"/>
              <a:chOff x="4787798" y="3269894"/>
              <a:chExt cx="226771" cy="607162"/>
            </a:xfrm>
          </p:grpSpPr>
          <p:sp>
            <p:nvSpPr>
              <p:cNvPr id="1000" name="arm"/>
              <p:cNvSpPr/>
              <p:nvPr/>
            </p:nvSpPr>
            <p:spPr>
              <a:xfrm>
                <a:off x="4795113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" name="arm"/>
              <p:cNvSpPr/>
              <p:nvPr/>
            </p:nvSpPr>
            <p:spPr>
              <a:xfrm>
                <a:off x="4967020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" name="pant leg"/>
              <p:cNvSpPr/>
              <p:nvPr/>
            </p:nvSpPr>
            <p:spPr>
              <a:xfrm>
                <a:off x="4835347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" name="pant leg"/>
              <p:cNvSpPr/>
              <p:nvPr/>
            </p:nvSpPr>
            <p:spPr>
              <a:xfrm>
                <a:off x="4904841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" name="hips"/>
              <p:cNvSpPr/>
              <p:nvPr/>
            </p:nvSpPr>
            <p:spPr>
              <a:xfrm>
                <a:off x="4835347" y="36246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" name="shoe"/>
              <p:cNvSpPr/>
              <p:nvPr/>
            </p:nvSpPr>
            <p:spPr>
              <a:xfrm>
                <a:off x="4817059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" name="shoe"/>
              <p:cNvSpPr/>
              <p:nvPr/>
            </p:nvSpPr>
            <p:spPr>
              <a:xfrm>
                <a:off x="4912156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" name="shirt"/>
              <p:cNvSpPr/>
              <p:nvPr/>
            </p:nvSpPr>
            <p:spPr>
              <a:xfrm>
                <a:off x="4828031" y="34491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" name="sleeve"/>
              <p:cNvSpPr/>
              <p:nvPr/>
            </p:nvSpPr>
            <p:spPr>
              <a:xfrm>
                <a:off x="4787798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" name="sleeve"/>
              <p:cNvSpPr/>
              <p:nvPr/>
            </p:nvSpPr>
            <p:spPr>
              <a:xfrm>
                <a:off x="4959705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" name="neck"/>
              <p:cNvSpPr/>
              <p:nvPr/>
            </p:nvSpPr>
            <p:spPr>
              <a:xfrm>
                <a:off x="4882896" y="34235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" name="head"/>
              <p:cNvSpPr/>
              <p:nvPr/>
            </p:nvSpPr>
            <p:spPr>
              <a:xfrm>
                <a:off x="4837176" y="33101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" name="hair"/>
              <p:cNvSpPr/>
              <p:nvPr/>
            </p:nvSpPr>
            <p:spPr>
              <a:xfrm rot="16200000">
                <a:off x="4873752" y="32698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" name="eye"/>
              <p:cNvSpPr/>
              <p:nvPr/>
            </p:nvSpPr>
            <p:spPr>
              <a:xfrm>
                <a:off x="4870094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" name="eye"/>
              <p:cNvSpPr/>
              <p:nvPr/>
            </p:nvSpPr>
            <p:spPr>
              <a:xfrm>
                <a:off x="4921300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" name="smile"/>
              <p:cNvSpPr/>
              <p:nvPr/>
            </p:nvSpPr>
            <p:spPr>
              <a:xfrm>
                <a:off x="4875580" y="33832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1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116982" y="3269894"/>
              <a:ext cx="226771" cy="607162"/>
              <a:chOff x="5116982" y="3269894"/>
              <a:chExt cx="226771" cy="607162"/>
            </a:xfrm>
          </p:grpSpPr>
          <p:sp>
            <p:nvSpPr>
              <p:cNvPr id="1017" name="arm"/>
              <p:cNvSpPr/>
              <p:nvPr/>
            </p:nvSpPr>
            <p:spPr>
              <a:xfrm>
                <a:off x="5124297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" name="arm"/>
              <p:cNvSpPr/>
              <p:nvPr/>
            </p:nvSpPr>
            <p:spPr>
              <a:xfrm>
                <a:off x="5296204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" name="pant leg"/>
              <p:cNvSpPr/>
              <p:nvPr/>
            </p:nvSpPr>
            <p:spPr>
              <a:xfrm>
                <a:off x="5164531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" name="pant leg"/>
              <p:cNvSpPr/>
              <p:nvPr/>
            </p:nvSpPr>
            <p:spPr>
              <a:xfrm>
                <a:off x="5234025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" name="hips"/>
              <p:cNvSpPr/>
              <p:nvPr/>
            </p:nvSpPr>
            <p:spPr>
              <a:xfrm>
                <a:off x="5164531" y="36246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" name="shoe"/>
              <p:cNvSpPr/>
              <p:nvPr/>
            </p:nvSpPr>
            <p:spPr>
              <a:xfrm>
                <a:off x="5146243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" name="shoe"/>
              <p:cNvSpPr/>
              <p:nvPr/>
            </p:nvSpPr>
            <p:spPr>
              <a:xfrm>
                <a:off x="5241340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" name="shirt"/>
              <p:cNvSpPr/>
              <p:nvPr/>
            </p:nvSpPr>
            <p:spPr>
              <a:xfrm>
                <a:off x="5157216" y="34491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" name="sleeve"/>
              <p:cNvSpPr/>
              <p:nvPr/>
            </p:nvSpPr>
            <p:spPr>
              <a:xfrm>
                <a:off x="5116982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" name="sleeve"/>
              <p:cNvSpPr/>
              <p:nvPr/>
            </p:nvSpPr>
            <p:spPr>
              <a:xfrm>
                <a:off x="5288889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" name="neck"/>
              <p:cNvSpPr/>
              <p:nvPr/>
            </p:nvSpPr>
            <p:spPr>
              <a:xfrm>
                <a:off x="5212080" y="34235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" name="head"/>
              <p:cNvSpPr/>
              <p:nvPr/>
            </p:nvSpPr>
            <p:spPr>
              <a:xfrm>
                <a:off x="5166360" y="33101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" name="hair"/>
              <p:cNvSpPr/>
              <p:nvPr/>
            </p:nvSpPr>
            <p:spPr>
              <a:xfrm rot="16200000">
                <a:off x="5202936" y="32698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" name="eye"/>
              <p:cNvSpPr/>
              <p:nvPr/>
            </p:nvSpPr>
            <p:spPr>
              <a:xfrm>
                <a:off x="5199278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" name="eye"/>
              <p:cNvSpPr/>
              <p:nvPr/>
            </p:nvSpPr>
            <p:spPr>
              <a:xfrm>
                <a:off x="5250484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" name="smile"/>
              <p:cNvSpPr/>
              <p:nvPr/>
            </p:nvSpPr>
            <p:spPr>
              <a:xfrm>
                <a:off x="5204764" y="33832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3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446166" y="3269894"/>
              <a:ext cx="226771" cy="607162"/>
              <a:chOff x="5446166" y="3269894"/>
              <a:chExt cx="226771" cy="607162"/>
            </a:xfrm>
          </p:grpSpPr>
          <p:sp>
            <p:nvSpPr>
              <p:cNvPr id="1034" name="arm"/>
              <p:cNvSpPr/>
              <p:nvPr/>
            </p:nvSpPr>
            <p:spPr>
              <a:xfrm>
                <a:off x="5453481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" name="arm"/>
              <p:cNvSpPr/>
              <p:nvPr/>
            </p:nvSpPr>
            <p:spPr>
              <a:xfrm>
                <a:off x="5625388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" name="pant leg"/>
              <p:cNvSpPr/>
              <p:nvPr/>
            </p:nvSpPr>
            <p:spPr>
              <a:xfrm>
                <a:off x="5493715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" name="pant leg"/>
              <p:cNvSpPr/>
              <p:nvPr/>
            </p:nvSpPr>
            <p:spPr>
              <a:xfrm>
                <a:off x="5563209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" name="hips"/>
              <p:cNvSpPr/>
              <p:nvPr/>
            </p:nvSpPr>
            <p:spPr>
              <a:xfrm>
                <a:off x="5493715" y="36246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" name="shoe"/>
              <p:cNvSpPr/>
              <p:nvPr/>
            </p:nvSpPr>
            <p:spPr>
              <a:xfrm>
                <a:off x="5475427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" name="shoe"/>
              <p:cNvSpPr/>
              <p:nvPr/>
            </p:nvSpPr>
            <p:spPr>
              <a:xfrm>
                <a:off x="5570524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" name="shirt"/>
              <p:cNvSpPr/>
              <p:nvPr/>
            </p:nvSpPr>
            <p:spPr>
              <a:xfrm>
                <a:off x="5486399" y="34491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" name="sleeve"/>
              <p:cNvSpPr/>
              <p:nvPr/>
            </p:nvSpPr>
            <p:spPr>
              <a:xfrm>
                <a:off x="5446166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" name="sleeve"/>
              <p:cNvSpPr/>
              <p:nvPr/>
            </p:nvSpPr>
            <p:spPr>
              <a:xfrm>
                <a:off x="5618073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" name="neck"/>
              <p:cNvSpPr/>
              <p:nvPr/>
            </p:nvSpPr>
            <p:spPr>
              <a:xfrm>
                <a:off x="5541264" y="34235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" name="head"/>
              <p:cNvSpPr/>
              <p:nvPr/>
            </p:nvSpPr>
            <p:spPr>
              <a:xfrm>
                <a:off x="5495544" y="33101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" name="hair"/>
              <p:cNvSpPr/>
              <p:nvPr/>
            </p:nvSpPr>
            <p:spPr>
              <a:xfrm rot="16200000">
                <a:off x="5532120" y="32698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" name="eye"/>
              <p:cNvSpPr/>
              <p:nvPr/>
            </p:nvSpPr>
            <p:spPr>
              <a:xfrm>
                <a:off x="5528462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" name="eye"/>
              <p:cNvSpPr/>
              <p:nvPr/>
            </p:nvSpPr>
            <p:spPr>
              <a:xfrm>
                <a:off x="5579668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" name="smile"/>
              <p:cNvSpPr/>
              <p:nvPr/>
            </p:nvSpPr>
            <p:spPr>
              <a:xfrm>
                <a:off x="5533948" y="33832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5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775350" y="3269894"/>
              <a:ext cx="226771" cy="607162"/>
              <a:chOff x="5775350" y="3269894"/>
              <a:chExt cx="226771" cy="607162"/>
            </a:xfrm>
          </p:grpSpPr>
          <p:sp>
            <p:nvSpPr>
              <p:cNvPr id="1051" name="arm"/>
              <p:cNvSpPr/>
              <p:nvPr/>
            </p:nvSpPr>
            <p:spPr>
              <a:xfrm>
                <a:off x="5782665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" name="arm"/>
              <p:cNvSpPr/>
              <p:nvPr/>
            </p:nvSpPr>
            <p:spPr>
              <a:xfrm>
                <a:off x="5954572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" name="pant leg"/>
              <p:cNvSpPr/>
              <p:nvPr/>
            </p:nvSpPr>
            <p:spPr>
              <a:xfrm>
                <a:off x="5822899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" name="pant leg"/>
              <p:cNvSpPr/>
              <p:nvPr/>
            </p:nvSpPr>
            <p:spPr>
              <a:xfrm>
                <a:off x="5892393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" name="hips"/>
              <p:cNvSpPr/>
              <p:nvPr/>
            </p:nvSpPr>
            <p:spPr>
              <a:xfrm>
                <a:off x="5822899" y="36246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" name="shoe"/>
              <p:cNvSpPr/>
              <p:nvPr/>
            </p:nvSpPr>
            <p:spPr>
              <a:xfrm>
                <a:off x="5804611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" name="shoe"/>
              <p:cNvSpPr/>
              <p:nvPr/>
            </p:nvSpPr>
            <p:spPr>
              <a:xfrm>
                <a:off x="5899708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" name="shirt"/>
              <p:cNvSpPr/>
              <p:nvPr/>
            </p:nvSpPr>
            <p:spPr>
              <a:xfrm>
                <a:off x="5815583" y="34491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" name="sleeve"/>
              <p:cNvSpPr/>
              <p:nvPr/>
            </p:nvSpPr>
            <p:spPr>
              <a:xfrm>
                <a:off x="5775350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" name="sleeve"/>
              <p:cNvSpPr/>
              <p:nvPr/>
            </p:nvSpPr>
            <p:spPr>
              <a:xfrm>
                <a:off x="5947257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" name="neck"/>
              <p:cNvSpPr/>
              <p:nvPr/>
            </p:nvSpPr>
            <p:spPr>
              <a:xfrm>
                <a:off x="5870448" y="34235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" name="head"/>
              <p:cNvSpPr/>
              <p:nvPr/>
            </p:nvSpPr>
            <p:spPr>
              <a:xfrm>
                <a:off x="5824728" y="33101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" name="hair"/>
              <p:cNvSpPr/>
              <p:nvPr/>
            </p:nvSpPr>
            <p:spPr>
              <a:xfrm rot="16200000">
                <a:off x="5861304" y="32698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" name="eye"/>
              <p:cNvSpPr/>
              <p:nvPr/>
            </p:nvSpPr>
            <p:spPr>
              <a:xfrm>
                <a:off x="5857646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" name="eye"/>
              <p:cNvSpPr/>
              <p:nvPr/>
            </p:nvSpPr>
            <p:spPr>
              <a:xfrm>
                <a:off x="5908852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" name="smile"/>
              <p:cNvSpPr/>
              <p:nvPr/>
            </p:nvSpPr>
            <p:spPr>
              <a:xfrm>
                <a:off x="5863132" y="33832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6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104534" y="3269894"/>
              <a:ext cx="226771" cy="607162"/>
              <a:chOff x="6104534" y="3269894"/>
              <a:chExt cx="226771" cy="607162"/>
            </a:xfrm>
          </p:grpSpPr>
          <p:sp>
            <p:nvSpPr>
              <p:cNvPr id="1068" name="arm"/>
              <p:cNvSpPr/>
              <p:nvPr/>
            </p:nvSpPr>
            <p:spPr>
              <a:xfrm>
                <a:off x="6111849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" name="arm"/>
              <p:cNvSpPr/>
              <p:nvPr/>
            </p:nvSpPr>
            <p:spPr>
              <a:xfrm>
                <a:off x="6283756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" name="pant leg"/>
              <p:cNvSpPr/>
              <p:nvPr/>
            </p:nvSpPr>
            <p:spPr>
              <a:xfrm>
                <a:off x="6152083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" name="pant leg"/>
              <p:cNvSpPr/>
              <p:nvPr/>
            </p:nvSpPr>
            <p:spPr>
              <a:xfrm>
                <a:off x="6221577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" name="hips"/>
              <p:cNvSpPr/>
              <p:nvPr/>
            </p:nvSpPr>
            <p:spPr>
              <a:xfrm>
                <a:off x="6152083" y="36246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" name="shoe"/>
              <p:cNvSpPr/>
              <p:nvPr/>
            </p:nvSpPr>
            <p:spPr>
              <a:xfrm>
                <a:off x="6133795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" name="shoe"/>
              <p:cNvSpPr/>
              <p:nvPr/>
            </p:nvSpPr>
            <p:spPr>
              <a:xfrm>
                <a:off x="6228892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" name="shirt"/>
              <p:cNvSpPr/>
              <p:nvPr/>
            </p:nvSpPr>
            <p:spPr>
              <a:xfrm>
                <a:off x="6144768" y="34491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" name="sleeve"/>
              <p:cNvSpPr/>
              <p:nvPr/>
            </p:nvSpPr>
            <p:spPr>
              <a:xfrm>
                <a:off x="6104534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" name="sleeve"/>
              <p:cNvSpPr/>
              <p:nvPr/>
            </p:nvSpPr>
            <p:spPr>
              <a:xfrm>
                <a:off x="6276441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" name="neck"/>
              <p:cNvSpPr/>
              <p:nvPr/>
            </p:nvSpPr>
            <p:spPr>
              <a:xfrm>
                <a:off x="6199632" y="34235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" name="head"/>
              <p:cNvSpPr/>
              <p:nvPr/>
            </p:nvSpPr>
            <p:spPr>
              <a:xfrm>
                <a:off x="6153912" y="33101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" name="hair"/>
              <p:cNvSpPr/>
              <p:nvPr/>
            </p:nvSpPr>
            <p:spPr>
              <a:xfrm rot="16200000">
                <a:off x="6190488" y="32698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" name="eye"/>
              <p:cNvSpPr/>
              <p:nvPr/>
            </p:nvSpPr>
            <p:spPr>
              <a:xfrm>
                <a:off x="6186830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" name="eye"/>
              <p:cNvSpPr/>
              <p:nvPr/>
            </p:nvSpPr>
            <p:spPr>
              <a:xfrm>
                <a:off x="6238036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" name="smile"/>
              <p:cNvSpPr/>
              <p:nvPr/>
            </p:nvSpPr>
            <p:spPr>
              <a:xfrm>
                <a:off x="6192316" y="33832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8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433718" y="3269894"/>
              <a:ext cx="226771" cy="607162"/>
              <a:chOff x="6433718" y="3269894"/>
              <a:chExt cx="226771" cy="607162"/>
            </a:xfrm>
          </p:grpSpPr>
          <p:sp>
            <p:nvSpPr>
              <p:cNvPr id="1085" name="arm"/>
              <p:cNvSpPr/>
              <p:nvPr/>
            </p:nvSpPr>
            <p:spPr>
              <a:xfrm>
                <a:off x="6441033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" name="arm"/>
              <p:cNvSpPr/>
              <p:nvPr/>
            </p:nvSpPr>
            <p:spPr>
              <a:xfrm>
                <a:off x="6612940" y="34600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" name="pant leg"/>
              <p:cNvSpPr/>
              <p:nvPr/>
            </p:nvSpPr>
            <p:spPr>
              <a:xfrm>
                <a:off x="6481267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" name="pant leg"/>
              <p:cNvSpPr/>
              <p:nvPr/>
            </p:nvSpPr>
            <p:spPr>
              <a:xfrm>
                <a:off x="6550761" y="36301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" name="hips"/>
              <p:cNvSpPr/>
              <p:nvPr/>
            </p:nvSpPr>
            <p:spPr>
              <a:xfrm>
                <a:off x="6481267" y="36246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" name="shoe"/>
              <p:cNvSpPr/>
              <p:nvPr/>
            </p:nvSpPr>
            <p:spPr>
              <a:xfrm>
                <a:off x="6462979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" name="shoe"/>
              <p:cNvSpPr/>
              <p:nvPr/>
            </p:nvSpPr>
            <p:spPr>
              <a:xfrm>
                <a:off x="6558076" y="38404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" name="shirt"/>
              <p:cNvSpPr/>
              <p:nvPr/>
            </p:nvSpPr>
            <p:spPr>
              <a:xfrm>
                <a:off x="6473951" y="34491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" name="sleeve"/>
              <p:cNvSpPr/>
              <p:nvPr/>
            </p:nvSpPr>
            <p:spPr>
              <a:xfrm>
                <a:off x="6433718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" name="sleeve"/>
              <p:cNvSpPr/>
              <p:nvPr/>
            </p:nvSpPr>
            <p:spPr>
              <a:xfrm>
                <a:off x="6605625" y="34564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" name="neck"/>
              <p:cNvSpPr/>
              <p:nvPr/>
            </p:nvSpPr>
            <p:spPr>
              <a:xfrm>
                <a:off x="6528816" y="34235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" name="head"/>
              <p:cNvSpPr/>
              <p:nvPr/>
            </p:nvSpPr>
            <p:spPr>
              <a:xfrm>
                <a:off x="6483096" y="33101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" name="hair"/>
              <p:cNvSpPr/>
              <p:nvPr/>
            </p:nvSpPr>
            <p:spPr>
              <a:xfrm rot="16200000">
                <a:off x="6519672" y="32698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" name="eye"/>
              <p:cNvSpPr/>
              <p:nvPr/>
            </p:nvSpPr>
            <p:spPr>
              <a:xfrm>
                <a:off x="6516014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" name="eye"/>
              <p:cNvSpPr/>
              <p:nvPr/>
            </p:nvSpPr>
            <p:spPr>
              <a:xfrm>
                <a:off x="6567220" y="33814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" name="smile"/>
              <p:cNvSpPr/>
              <p:nvPr/>
            </p:nvSpPr>
            <p:spPr>
              <a:xfrm>
                <a:off x="6521500" y="33832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0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129430" y="3955694"/>
              <a:ext cx="226771" cy="607162"/>
              <a:chOff x="4129430" y="3955694"/>
              <a:chExt cx="226771" cy="607162"/>
            </a:xfrm>
          </p:grpSpPr>
          <p:sp>
            <p:nvSpPr>
              <p:cNvPr id="1102" name="arm"/>
              <p:cNvSpPr/>
              <p:nvPr/>
            </p:nvSpPr>
            <p:spPr>
              <a:xfrm>
                <a:off x="4136745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" name="arm"/>
              <p:cNvSpPr/>
              <p:nvPr/>
            </p:nvSpPr>
            <p:spPr>
              <a:xfrm>
                <a:off x="4308652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" name="pant leg"/>
              <p:cNvSpPr/>
              <p:nvPr/>
            </p:nvSpPr>
            <p:spPr>
              <a:xfrm>
                <a:off x="4176979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" name="pant leg"/>
              <p:cNvSpPr/>
              <p:nvPr/>
            </p:nvSpPr>
            <p:spPr>
              <a:xfrm>
                <a:off x="4246473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" name="hips"/>
              <p:cNvSpPr/>
              <p:nvPr/>
            </p:nvSpPr>
            <p:spPr>
              <a:xfrm>
                <a:off x="4176979" y="43104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" name="shoe"/>
              <p:cNvSpPr/>
              <p:nvPr/>
            </p:nvSpPr>
            <p:spPr>
              <a:xfrm>
                <a:off x="4158691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" name="shoe"/>
              <p:cNvSpPr/>
              <p:nvPr/>
            </p:nvSpPr>
            <p:spPr>
              <a:xfrm>
                <a:off x="4253788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" name="shirt"/>
              <p:cNvSpPr/>
              <p:nvPr/>
            </p:nvSpPr>
            <p:spPr>
              <a:xfrm>
                <a:off x="4169663" y="41349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" name="sleeve"/>
              <p:cNvSpPr/>
              <p:nvPr/>
            </p:nvSpPr>
            <p:spPr>
              <a:xfrm>
                <a:off x="4129430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" name="sleeve"/>
              <p:cNvSpPr/>
              <p:nvPr/>
            </p:nvSpPr>
            <p:spPr>
              <a:xfrm>
                <a:off x="4301337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" name="neck"/>
              <p:cNvSpPr/>
              <p:nvPr/>
            </p:nvSpPr>
            <p:spPr>
              <a:xfrm>
                <a:off x="4224528" y="41093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" name="head"/>
              <p:cNvSpPr/>
              <p:nvPr/>
            </p:nvSpPr>
            <p:spPr>
              <a:xfrm>
                <a:off x="4178808" y="39959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" name="hair"/>
              <p:cNvSpPr/>
              <p:nvPr/>
            </p:nvSpPr>
            <p:spPr>
              <a:xfrm rot="16200000">
                <a:off x="4215384" y="39556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5" name="eye"/>
              <p:cNvSpPr/>
              <p:nvPr/>
            </p:nvSpPr>
            <p:spPr>
              <a:xfrm>
                <a:off x="4211726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6" name="eye"/>
              <p:cNvSpPr/>
              <p:nvPr/>
            </p:nvSpPr>
            <p:spPr>
              <a:xfrm>
                <a:off x="4262932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7" name="smile"/>
              <p:cNvSpPr/>
              <p:nvPr/>
            </p:nvSpPr>
            <p:spPr>
              <a:xfrm>
                <a:off x="4217212" y="40690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1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458614" y="3955694"/>
              <a:ext cx="226771" cy="607162"/>
              <a:chOff x="4458614" y="3955694"/>
              <a:chExt cx="226771" cy="607162"/>
            </a:xfrm>
          </p:grpSpPr>
          <p:sp>
            <p:nvSpPr>
              <p:cNvPr id="1119" name="arm"/>
              <p:cNvSpPr/>
              <p:nvPr/>
            </p:nvSpPr>
            <p:spPr>
              <a:xfrm>
                <a:off x="4465929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0" name="arm"/>
              <p:cNvSpPr/>
              <p:nvPr/>
            </p:nvSpPr>
            <p:spPr>
              <a:xfrm>
                <a:off x="4637836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1" name="pant leg"/>
              <p:cNvSpPr/>
              <p:nvPr/>
            </p:nvSpPr>
            <p:spPr>
              <a:xfrm>
                <a:off x="4506163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2" name="pant leg"/>
              <p:cNvSpPr/>
              <p:nvPr/>
            </p:nvSpPr>
            <p:spPr>
              <a:xfrm>
                <a:off x="4575657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3" name="hips"/>
              <p:cNvSpPr/>
              <p:nvPr/>
            </p:nvSpPr>
            <p:spPr>
              <a:xfrm>
                <a:off x="4506163" y="43104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" name="shoe"/>
              <p:cNvSpPr/>
              <p:nvPr/>
            </p:nvSpPr>
            <p:spPr>
              <a:xfrm>
                <a:off x="4487875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5" name="shoe"/>
              <p:cNvSpPr/>
              <p:nvPr/>
            </p:nvSpPr>
            <p:spPr>
              <a:xfrm>
                <a:off x="4582972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6" name="shirt"/>
              <p:cNvSpPr/>
              <p:nvPr/>
            </p:nvSpPr>
            <p:spPr>
              <a:xfrm>
                <a:off x="4498848" y="41349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7" name="sleeve"/>
              <p:cNvSpPr/>
              <p:nvPr/>
            </p:nvSpPr>
            <p:spPr>
              <a:xfrm>
                <a:off x="4458614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8" name="sleeve"/>
              <p:cNvSpPr/>
              <p:nvPr/>
            </p:nvSpPr>
            <p:spPr>
              <a:xfrm>
                <a:off x="4630521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9" name="neck"/>
              <p:cNvSpPr/>
              <p:nvPr/>
            </p:nvSpPr>
            <p:spPr>
              <a:xfrm>
                <a:off x="4553712" y="41093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" name="head"/>
              <p:cNvSpPr/>
              <p:nvPr/>
            </p:nvSpPr>
            <p:spPr>
              <a:xfrm>
                <a:off x="4507992" y="39959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1" name="hair"/>
              <p:cNvSpPr/>
              <p:nvPr/>
            </p:nvSpPr>
            <p:spPr>
              <a:xfrm rot="16200000">
                <a:off x="4544568" y="39556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2" name="eye"/>
              <p:cNvSpPr/>
              <p:nvPr/>
            </p:nvSpPr>
            <p:spPr>
              <a:xfrm>
                <a:off x="4540910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3" name="eye"/>
              <p:cNvSpPr/>
              <p:nvPr/>
            </p:nvSpPr>
            <p:spPr>
              <a:xfrm>
                <a:off x="4592116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4" name="smile"/>
              <p:cNvSpPr/>
              <p:nvPr/>
            </p:nvSpPr>
            <p:spPr>
              <a:xfrm>
                <a:off x="4546396" y="40690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3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787798" y="3955694"/>
              <a:ext cx="226771" cy="607162"/>
              <a:chOff x="4787798" y="3955694"/>
              <a:chExt cx="226771" cy="607162"/>
            </a:xfrm>
          </p:grpSpPr>
          <p:sp>
            <p:nvSpPr>
              <p:cNvPr id="1136" name="arm"/>
              <p:cNvSpPr/>
              <p:nvPr/>
            </p:nvSpPr>
            <p:spPr>
              <a:xfrm>
                <a:off x="4795113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7" name="arm"/>
              <p:cNvSpPr/>
              <p:nvPr/>
            </p:nvSpPr>
            <p:spPr>
              <a:xfrm>
                <a:off x="4967020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8" name="pant leg"/>
              <p:cNvSpPr/>
              <p:nvPr/>
            </p:nvSpPr>
            <p:spPr>
              <a:xfrm>
                <a:off x="4835347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9" name="pant leg"/>
              <p:cNvSpPr/>
              <p:nvPr/>
            </p:nvSpPr>
            <p:spPr>
              <a:xfrm>
                <a:off x="4904841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0" name="hips"/>
              <p:cNvSpPr/>
              <p:nvPr/>
            </p:nvSpPr>
            <p:spPr>
              <a:xfrm>
                <a:off x="4835347" y="43104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1" name="shoe"/>
              <p:cNvSpPr/>
              <p:nvPr/>
            </p:nvSpPr>
            <p:spPr>
              <a:xfrm>
                <a:off x="4817059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2" name="shoe"/>
              <p:cNvSpPr/>
              <p:nvPr/>
            </p:nvSpPr>
            <p:spPr>
              <a:xfrm>
                <a:off x="4912156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3" name="shirt"/>
              <p:cNvSpPr/>
              <p:nvPr/>
            </p:nvSpPr>
            <p:spPr>
              <a:xfrm>
                <a:off x="4828031" y="41349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4" name="sleeve"/>
              <p:cNvSpPr/>
              <p:nvPr/>
            </p:nvSpPr>
            <p:spPr>
              <a:xfrm>
                <a:off x="4787798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5" name="sleeve"/>
              <p:cNvSpPr/>
              <p:nvPr/>
            </p:nvSpPr>
            <p:spPr>
              <a:xfrm>
                <a:off x="4959705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6" name="neck"/>
              <p:cNvSpPr/>
              <p:nvPr/>
            </p:nvSpPr>
            <p:spPr>
              <a:xfrm>
                <a:off x="4882896" y="41093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7" name="head"/>
              <p:cNvSpPr/>
              <p:nvPr/>
            </p:nvSpPr>
            <p:spPr>
              <a:xfrm>
                <a:off x="4837176" y="39959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8" name="hair"/>
              <p:cNvSpPr/>
              <p:nvPr/>
            </p:nvSpPr>
            <p:spPr>
              <a:xfrm rot="16200000">
                <a:off x="4873752" y="39556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9" name="eye"/>
              <p:cNvSpPr/>
              <p:nvPr/>
            </p:nvSpPr>
            <p:spPr>
              <a:xfrm>
                <a:off x="4870094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0" name="eye"/>
              <p:cNvSpPr/>
              <p:nvPr/>
            </p:nvSpPr>
            <p:spPr>
              <a:xfrm>
                <a:off x="4921300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1" name="smile"/>
              <p:cNvSpPr/>
              <p:nvPr/>
            </p:nvSpPr>
            <p:spPr>
              <a:xfrm>
                <a:off x="4875580" y="40690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5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116982" y="3955694"/>
              <a:ext cx="226771" cy="607162"/>
              <a:chOff x="5116982" y="3955694"/>
              <a:chExt cx="226771" cy="607162"/>
            </a:xfrm>
          </p:grpSpPr>
          <p:sp>
            <p:nvSpPr>
              <p:cNvPr id="1153" name="arm"/>
              <p:cNvSpPr/>
              <p:nvPr/>
            </p:nvSpPr>
            <p:spPr>
              <a:xfrm>
                <a:off x="5124297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" name="arm"/>
              <p:cNvSpPr/>
              <p:nvPr/>
            </p:nvSpPr>
            <p:spPr>
              <a:xfrm>
                <a:off x="5296204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" name="pant leg"/>
              <p:cNvSpPr/>
              <p:nvPr/>
            </p:nvSpPr>
            <p:spPr>
              <a:xfrm>
                <a:off x="5164531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" name="pant leg"/>
              <p:cNvSpPr/>
              <p:nvPr/>
            </p:nvSpPr>
            <p:spPr>
              <a:xfrm>
                <a:off x="5234025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" name="hips"/>
              <p:cNvSpPr/>
              <p:nvPr/>
            </p:nvSpPr>
            <p:spPr>
              <a:xfrm>
                <a:off x="5164531" y="43104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" name="shoe"/>
              <p:cNvSpPr/>
              <p:nvPr/>
            </p:nvSpPr>
            <p:spPr>
              <a:xfrm>
                <a:off x="5146243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9" name="shoe"/>
              <p:cNvSpPr/>
              <p:nvPr/>
            </p:nvSpPr>
            <p:spPr>
              <a:xfrm>
                <a:off x="5241340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" name="shirt"/>
              <p:cNvSpPr/>
              <p:nvPr/>
            </p:nvSpPr>
            <p:spPr>
              <a:xfrm>
                <a:off x="5157216" y="41349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1" name="sleeve"/>
              <p:cNvSpPr/>
              <p:nvPr/>
            </p:nvSpPr>
            <p:spPr>
              <a:xfrm>
                <a:off x="5116982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2" name="sleeve"/>
              <p:cNvSpPr/>
              <p:nvPr/>
            </p:nvSpPr>
            <p:spPr>
              <a:xfrm>
                <a:off x="5288889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3" name="neck"/>
              <p:cNvSpPr/>
              <p:nvPr/>
            </p:nvSpPr>
            <p:spPr>
              <a:xfrm>
                <a:off x="5212080" y="41093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4" name="head"/>
              <p:cNvSpPr/>
              <p:nvPr/>
            </p:nvSpPr>
            <p:spPr>
              <a:xfrm>
                <a:off x="5166360" y="39959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5" name="hair"/>
              <p:cNvSpPr/>
              <p:nvPr/>
            </p:nvSpPr>
            <p:spPr>
              <a:xfrm rot="16200000">
                <a:off x="5202936" y="39556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6" name="eye"/>
              <p:cNvSpPr/>
              <p:nvPr/>
            </p:nvSpPr>
            <p:spPr>
              <a:xfrm>
                <a:off x="5199278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" name="eye"/>
              <p:cNvSpPr/>
              <p:nvPr/>
            </p:nvSpPr>
            <p:spPr>
              <a:xfrm>
                <a:off x="5250484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8" name="smile"/>
              <p:cNvSpPr/>
              <p:nvPr/>
            </p:nvSpPr>
            <p:spPr>
              <a:xfrm>
                <a:off x="5204764" y="40690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6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446166" y="3955694"/>
              <a:ext cx="226771" cy="607162"/>
              <a:chOff x="5446166" y="3955694"/>
              <a:chExt cx="226771" cy="607162"/>
            </a:xfrm>
          </p:grpSpPr>
          <p:sp>
            <p:nvSpPr>
              <p:cNvPr id="1170" name="arm"/>
              <p:cNvSpPr/>
              <p:nvPr/>
            </p:nvSpPr>
            <p:spPr>
              <a:xfrm>
                <a:off x="5453481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1" name="arm"/>
              <p:cNvSpPr/>
              <p:nvPr/>
            </p:nvSpPr>
            <p:spPr>
              <a:xfrm>
                <a:off x="5625388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" name="pant leg"/>
              <p:cNvSpPr/>
              <p:nvPr/>
            </p:nvSpPr>
            <p:spPr>
              <a:xfrm>
                <a:off x="5493715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3" name="pant leg"/>
              <p:cNvSpPr/>
              <p:nvPr/>
            </p:nvSpPr>
            <p:spPr>
              <a:xfrm>
                <a:off x="5563209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4" name="hips"/>
              <p:cNvSpPr/>
              <p:nvPr/>
            </p:nvSpPr>
            <p:spPr>
              <a:xfrm>
                <a:off x="5493715" y="43104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5" name="shoe"/>
              <p:cNvSpPr/>
              <p:nvPr/>
            </p:nvSpPr>
            <p:spPr>
              <a:xfrm>
                <a:off x="5475427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6" name="shoe"/>
              <p:cNvSpPr/>
              <p:nvPr/>
            </p:nvSpPr>
            <p:spPr>
              <a:xfrm>
                <a:off x="5570524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7" name="shirt"/>
              <p:cNvSpPr/>
              <p:nvPr/>
            </p:nvSpPr>
            <p:spPr>
              <a:xfrm>
                <a:off x="5486399" y="41349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8" name="sleeve"/>
              <p:cNvSpPr/>
              <p:nvPr/>
            </p:nvSpPr>
            <p:spPr>
              <a:xfrm>
                <a:off x="5446166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9" name="sleeve"/>
              <p:cNvSpPr/>
              <p:nvPr/>
            </p:nvSpPr>
            <p:spPr>
              <a:xfrm>
                <a:off x="5618073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0" name="neck"/>
              <p:cNvSpPr/>
              <p:nvPr/>
            </p:nvSpPr>
            <p:spPr>
              <a:xfrm>
                <a:off x="5541264" y="41093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1" name="head"/>
              <p:cNvSpPr/>
              <p:nvPr/>
            </p:nvSpPr>
            <p:spPr>
              <a:xfrm>
                <a:off x="5495544" y="39959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2" name="hair"/>
              <p:cNvSpPr/>
              <p:nvPr/>
            </p:nvSpPr>
            <p:spPr>
              <a:xfrm rot="16200000">
                <a:off x="5532120" y="39556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3" name="eye"/>
              <p:cNvSpPr/>
              <p:nvPr/>
            </p:nvSpPr>
            <p:spPr>
              <a:xfrm>
                <a:off x="5528462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4" name="eye"/>
              <p:cNvSpPr/>
              <p:nvPr/>
            </p:nvSpPr>
            <p:spPr>
              <a:xfrm>
                <a:off x="5579668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5" name="smile"/>
              <p:cNvSpPr/>
              <p:nvPr/>
            </p:nvSpPr>
            <p:spPr>
              <a:xfrm>
                <a:off x="5533948" y="40690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8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775350" y="3955694"/>
              <a:ext cx="226771" cy="607162"/>
              <a:chOff x="5775350" y="3955694"/>
              <a:chExt cx="226771" cy="607162"/>
            </a:xfrm>
          </p:grpSpPr>
          <p:sp>
            <p:nvSpPr>
              <p:cNvPr id="1187" name="arm"/>
              <p:cNvSpPr/>
              <p:nvPr/>
            </p:nvSpPr>
            <p:spPr>
              <a:xfrm>
                <a:off x="5782665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8" name="arm"/>
              <p:cNvSpPr/>
              <p:nvPr/>
            </p:nvSpPr>
            <p:spPr>
              <a:xfrm>
                <a:off x="5954572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9" name="pant leg"/>
              <p:cNvSpPr/>
              <p:nvPr/>
            </p:nvSpPr>
            <p:spPr>
              <a:xfrm>
                <a:off x="5822899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0" name="pant leg"/>
              <p:cNvSpPr/>
              <p:nvPr/>
            </p:nvSpPr>
            <p:spPr>
              <a:xfrm>
                <a:off x="5892393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1" name="hips"/>
              <p:cNvSpPr/>
              <p:nvPr/>
            </p:nvSpPr>
            <p:spPr>
              <a:xfrm>
                <a:off x="5822899" y="43104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2" name="shoe"/>
              <p:cNvSpPr/>
              <p:nvPr/>
            </p:nvSpPr>
            <p:spPr>
              <a:xfrm>
                <a:off x="5804611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3" name="shoe"/>
              <p:cNvSpPr/>
              <p:nvPr/>
            </p:nvSpPr>
            <p:spPr>
              <a:xfrm>
                <a:off x="5899708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4" name="shirt"/>
              <p:cNvSpPr/>
              <p:nvPr/>
            </p:nvSpPr>
            <p:spPr>
              <a:xfrm>
                <a:off x="5815583" y="41349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5" name="sleeve"/>
              <p:cNvSpPr/>
              <p:nvPr/>
            </p:nvSpPr>
            <p:spPr>
              <a:xfrm>
                <a:off x="5775350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6" name="sleeve"/>
              <p:cNvSpPr/>
              <p:nvPr/>
            </p:nvSpPr>
            <p:spPr>
              <a:xfrm>
                <a:off x="5947257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7" name="neck"/>
              <p:cNvSpPr/>
              <p:nvPr/>
            </p:nvSpPr>
            <p:spPr>
              <a:xfrm>
                <a:off x="5870448" y="41093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8" name="head"/>
              <p:cNvSpPr/>
              <p:nvPr/>
            </p:nvSpPr>
            <p:spPr>
              <a:xfrm>
                <a:off x="5824728" y="39959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9" name="hair"/>
              <p:cNvSpPr/>
              <p:nvPr/>
            </p:nvSpPr>
            <p:spPr>
              <a:xfrm rot="16200000">
                <a:off x="5861304" y="39556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0" name="eye"/>
              <p:cNvSpPr/>
              <p:nvPr/>
            </p:nvSpPr>
            <p:spPr>
              <a:xfrm>
                <a:off x="5857646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1" name="eye"/>
              <p:cNvSpPr/>
              <p:nvPr/>
            </p:nvSpPr>
            <p:spPr>
              <a:xfrm>
                <a:off x="5908852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2" name="smile"/>
              <p:cNvSpPr/>
              <p:nvPr/>
            </p:nvSpPr>
            <p:spPr>
              <a:xfrm>
                <a:off x="5863132" y="40690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0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104534" y="3955694"/>
              <a:ext cx="226771" cy="607162"/>
              <a:chOff x="6104534" y="3955694"/>
              <a:chExt cx="226771" cy="607162"/>
            </a:xfrm>
          </p:grpSpPr>
          <p:sp>
            <p:nvSpPr>
              <p:cNvPr id="1204" name="arm"/>
              <p:cNvSpPr/>
              <p:nvPr/>
            </p:nvSpPr>
            <p:spPr>
              <a:xfrm>
                <a:off x="6111849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5" name="arm"/>
              <p:cNvSpPr/>
              <p:nvPr/>
            </p:nvSpPr>
            <p:spPr>
              <a:xfrm>
                <a:off x="6283756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6" name="pant leg"/>
              <p:cNvSpPr/>
              <p:nvPr/>
            </p:nvSpPr>
            <p:spPr>
              <a:xfrm>
                <a:off x="6152083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7" name="pant leg"/>
              <p:cNvSpPr/>
              <p:nvPr/>
            </p:nvSpPr>
            <p:spPr>
              <a:xfrm>
                <a:off x="6221577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8" name="hips"/>
              <p:cNvSpPr/>
              <p:nvPr/>
            </p:nvSpPr>
            <p:spPr>
              <a:xfrm>
                <a:off x="6152083" y="43104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9" name="shoe"/>
              <p:cNvSpPr/>
              <p:nvPr/>
            </p:nvSpPr>
            <p:spPr>
              <a:xfrm>
                <a:off x="6133795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0" name="shoe"/>
              <p:cNvSpPr/>
              <p:nvPr/>
            </p:nvSpPr>
            <p:spPr>
              <a:xfrm>
                <a:off x="6228892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1" name="shirt"/>
              <p:cNvSpPr/>
              <p:nvPr/>
            </p:nvSpPr>
            <p:spPr>
              <a:xfrm>
                <a:off x="6144768" y="41349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2" name="sleeve"/>
              <p:cNvSpPr/>
              <p:nvPr/>
            </p:nvSpPr>
            <p:spPr>
              <a:xfrm>
                <a:off x="6104534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3" name="sleeve"/>
              <p:cNvSpPr/>
              <p:nvPr/>
            </p:nvSpPr>
            <p:spPr>
              <a:xfrm>
                <a:off x="6276441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4" name="neck"/>
              <p:cNvSpPr/>
              <p:nvPr/>
            </p:nvSpPr>
            <p:spPr>
              <a:xfrm>
                <a:off x="6199632" y="41093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5" name="head"/>
              <p:cNvSpPr/>
              <p:nvPr/>
            </p:nvSpPr>
            <p:spPr>
              <a:xfrm>
                <a:off x="6153912" y="39959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6" name="hair"/>
              <p:cNvSpPr/>
              <p:nvPr/>
            </p:nvSpPr>
            <p:spPr>
              <a:xfrm rot="16200000">
                <a:off x="6190488" y="39556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7" name="eye"/>
              <p:cNvSpPr/>
              <p:nvPr/>
            </p:nvSpPr>
            <p:spPr>
              <a:xfrm>
                <a:off x="6186830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8" name="eye"/>
              <p:cNvSpPr/>
              <p:nvPr/>
            </p:nvSpPr>
            <p:spPr>
              <a:xfrm>
                <a:off x="6238036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9" name="smile"/>
              <p:cNvSpPr/>
              <p:nvPr/>
            </p:nvSpPr>
            <p:spPr>
              <a:xfrm>
                <a:off x="6192316" y="40690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2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433718" y="3955694"/>
              <a:ext cx="226771" cy="607162"/>
              <a:chOff x="6433718" y="3955694"/>
              <a:chExt cx="226771" cy="607162"/>
            </a:xfrm>
          </p:grpSpPr>
          <p:sp>
            <p:nvSpPr>
              <p:cNvPr id="1221" name="arm"/>
              <p:cNvSpPr/>
              <p:nvPr/>
            </p:nvSpPr>
            <p:spPr>
              <a:xfrm>
                <a:off x="6441033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2" name="arm"/>
              <p:cNvSpPr/>
              <p:nvPr/>
            </p:nvSpPr>
            <p:spPr>
              <a:xfrm>
                <a:off x="6612940" y="41458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3" name="pant leg"/>
              <p:cNvSpPr/>
              <p:nvPr/>
            </p:nvSpPr>
            <p:spPr>
              <a:xfrm>
                <a:off x="6481267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4" name="pant leg"/>
              <p:cNvSpPr/>
              <p:nvPr/>
            </p:nvSpPr>
            <p:spPr>
              <a:xfrm>
                <a:off x="6550761" y="43159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5" name="hips"/>
              <p:cNvSpPr/>
              <p:nvPr/>
            </p:nvSpPr>
            <p:spPr>
              <a:xfrm>
                <a:off x="6481267" y="43104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6" name="shoe"/>
              <p:cNvSpPr/>
              <p:nvPr/>
            </p:nvSpPr>
            <p:spPr>
              <a:xfrm>
                <a:off x="6462979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7" name="shoe"/>
              <p:cNvSpPr/>
              <p:nvPr/>
            </p:nvSpPr>
            <p:spPr>
              <a:xfrm>
                <a:off x="6558076" y="45262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8" name="shirt"/>
              <p:cNvSpPr/>
              <p:nvPr/>
            </p:nvSpPr>
            <p:spPr>
              <a:xfrm>
                <a:off x="6473951" y="41349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9" name="sleeve"/>
              <p:cNvSpPr/>
              <p:nvPr/>
            </p:nvSpPr>
            <p:spPr>
              <a:xfrm>
                <a:off x="6433718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0" name="sleeve"/>
              <p:cNvSpPr/>
              <p:nvPr/>
            </p:nvSpPr>
            <p:spPr>
              <a:xfrm>
                <a:off x="6605625" y="41422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1" name="neck"/>
              <p:cNvSpPr/>
              <p:nvPr/>
            </p:nvSpPr>
            <p:spPr>
              <a:xfrm>
                <a:off x="6528816" y="41093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2" name="head"/>
              <p:cNvSpPr/>
              <p:nvPr/>
            </p:nvSpPr>
            <p:spPr>
              <a:xfrm>
                <a:off x="6483096" y="39959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3" name="hair"/>
              <p:cNvSpPr/>
              <p:nvPr/>
            </p:nvSpPr>
            <p:spPr>
              <a:xfrm rot="16200000">
                <a:off x="6519672" y="39556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4" name="eye"/>
              <p:cNvSpPr/>
              <p:nvPr/>
            </p:nvSpPr>
            <p:spPr>
              <a:xfrm>
                <a:off x="6516014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5" name="eye"/>
              <p:cNvSpPr/>
              <p:nvPr/>
            </p:nvSpPr>
            <p:spPr>
              <a:xfrm>
                <a:off x="6567220" y="40672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6" name="smile"/>
              <p:cNvSpPr/>
              <p:nvPr/>
            </p:nvSpPr>
            <p:spPr>
              <a:xfrm>
                <a:off x="6521500" y="40690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3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129430" y="4641494"/>
              <a:ext cx="226771" cy="607162"/>
              <a:chOff x="4129430" y="4641494"/>
              <a:chExt cx="226771" cy="607162"/>
            </a:xfrm>
          </p:grpSpPr>
          <p:sp>
            <p:nvSpPr>
              <p:cNvPr id="1238" name="arm"/>
              <p:cNvSpPr/>
              <p:nvPr/>
            </p:nvSpPr>
            <p:spPr>
              <a:xfrm>
                <a:off x="4136745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9" name="arm"/>
              <p:cNvSpPr/>
              <p:nvPr/>
            </p:nvSpPr>
            <p:spPr>
              <a:xfrm>
                <a:off x="4308652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0" name="pant leg"/>
              <p:cNvSpPr/>
              <p:nvPr/>
            </p:nvSpPr>
            <p:spPr>
              <a:xfrm>
                <a:off x="4176979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1" name="pant leg"/>
              <p:cNvSpPr/>
              <p:nvPr/>
            </p:nvSpPr>
            <p:spPr>
              <a:xfrm>
                <a:off x="4246473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2" name="hips"/>
              <p:cNvSpPr/>
              <p:nvPr/>
            </p:nvSpPr>
            <p:spPr>
              <a:xfrm>
                <a:off x="4176979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3" name="shoe"/>
              <p:cNvSpPr/>
              <p:nvPr/>
            </p:nvSpPr>
            <p:spPr>
              <a:xfrm>
                <a:off x="4158691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4" name="shoe"/>
              <p:cNvSpPr/>
              <p:nvPr/>
            </p:nvSpPr>
            <p:spPr>
              <a:xfrm>
                <a:off x="4253788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5" name="shirt"/>
              <p:cNvSpPr/>
              <p:nvPr/>
            </p:nvSpPr>
            <p:spPr>
              <a:xfrm>
                <a:off x="4169663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6" name="sleeve"/>
              <p:cNvSpPr/>
              <p:nvPr/>
            </p:nvSpPr>
            <p:spPr>
              <a:xfrm>
                <a:off x="4129430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7" name="sleeve"/>
              <p:cNvSpPr/>
              <p:nvPr/>
            </p:nvSpPr>
            <p:spPr>
              <a:xfrm>
                <a:off x="4301337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8" name="neck"/>
              <p:cNvSpPr/>
              <p:nvPr/>
            </p:nvSpPr>
            <p:spPr>
              <a:xfrm>
                <a:off x="4224528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9" name="head"/>
              <p:cNvSpPr/>
              <p:nvPr/>
            </p:nvSpPr>
            <p:spPr>
              <a:xfrm>
                <a:off x="4178808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0" name="hair"/>
              <p:cNvSpPr/>
              <p:nvPr/>
            </p:nvSpPr>
            <p:spPr>
              <a:xfrm rot="16200000">
                <a:off x="4215384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1" name="eye"/>
              <p:cNvSpPr/>
              <p:nvPr/>
            </p:nvSpPr>
            <p:spPr>
              <a:xfrm>
                <a:off x="4211726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2" name="eye"/>
              <p:cNvSpPr/>
              <p:nvPr/>
            </p:nvSpPr>
            <p:spPr>
              <a:xfrm>
                <a:off x="4262932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3" name="smile"/>
              <p:cNvSpPr/>
              <p:nvPr/>
            </p:nvSpPr>
            <p:spPr>
              <a:xfrm>
                <a:off x="4217212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5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458614" y="4641494"/>
              <a:ext cx="226771" cy="607162"/>
              <a:chOff x="4458614" y="4641494"/>
              <a:chExt cx="226771" cy="607162"/>
            </a:xfrm>
          </p:grpSpPr>
          <p:sp>
            <p:nvSpPr>
              <p:cNvPr id="1255" name="arm"/>
              <p:cNvSpPr/>
              <p:nvPr/>
            </p:nvSpPr>
            <p:spPr>
              <a:xfrm>
                <a:off x="4465929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6" name="arm"/>
              <p:cNvSpPr/>
              <p:nvPr/>
            </p:nvSpPr>
            <p:spPr>
              <a:xfrm>
                <a:off x="4637836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7" name="pant leg"/>
              <p:cNvSpPr/>
              <p:nvPr/>
            </p:nvSpPr>
            <p:spPr>
              <a:xfrm>
                <a:off x="4506163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8" name="pant leg"/>
              <p:cNvSpPr/>
              <p:nvPr/>
            </p:nvSpPr>
            <p:spPr>
              <a:xfrm>
                <a:off x="4575657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9" name="hips"/>
              <p:cNvSpPr/>
              <p:nvPr/>
            </p:nvSpPr>
            <p:spPr>
              <a:xfrm>
                <a:off x="4506163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0" name="shoe"/>
              <p:cNvSpPr/>
              <p:nvPr/>
            </p:nvSpPr>
            <p:spPr>
              <a:xfrm>
                <a:off x="4487875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1" name="shoe"/>
              <p:cNvSpPr/>
              <p:nvPr/>
            </p:nvSpPr>
            <p:spPr>
              <a:xfrm>
                <a:off x="4582972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2" name="shirt"/>
              <p:cNvSpPr/>
              <p:nvPr/>
            </p:nvSpPr>
            <p:spPr>
              <a:xfrm>
                <a:off x="4498848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3" name="sleeve"/>
              <p:cNvSpPr/>
              <p:nvPr/>
            </p:nvSpPr>
            <p:spPr>
              <a:xfrm>
                <a:off x="4458614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4" name="sleeve"/>
              <p:cNvSpPr/>
              <p:nvPr/>
            </p:nvSpPr>
            <p:spPr>
              <a:xfrm>
                <a:off x="4630521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5" name="neck"/>
              <p:cNvSpPr/>
              <p:nvPr/>
            </p:nvSpPr>
            <p:spPr>
              <a:xfrm>
                <a:off x="4553712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6" name="head"/>
              <p:cNvSpPr/>
              <p:nvPr/>
            </p:nvSpPr>
            <p:spPr>
              <a:xfrm>
                <a:off x="4507992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7" name="hair"/>
              <p:cNvSpPr/>
              <p:nvPr/>
            </p:nvSpPr>
            <p:spPr>
              <a:xfrm rot="16200000">
                <a:off x="4544568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8" name="eye"/>
              <p:cNvSpPr/>
              <p:nvPr/>
            </p:nvSpPr>
            <p:spPr>
              <a:xfrm>
                <a:off x="4540910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9" name="eye"/>
              <p:cNvSpPr/>
              <p:nvPr/>
            </p:nvSpPr>
            <p:spPr>
              <a:xfrm>
                <a:off x="4592116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0" name="smile"/>
              <p:cNvSpPr/>
              <p:nvPr/>
            </p:nvSpPr>
            <p:spPr>
              <a:xfrm>
                <a:off x="4546396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7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787798" y="4641494"/>
              <a:ext cx="226771" cy="607162"/>
              <a:chOff x="4787798" y="4641494"/>
              <a:chExt cx="226771" cy="607162"/>
            </a:xfrm>
          </p:grpSpPr>
          <p:sp>
            <p:nvSpPr>
              <p:cNvPr id="1272" name="arm"/>
              <p:cNvSpPr/>
              <p:nvPr/>
            </p:nvSpPr>
            <p:spPr>
              <a:xfrm>
                <a:off x="4795113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3" name="arm"/>
              <p:cNvSpPr/>
              <p:nvPr/>
            </p:nvSpPr>
            <p:spPr>
              <a:xfrm>
                <a:off x="4967020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4" name="pant leg"/>
              <p:cNvSpPr/>
              <p:nvPr/>
            </p:nvSpPr>
            <p:spPr>
              <a:xfrm>
                <a:off x="4835347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5" name="pant leg"/>
              <p:cNvSpPr/>
              <p:nvPr/>
            </p:nvSpPr>
            <p:spPr>
              <a:xfrm>
                <a:off x="4904841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6" name="hips"/>
              <p:cNvSpPr/>
              <p:nvPr/>
            </p:nvSpPr>
            <p:spPr>
              <a:xfrm>
                <a:off x="4835347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7" name="shoe"/>
              <p:cNvSpPr/>
              <p:nvPr/>
            </p:nvSpPr>
            <p:spPr>
              <a:xfrm>
                <a:off x="4817059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8" name="shoe"/>
              <p:cNvSpPr/>
              <p:nvPr/>
            </p:nvSpPr>
            <p:spPr>
              <a:xfrm>
                <a:off x="4912156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9" name="shirt"/>
              <p:cNvSpPr/>
              <p:nvPr/>
            </p:nvSpPr>
            <p:spPr>
              <a:xfrm>
                <a:off x="4828031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0" name="sleeve"/>
              <p:cNvSpPr/>
              <p:nvPr/>
            </p:nvSpPr>
            <p:spPr>
              <a:xfrm>
                <a:off x="4787798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1" name="sleeve"/>
              <p:cNvSpPr/>
              <p:nvPr/>
            </p:nvSpPr>
            <p:spPr>
              <a:xfrm>
                <a:off x="4959705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2" name="neck"/>
              <p:cNvSpPr/>
              <p:nvPr/>
            </p:nvSpPr>
            <p:spPr>
              <a:xfrm>
                <a:off x="4882896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3" name="head"/>
              <p:cNvSpPr/>
              <p:nvPr/>
            </p:nvSpPr>
            <p:spPr>
              <a:xfrm>
                <a:off x="4837176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4" name="hair"/>
              <p:cNvSpPr/>
              <p:nvPr/>
            </p:nvSpPr>
            <p:spPr>
              <a:xfrm rot="16200000">
                <a:off x="4873752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5" name="eye"/>
              <p:cNvSpPr/>
              <p:nvPr/>
            </p:nvSpPr>
            <p:spPr>
              <a:xfrm>
                <a:off x="4870094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6" name="eye"/>
              <p:cNvSpPr/>
              <p:nvPr/>
            </p:nvSpPr>
            <p:spPr>
              <a:xfrm>
                <a:off x="4921300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7" name="smile"/>
              <p:cNvSpPr/>
              <p:nvPr/>
            </p:nvSpPr>
            <p:spPr>
              <a:xfrm>
                <a:off x="4875580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8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116982" y="4641494"/>
              <a:ext cx="226771" cy="607162"/>
              <a:chOff x="5116982" y="4641494"/>
              <a:chExt cx="226771" cy="607162"/>
            </a:xfrm>
          </p:grpSpPr>
          <p:sp>
            <p:nvSpPr>
              <p:cNvPr id="1289" name="arm"/>
              <p:cNvSpPr/>
              <p:nvPr/>
            </p:nvSpPr>
            <p:spPr>
              <a:xfrm>
                <a:off x="5124297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0" name="arm"/>
              <p:cNvSpPr/>
              <p:nvPr/>
            </p:nvSpPr>
            <p:spPr>
              <a:xfrm>
                <a:off x="5296204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1" name="pant leg"/>
              <p:cNvSpPr/>
              <p:nvPr/>
            </p:nvSpPr>
            <p:spPr>
              <a:xfrm>
                <a:off x="5164531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2" name="pant leg"/>
              <p:cNvSpPr/>
              <p:nvPr/>
            </p:nvSpPr>
            <p:spPr>
              <a:xfrm>
                <a:off x="5234025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3" name="hips"/>
              <p:cNvSpPr/>
              <p:nvPr/>
            </p:nvSpPr>
            <p:spPr>
              <a:xfrm>
                <a:off x="5164531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4" name="shoe"/>
              <p:cNvSpPr/>
              <p:nvPr/>
            </p:nvSpPr>
            <p:spPr>
              <a:xfrm>
                <a:off x="5146243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5" name="shoe"/>
              <p:cNvSpPr/>
              <p:nvPr/>
            </p:nvSpPr>
            <p:spPr>
              <a:xfrm>
                <a:off x="5241340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6" name="shirt"/>
              <p:cNvSpPr/>
              <p:nvPr/>
            </p:nvSpPr>
            <p:spPr>
              <a:xfrm>
                <a:off x="5157216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7" name="sleeve"/>
              <p:cNvSpPr/>
              <p:nvPr/>
            </p:nvSpPr>
            <p:spPr>
              <a:xfrm>
                <a:off x="5116982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8" name="sleeve"/>
              <p:cNvSpPr/>
              <p:nvPr/>
            </p:nvSpPr>
            <p:spPr>
              <a:xfrm>
                <a:off x="5288889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9" name="neck"/>
              <p:cNvSpPr/>
              <p:nvPr/>
            </p:nvSpPr>
            <p:spPr>
              <a:xfrm>
                <a:off x="5212080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0" name="head"/>
              <p:cNvSpPr/>
              <p:nvPr/>
            </p:nvSpPr>
            <p:spPr>
              <a:xfrm>
                <a:off x="5166360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1" name="hair"/>
              <p:cNvSpPr/>
              <p:nvPr/>
            </p:nvSpPr>
            <p:spPr>
              <a:xfrm rot="16200000">
                <a:off x="5202936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2" name="eye"/>
              <p:cNvSpPr/>
              <p:nvPr/>
            </p:nvSpPr>
            <p:spPr>
              <a:xfrm>
                <a:off x="5199278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3" name="eye"/>
              <p:cNvSpPr/>
              <p:nvPr/>
            </p:nvSpPr>
            <p:spPr>
              <a:xfrm>
                <a:off x="5250484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4" name="smile"/>
              <p:cNvSpPr/>
              <p:nvPr/>
            </p:nvSpPr>
            <p:spPr>
              <a:xfrm>
                <a:off x="5204764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0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446166" y="4641494"/>
              <a:ext cx="226771" cy="607162"/>
              <a:chOff x="5446166" y="4641494"/>
              <a:chExt cx="226771" cy="607162"/>
            </a:xfrm>
          </p:grpSpPr>
          <p:sp>
            <p:nvSpPr>
              <p:cNvPr id="1306" name="arm"/>
              <p:cNvSpPr/>
              <p:nvPr/>
            </p:nvSpPr>
            <p:spPr>
              <a:xfrm>
                <a:off x="5453481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7" name="arm"/>
              <p:cNvSpPr/>
              <p:nvPr/>
            </p:nvSpPr>
            <p:spPr>
              <a:xfrm>
                <a:off x="5625388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8" name="pant leg"/>
              <p:cNvSpPr/>
              <p:nvPr/>
            </p:nvSpPr>
            <p:spPr>
              <a:xfrm>
                <a:off x="5493715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9" name="pant leg"/>
              <p:cNvSpPr/>
              <p:nvPr/>
            </p:nvSpPr>
            <p:spPr>
              <a:xfrm>
                <a:off x="5563209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0" name="hips"/>
              <p:cNvSpPr/>
              <p:nvPr/>
            </p:nvSpPr>
            <p:spPr>
              <a:xfrm>
                <a:off x="5493715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1" name="shoe"/>
              <p:cNvSpPr/>
              <p:nvPr/>
            </p:nvSpPr>
            <p:spPr>
              <a:xfrm>
                <a:off x="5475427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2" name="shoe"/>
              <p:cNvSpPr/>
              <p:nvPr/>
            </p:nvSpPr>
            <p:spPr>
              <a:xfrm>
                <a:off x="5570524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3" name="shirt"/>
              <p:cNvSpPr/>
              <p:nvPr/>
            </p:nvSpPr>
            <p:spPr>
              <a:xfrm>
                <a:off x="5486399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4" name="sleeve"/>
              <p:cNvSpPr/>
              <p:nvPr/>
            </p:nvSpPr>
            <p:spPr>
              <a:xfrm>
                <a:off x="5446166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5" name="sleeve"/>
              <p:cNvSpPr/>
              <p:nvPr/>
            </p:nvSpPr>
            <p:spPr>
              <a:xfrm>
                <a:off x="5618073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6" name="neck"/>
              <p:cNvSpPr/>
              <p:nvPr/>
            </p:nvSpPr>
            <p:spPr>
              <a:xfrm>
                <a:off x="5541264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7" name="head"/>
              <p:cNvSpPr/>
              <p:nvPr/>
            </p:nvSpPr>
            <p:spPr>
              <a:xfrm>
                <a:off x="5495544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8" name="hair"/>
              <p:cNvSpPr/>
              <p:nvPr/>
            </p:nvSpPr>
            <p:spPr>
              <a:xfrm rot="16200000">
                <a:off x="5532120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9" name="eye"/>
              <p:cNvSpPr/>
              <p:nvPr/>
            </p:nvSpPr>
            <p:spPr>
              <a:xfrm>
                <a:off x="5528462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0" name="eye"/>
              <p:cNvSpPr/>
              <p:nvPr/>
            </p:nvSpPr>
            <p:spPr>
              <a:xfrm>
                <a:off x="5579668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1" name="smile"/>
              <p:cNvSpPr/>
              <p:nvPr/>
            </p:nvSpPr>
            <p:spPr>
              <a:xfrm>
                <a:off x="5533948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2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775350" y="4641494"/>
              <a:ext cx="226771" cy="607162"/>
              <a:chOff x="5775350" y="4641494"/>
              <a:chExt cx="226771" cy="607162"/>
            </a:xfrm>
          </p:grpSpPr>
          <p:sp>
            <p:nvSpPr>
              <p:cNvPr id="1323" name="arm"/>
              <p:cNvSpPr/>
              <p:nvPr/>
            </p:nvSpPr>
            <p:spPr>
              <a:xfrm>
                <a:off x="5782665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4" name="arm"/>
              <p:cNvSpPr/>
              <p:nvPr/>
            </p:nvSpPr>
            <p:spPr>
              <a:xfrm>
                <a:off x="5954572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5" name="pant leg"/>
              <p:cNvSpPr/>
              <p:nvPr/>
            </p:nvSpPr>
            <p:spPr>
              <a:xfrm>
                <a:off x="5822899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6" name="pant leg"/>
              <p:cNvSpPr/>
              <p:nvPr/>
            </p:nvSpPr>
            <p:spPr>
              <a:xfrm>
                <a:off x="5892393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7" name="hips"/>
              <p:cNvSpPr/>
              <p:nvPr/>
            </p:nvSpPr>
            <p:spPr>
              <a:xfrm>
                <a:off x="5822899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8" name="shoe"/>
              <p:cNvSpPr/>
              <p:nvPr/>
            </p:nvSpPr>
            <p:spPr>
              <a:xfrm>
                <a:off x="5804611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9" name="shoe"/>
              <p:cNvSpPr/>
              <p:nvPr/>
            </p:nvSpPr>
            <p:spPr>
              <a:xfrm>
                <a:off x="5899708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0" name="shirt"/>
              <p:cNvSpPr/>
              <p:nvPr/>
            </p:nvSpPr>
            <p:spPr>
              <a:xfrm>
                <a:off x="5815583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1" name="sleeve"/>
              <p:cNvSpPr/>
              <p:nvPr/>
            </p:nvSpPr>
            <p:spPr>
              <a:xfrm>
                <a:off x="5775350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2" name="sleeve"/>
              <p:cNvSpPr/>
              <p:nvPr/>
            </p:nvSpPr>
            <p:spPr>
              <a:xfrm>
                <a:off x="5947257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3" name="neck"/>
              <p:cNvSpPr/>
              <p:nvPr/>
            </p:nvSpPr>
            <p:spPr>
              <a:xfrm>
                <a:off x="5870448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4" name="head"/>
              <p:cNvSpPr/>
              <p:nvPr/>
            </p:nvSpPr>
            <p:spPr>
              <a:xfrm>
                <a:off x="5824728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5" name="hair"/>
              <p:cNvSpPr/>
              <p:nvPr/>
            </p:nvSpPr>
            <p:spPr>
              <a:xfrm rot="16200000">
                <a:off x="5861304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6" name="eye"/>
              <p:cNvSpPr/>
              <p:nvPr/>
            </p:nvSpPr>
            <p:spPr>
              <a:xfrm>
                <a:off x="5857646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7" name="eye"/>
              <p:cNvSpPr/>
              <p:nvPr/>
            </p:nvSpPr>
            <p:spPr>
              <a:xfrm>
                <a:off x="5908852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8" name="smile"/>
              <p:cNvSpPr/>
              <p:nvPr/>
            </p:nvSpPr>
            <p:spPr>
              <a:xfrm>
                <a:off x="5863132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3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104534" y="4641494"/>
              <a:ext cx="226771" cy="607162"/>
              <a:chOff x="6104534" y="4641494"/>
              <a:chExt cx="226771" cy="607162"/>
            </a:xfrm>
          </p:grpSpPr>
          <p:sp>
            <p:nvSpPr>
              <p:cNvPr id="1340" name="arm"/>
              <p:cNvSpPr/>
              <p:nvPr/>
            </p:nvSpPr>
            <p:spPr>
              <a:xfrm>
                <a:off x="6111849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1" name="arm"/>
              <p:cNvSpPr/>
              <p:nvPr/>
            </p:nvSpPr>
            <p:spPr>
              <a:xfrm>
                <a:off x="6283756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2" name="pant leg"/>
              <p:cNvSpPr/>
              <p:nvPr/>
            </p:nvSpPr>
            <p:spPr>
              <a:xfrm>
                <a:off x="6152083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3" name="pant leg"/>
              <p:cNvSpPr/>
              <p:nvPr/>
            </p:nvSpPr>
            <p:spPr>
              <a:xfrm>
                <a:off x="6221577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4" name="hips"/>
              <p:cNvSpPr/>
              <p:nvPr/>
            </p:nvSpPr>
            <p:spPr>
              <a:xfrm>
                <a:off x="6152083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5" name="shoe"/>
              <p:cNvSpPr/>
              <p:nvPr/>
            </p:nvSpPr>
            <p:spPr>
              <a:xfrm>
                <a:off x="6133795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6" name="shoe"/>
              <p:cNvSpPr/>
              <p:nvPr/>
            </p:nvSpPr>
            <p:spPr>
              <a:xfrm>
                <a:off x="6228892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7" name="shirt"/>
              <p:cNvSpPr/>
              <p:nvPr/>
            </p:nvSpPr>
            <p:spPr>
              <a:xfrm>
                <a:off x="6144768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8" name="sleeve"/>
              <p:cNvSpPr/>
              <p:nvPr/>
            </p:nvSpPr>
            <p:spPr>
              <a:xfrm>
                <a:off x="6104534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9" name="sleeve"/>
              <p:cNvSpPr/>
              <p:nvPr/>
            </p:nvSpPr>
            <p:spPr>
              <a:xfrm>
                <a:off x="6276441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0" name="neck"/>
              <p:cNvSpPr/>
              <p:nvPr/>
            </p:nvSpPr>
            <p:spPr>
              <a:xfrm>
                <a:off x="6199632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1" name="head"/>
              <p:cNvSpPr/>
              <p:nvPr/>
            </p:nvSpPr>
            <p:spPr>
              <a:xfrm>
                <a:off x="6153912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2" name="hair"/>
              <p:cNvSpPr/>
              <p:nvPr/>
            </p:nvSpPr>
            <p:spPr>
              <a:xfrm rot="16200000">
                <a:off x="6190488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3" name="eye"/>
              <p:cNvSpPr/>
              <p:nvPr/>
            </p:nvSpPr>
            <p:spPr>
              <a:xfrm>
                <a:off x="6186830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4" name="eye"/>
              <p:cNvSpPr/>
              <p:nvPr/>
            </p:nvSpPr>
            <p:spPr>
              <a:xfrm>
                <a:off x="6238036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5" name="smile"/>
              <p:cNvSpPr/>
              <p:nvPr/>
            </p:nvSpPr>
            <p:spPr>
              <a:xfrm>
                <a:off x="6192316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5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433718" y="4641494"/>
              <a:ext cx="226771" cy="607162"/>
              <a:chOff x="6433718" y="4641494"/>
              <a:chExt cx="226771" cy="607162"/>
            </a:xfrm>
          </p:grpSpPr>
          <p:sp>
            <p:nvSpPr>
              <p:cNvPr id="1357" name="arm"/>
              <p:cNvSpPr/>
              <p:nvPr/>
            </p:nvSpPr>
            <p:spPr>
              <a:xfrm>
                <a:off x="6441033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8" name="arm"/>
              <p:cNvSpPr/>
              <p:nvPr/>
            </p:nvSpPr>
            <p:spPr>
              <a:xfrm>
                <a:off x="6612940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9" name="pant leg"/>
              <p:cNvSpPr/>
              <p:nvPr/>
            </p:nvSpPr>
            <p:spPr>
              <a:xfrm>
                <a:off x="6481267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0" name="pant leg"/>
              <p:cNvSpPr/>
              <p:nvPr/>
            </p:nvSpPr>
            <p:spPr>
              <a:xfrm>
                <a:off x="6550761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1" name="hips"/>
              <p:cNvSpPr/>
              <p:nvPr/>
            </p:nvSpPr>
            <p:spPr>
              <a:xfrm>
                <a:off x="6481267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2" name="shoe"/>
              <p:cNvSpPr/>
              <p:nvPr/>
            </p:nvSpPr>
            <p:spPr>
              <a:xfrm>
                <a:off x="6462979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3" name="shoe"/>
              <p:cNvSpPr/>
              <p:nvPr/>
            </p:nvSpPr>
            <p:spPr>
              <a:xfrm>
                <a:off x="6558076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4" name="shirt"/>
              <p:cNvSpPr/>
              <p:nvPr/>
            </p:nvSpPr>
            <p:spPr>
              <a:xfrm>
                <a:off x="6473951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5" name="sleeve"/>
              <p:cNvSpPr/>
              <p:nvPr/>
            </p:nvSpPr>
            <p:spPr>
              <a:xfrm>
                <a:off x="6433718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6" name="sleeve"/>
              <p:cNvSpPr/>
              <p:nvPr/>
            </p:nvSpPr>
            <p:spPr>
              <a:xfrm>
                <a:off x="6605625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7" name="neck"/>
              <p:cNvSpPr/>
              <p:nvPr/>
            </p:nvSpPr>
            <p:spPr>
              <a:xfrm>
                <a:off x="6528816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8" name="head"/>
              <p:cNvSpPr/>
              <p:nvPr/>
            </p:nvSpPr>
            <p:spPr>
              <a:xfrm>
                <a:off x="6483096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9" name="hair"/>
              <p:cNvSpPr/>
              <p:nvPr/>
            </p:nvSpPr>
            <p:spPr>
              <a:xfrm rot="16200000">
                <a:off x="6519672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0" name="eye"/>
              <p:cNvSpPr/>
              <p:nvPr/>
            </p:nvSpPr>
            <p:spPr>
              <a:xfrm>
                <a:off x="6516014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1" name="eye"/>
              <p:cNvSpPr/>
              <p:nvPr/>
            </p:nvSpPr>
            <p:spPr>
              <a:xfrm>
                <a:off x="6567220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2" name="smile"/>
              <p:cNvSpPr/>
              <p:nvPr/>
            </p:nvSpPr>
            <p:spPr>
              <a:xfrm>
                <a:off x="6521500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373" name="Treatment group box"/>
          <p:cNvSpPr/>
          <p:nvPr/>
        </p:nvSpPr>
        <p:spPr>
          <a:xfrm>
            <a:off x="7680960" y="868680"/>
            <a:ext cx="4160520" cy="182880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TextBox 1373"/>
          <p:cNvSpPr txBox="1"/>
          <p:nvPr/>
        </p:nvSpPr>
        <p:spPr>
          <a:xfrm>
            <a:off x="7818120" y="94183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A51C30"/>
                </a:solidFill>
                <a:latin typeface="Arial"/>
              </a:rPr>
              <a:t>Treatment (exercise)</a:t>
            </a:r>
          </a:p>
        </p:txBody>
      </p:sp>
      <p:sp>
        <p:nvSpPr>
          <p:cNvPr id="1375" name="TextBox 1374"/>
          <p:cNvSpPr txBox="1"/>
          <p:nvPr/>
        </p:nvSpPr>
        <p:spPr>
          <a:xfrm>
            <a:off x="7818120" y="143560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8F5A"/>
                </a:solidFill>
                <a:latin typeface="Arial"/>
              </a:rPr>
              <a:t>STEM</a:t>
            </a:r>
          </a:p>
        </p:txBody>
      </p:sp>
      <p:sp>
        <p:nvSpPr>
          <p:cNvPr id="1376" name="TextBox 1375"/>
          <p:cNvSpPr txBox="1"/>
          <p:nvPr/>
        </p:nvSpPr>
        <p:spPr>
          <a:xfrm>
            <a:off x="7818120" y="21305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6A9E"/>
                </a:solidFill>
                <a:latin typeface="Arial"/>
              </a:rPr>
              <a:t>Non-STEM</a:t>
            </a:r>
          </a:p>
        </p:txBody>
      </p:sp>
      <p:grpSp>
        <p:nvGrpSpPr>
          <p:cNvPr id="1377" name="Treatment group" descr="Treatment group: 8 STEM and 12 non-STEM students, all in crimson HARVARD workout clothes."/>
          <p:cNvGrpSpPr/>
          <p:nvPr/>
        </p:nvGrpSpPr>
        <p:grpSpPr>
          <a:xfrm>
            <a:off x="8663025" y="1239926"/>
            <a:ext cx="2927908" cy="1311250"/>
            <a:chOff x="8663025" y="1239926"/>
            <a:chExt cx="2927908" cy="1311250"/>
          </a:xfrm>
        </p:grpSpPr>
        <p:grpSp>
          <p:nvGrpSpPr>
            <p:cNvPr id="1378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8663025" y="1239926"/>
              <a:ext cx="212140" cy="607162"/>
              <a:chOff x="8663025" y="1239926"/>
              <a:chExt cx="212140" cy="607162"/>
            </a:xfrm>
          </p:grpSpPr>
          <p:sp>
            <p:nvSpPr>
              <p:cNvPr id="1379" name="arm"/>
              <p:cNvSpPr/>
              <p:nvPr/>
            </p:nvSpPr>
            <p:spPr>
              <a:xfrm>
                <a:off x="8663025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0" name="arm"/>
              <p:cNvSpPr/>
              <p:nvPr/>
            </p:nvSpPr>
            <p:spPr>
              <a:xfrm>
                <a:off x="8834932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1" name="leg"/>
              <p:cNvSpPr/>
              <p:nvPr/>
            </p:nvSpPr>
            <p:spPr>
              <a:xfrm>
                <a:off x="8714232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2" name="leg"/>
              <p:cNvSpPr/>
              <p:nvPr/>
            </p:nvSpPr>
            <p:spPr>
              <a:xfrm>
                <a:off x="8776411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3" name="shorts"/>
              <p:cNvSpPr/>
              <p:nvPr/>
            </p:nvSpPr>
            <p:spPr>
              <a:xfrm>
                <a:off x="8699601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4" name="shoe"/>
              <p:cNvSpPr/>
              <p:nvPr/>
            </p:nvSpPr>
            <p:spPr>
              <a:xfrm>
                <a:off x="8684971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5" name="shoe"/>
              <p:cNvSpPr/>
              <p:nvPr/>
            </p:nvSpPr>
            <p:spPr>
              <a:xfrm>
                <a:off x="8780068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6" name="shirt"/>
              <p:cNvSpPr/>
              <p:nvPr/>
            </p:nvSpPr>
            <p:spPr>
              <a:xfrm>
                <a:off x="8695944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387" name="neck"/>
              <p:cNvSpPr/>
              <p:nvPr/>
            </p:nvSpPr>
            <p:spPr>
              <a:xfrm>
                <a:off x="8750807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8" name="head"/>
              <p:cNvSpPr/>
              <p:nvPr/>
            </p:nvSpPr>
            <p:spPr>
              <a:xfrm>
                <a:off x="8705088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9" name="hair"/>
              <p:cNvSpPr/>
              <p:nvPr/>
            </p:nvSpPr>
            <p:spPr>
              <a:xfrm rot="16200000">
                <a:off x="8741663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0" name="headband"/>
              <p:cNvSpPr/>
              <p:nvPr/>
            </p:nvSpPr>
            <p:spPr>
              <a:xfrm>
                <a:off x="8706916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1" name="eye"/>
              <p:cNvSpPr/>
              <p:nvPr/>
            </p:nvSpPr>
            <p:spPr>
              <a:xfrm>
                <a:off x="8738006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2" name="eye"/>
              <p:cNvSpPr/>
              <p:nvPr/>
            </p:nvSpPr>
            <p:spPr>
              <a:xfrm>
                <a:off x="8789212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3" name="smile"/>
              <p:cNvSpPr/>
              <p:nvPr/>
            </p:nvSpPr>
            <p:spPr>
              <a:xfrm>
                <a:off x="8743492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94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8909913" y="1239926"/>
              <a:ext cx="212140" cy="607162"/>
              <a:chOff x="8909913" y="1239926"/>
              <a:chExt cx="212140" cy="607162"/>
            </a:xfrm>
          </p:grpSpPr>
          <p:sp>
            <p:nvSpPr>
              <p:cNvPr id="1395" name="arm"/>
              <p:cNvSpPr/>
              <p:nvPr/>
            </p:nvSpPr>
            <p:spPr>
              <a:xfrm>
                <a:off x="8909913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6" name="arm"/>
              <p:cNvSpPr/>
              <p:nvPr/>
            </p:nvSpPr>
            <p:spPr>
              <a:xfrm>
                <a:off x="9081820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7" name="leg"/>
              <p:cNvSpPr/>
              <p:nvPr/>
            </p:nvSpPr>
            <p:spPr>
              <a:xfrm>
                <a:off x="8961119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8" name="leg"/>
              <p:cNvSpPr/>
              <p:nvPr/>
            </p:nvSpPr>
            <p:spPr>
              <a:xfrm>
                <a:off x="9023299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9" name="shorts"/>
              <p:cNvSpPr/>
              <p:nvPr/>
            </p:nvSpPr>
            <p:spPr>
              <a:xfrm>
                <a:off x="8946489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0" name="shoe"/>
              <p:cNvSpPr/>
              <p:nvPr/>
            </p:nvSpPr>
            <p:spPr>
              <a:xfrm>
                <a:off x="8931859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1" name="shoe"/>
              <p:cNvSpPr/>
              <p:nvPr/>
            </p:nvSpPr>
            <p:spPr>
              <a:xfrm>
                <a:off x="9026956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2" name="shirt"/>
              <p:cNvSpPr/>
              <p:nvPr/>
            </p:nvSpPr>
            <p:spPr>
              <a:xfrm>
                <a:off x="8942832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403" name="neck"/>
              <p:cNvSpPr/>
              <p:nvPr/>
            </p:nvSpPr>
            <p:spPr>
              <a:xfrm>
                <a:off x="8997695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4" name="head"/>
              <p:cNvSpPr/>
              <p:nvPr/>
            </p:nvSpPr>
            <p:spPr>
              <a:xfrm>
                <a:off x="8951976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5" name="hair"/>
              <p:cNvSpPr/>
              <p:nvPr/>
            </p:nvSpPr>
            <p:spPr>
              <a:xfrm rot="16200000">
                <a:off x="8988551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6" name="headband"/>
              <p:cNvSpPr/>
              <p:nvPr/>
            </p:nvSpPr>
            <p:spPr>
              <a:xfrm>
                <a:off x="8953804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7" name="eye"/>
              <p:cNvSpPr/>
              <p:nvPr/>
            </p:nvSpPr>
            <p:spPr>
              <a:xfrm>
                <a:off x="8984894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8" name="eye"/>
              <p:cNvSpPr/>
              <p:nvPr/>
            </p:nvSpPr>
            <p:spPr>
              <a:xfrm>
                <a:off x="9036100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9" name="smile"/>
              <p:cNvSpPr/>
              <p:nvPr/>
            </p:nvSpPr>
            <p:spPr>
              <a:xfrm>
                <a:off x="8990380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10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156801" y="1239926"/>
              <a:ext cx="212140" cy="607162"/>
              <a:chOff x="9156801" y="1239926"/>
              <a:chExt cx="212140" cy="607162"/>
            </a:xfrm>
          </p:grpSpPr>
          <p:sp>
            <p:nvSpPr>
              <p:cNvPr id="1411" name="arm"/>
              <p:cNvSpPr/>
              <p:nvPr/>
            </p:nvSpPr>
            <p:spPr>
              <a:xfrm>
                <a:off x="9156801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2" name="arm"/>
              <p:cNvSpPr/>
              <p:nvPr/>
            </p:nvSpPr>
            <p:spPr>
              <a:xfrm>
                <a:off x="9328708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3" name="leg"/>
              <p:cNvSpPr/>
              <p:nvPr/>
            </p:nvSpPr>
            <p:spPr>
              <a:xfrm>
                <a:off x="9208007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4" name="leg"/>
              <p:cNvSpPr/>
              <p:nvPr/>
            </p:nvSpPr>
            <p:spPr>
              <a:xfrm>
                <a:off x="9270187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5" name="shorts"/>
              <p:cNvSpPr/>
              <p:nvPr/>
            </p:nvSpPr>
            <p:spPr>
              <a:xfrm>
                <a:off x="9193377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6" name="shoe"/>
              <p:cNvSpPr/>
              <p:nvPr/>
            </p:nvSpPr>
            <p:spPr>
              <a:xfrm>
                <a:off x="9178747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7" name="shoe"/>
              <p:cNvSpPr/>
              <p:nvPr/>
            </p:nvSpPr>
            <p:spPr>
              <a:xfrm>
                <a:off x="9273844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8" name="shirt"/>
              <p:cNvSpPr/>
              <p:nvPr/>
            </p:nvSpPr>
            <p:spPr>
              <a:xfrm>
                <a:off x="9189719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419" name="neck"/>
              <p:cNvSpPr/>
              <p:nvPr/>
            </p:nvSpPr>
            <p:spPr>
              <a:xfrm>
                <a:off x="9244583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0" name="head"/>
              <p:cNvSpPr/>
              <p:nvPr/>
            </p:nvSpPr>
            <p:spPr>
              <a:xfrm>
                <a:off x="9198863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1" name="hair"/>
              <p:cNvSpPr/>
              <p:nvPr/>
            </p:nvSpPr>
            <p:spPr>
              <a:xfrm rot="16200000">
                <a:off x="9235439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2" name="headband"/>
              <p:cNvSpPr/>
              <p:nvPr/>
            </p:nvSpPr>
            <p:spPr>
              <a:xfrm>
                <a:off x="9200692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3" name="eye"/>
              <p:cNvSpPr/>
              <p:nvPr/>
            </p:nvSpPr>
            <p:spPr>
              <a:xfrm>
                <a:off x="9231782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4" name="eye"/>
              <p:cNvSpPr/>
              <p:nvPr/>
            </p:nvSpPr>
            <p:spPr>
              <a:xfrm>
                <a:off x="9282988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5" name="smile"/>
              <p:cNvSpPr/>
              <p:nvPr/>
            </p:nvSpPr>
            <p:spPr>
              <a:xfrm>
                <a:off x="9237268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26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403689" y="1239926"/>
              <a:ext cx="212140" cy="607162"/>
              <a:chOff x="9403689" y="1239926"/>
              <a:chExt cx="212140" cy="607162"/>
            </a:xfrm>
          </p:grpSpPr>
          <p:sp>
            <p:nvSpPr>
              <p:cNvPr id="1427" name="arm"/>
              <p:cNvSpPr/>
              <p:nvPr/>
            </p:nvSpPr>
            <p:spPr>
              <a:xfrm>
                <a:off x="9403689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8" name="arm"/>
              <p:cNvSpPr/>
              <p:nvPr/>
            </p:nvSpPr>
            <p:spPr>
              <a:xfrm>
                <a:off x="9575596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9" name="leg"/>
              <p:cNvSpPr/>
              <p:nvPr/>
            </p:nvSpPr>
            <p:spPr>
              <a:xfrm>
                <a:off x="9454896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0" name="leg"/>
              <p:cNvSpPr/>
              <p:nvPr/>
            </p:nvSpPr>
            <p:spPr>
              <a:xfrm>
                <a:off x="9517075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1" name="shorts"/>
              <p:cNvSpPr/>
              <p:nvPr/>
            </p:nvSpPr>
            <p:spPr>
              <a:xfrm>
                <a:off x="9440265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2" name="shoe"/>
              <p:cNvSpPr/>
              <p:nvPr/>
            </p:nvSpPr>
            <p:spPr>
              <a:xfrm>
                <a:off x="9425635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3" name="shoe"/>
              <p:cNvSpPr/>
              <p:nvPr/>
            </p:nvSpPr>
            <p:spPr>
              <a:xfrm>
                <a:off x="9520732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4" name="shirt"/>
              <p:cNvSpPr/>
              <p:nvPr/>
            </p:nvSpPr>
            <p:spPr>
              <a:xfrm>
                <a:off x="9436608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435" name="neck"/>
              <p:cNvSpPr/>
              <p:nvPr/>
            </p:nvSpPr>
            <p:spPr>
              <a:xfrm>
                <a:off x="9491472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6" name="head"/>
              <p:cNvSpPr/>
              <p:nvPr/>
            </p:nvSpPr>
            <p:spPr>
              <a:xfrm>
                <a:off x="9445752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7" name="hair"/>
              <p:cNvSpPr/>
              <p:nvPr/>
            </p:nvSpPr>
            <p:spPr>
              <a:xfrm rot="16200000">
                <a:off x="9482328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8" name="headband"/>
              <p:cNvSpPr/>
              <p:nvPr/>
            </p:nvSpPr>
            <p:spPr>
              <a:xfrm>
                <a:off x="9447580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9" name="eye"/>
              <p:cNvSpPr/>
              <p:nvPr/>
            </p:nvSpPr>
            <p:spPr>
              <a:xfrm>
                <a:off x="9478670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0" name="eye"/>
              <p:cNvSpPr/>
              <p:nvPr/>
            </p:nvSpPr>
            <p:spPr>
              <a:xfrm>
                <a:off x="9529876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1" name="smile"/>
              <p:cNvSpPr/>
              <p:nvPr/>
            </p:nvSpPr>
            <p:spPr>
              <a:xfrm>
                <a:off x="9484156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42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650577" y="1239926"/>
              <a:ext cx="212140" cy="607162"/>
              <a:chOff x="9650577" y="1239926"/>
              <a:chExt cx="212140" cy="607162"/>
            </a:xfrm>
          </p:grpSpPr>
          <p:sp>
            <p:nvSpPr>
              <p:cNvPr id="1443" name="arm"/>
              <p:cNvSpPr/>
              <p:nvPr/>
            </p:nvSpPr>
            <p:spPr>
              <a:xfrm>
                <a:off x="9650577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4" name="arm"/>
              <p:cNvSpPr/>
              <p:nvPr/>
            </p:nvSpPr>
            <p:spPr>
              <a:xfrm>
                <a:off x="9822484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5" name="leg"/>
              <p:cNvSpPr/>
              <p:nvPr/>
            </p:nvSpPr>
            <p:spPr>
              <a:xfrm>
                <a:off x="9701784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6" name="leg"/>
              <p:cNvSpPr/>
              <p:nvPr/>
            </p:nvSpPr>
            <p:spPr>
              <a:xfrm>
                <a:off x="9763963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7" name="shorts"/>
              <p:cNvSpPr/>
              <p:nvPr/>
            </p:nvSpPr>
            <p:spPr>
              <a:xfrm>
                <a:off x="9687153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8" name="shoe"/>
              <p:cNvSpPr/>
              <p:nvPr/>
            </p:nvSpPr>
            <p:spPr>
              <a:xfrm>
                <a:off x="9672523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9" name="shoe"/>
              <p:cNvSpPr/>
              <p:nvPr/>
            </p:nvSpPr>
            <p:spPr>
              <a:xfrm>
                <a:off x="9767620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0" name="shirt"/>
              <p:cNvSpPr/>
              <p:nvPr/>
            </p:nvSpPr>
            <p:spPr>
              <a:xfrm>
                <a:off x="9683496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451" name="neck"/>
              <p:cNvSpPr/>
              <p:nvPr/>
            </p:nvSpPr>
            <p:spPr>
              <a:xfrm>
                <a:off x="9738359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2" name="head"/>
              <p:cNvSpPr/>
              <p:nvPr/>
            </p:nvSpPr>
            <p:spPr>
              <a:xfrm>
                <a:off x="9692640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3" name="hair"/>
              <p:cNvSpPr/>
              <p:nvPr/>
            </p:nvSpPr>
            <p:spPr>
              <a:xfrm rot="16200000">
                <a:off x="9729215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4" name="headband"/>
              <p:cNvSpPr/>
              <p:nvPr/>
            </p:nvSpPr>
            <p:spPr>
              <a:xfrm>
                <a:off x="9694468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5" name="eye"/>
              <p:cNvSpPr/>
              <p:nvPr/>
            </p:nvSpPr>
            <p:spPr>
              <a:xfrm>
                <a:off x="9725558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6" name="eye"/>
              <p:cNvSpPr/>
              <p:nvPr/>
            </p:nvSpPr>
            <p:spPr>
              <a:xfrm>
                <a:off x="9776764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7" name="smile"/>
              <p:cNvSpPr/>
              <p:nvPr/>
            </p:nvSpPr>
            <p:spPr>
              <a:xfrm>
                <a:off x="9731044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58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897465" y="1239926"/>
              <a:ext cx="212140" cy="607162"/>
              <a:chOff x="9897465" y="1239926"/>
              <a:chExt cx="212140" cy="607162"/>
            </a:xfrm>
          </p:grpSpPr>
          <p:sp>
            <p:nvSpPr>
              <p:cNvPr id="1459" name="arm"/>
              <p:cNvSpPr/>
              <p:nvPr/>
            </p:nvSpPr>
            <p:spPr>
              <a:xfrm>
                <a:off x="9897465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0" name="arm"/>
              <p:cNvSpPr/>
              <p:nvPr/>
            </p:nvSpPr>
            <p:spPr>
              <a:xfrm>
                <a:off x="10069372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1" name="leg"/>
              <p:cNvSpPr/>
              <p:nvPr/>
            </p:nvSpPr>
            <p:spPr>
              <a:xfrm>
                <a:off x="9948672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2" name="leg"/>
              <p:cNvSpPr/>
              <p:nvPr/>
            </p:nvSpPr>
            <p:spPr>
              <a:xfrm>
                <a:off x="10010851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3" name="shorts"/>
              <p:cNvSpPr/>
              <p:nvPr/>
            </p:nvSpPr>
            <p:spPr>
              <a:xfrm>
                <a:off x="9934041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4" name="shoe"/>
              <p:cNvSpPr/>
              <p:nvPr/>
            </p:nvSpPr>
            <p:spPr>
              <a:xfrm>
                <a:off x="9919411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5" name="shoe"/>
              <p:cNvSpPr/>
              <p:nvPr/>
            </p:nvSpPr>
            <p:spPr>
              <a:xfrm>
                <a:off x="10014508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6" name="shirt"/>
              <p:cNvSpPr/>
              <p:nvPr/>
            </p:nvSpPr>
            <p:spPr>
              <a:xfrm>
                <a:off x="9930384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467" name="neck"/>
              <p:cNvSpPr/>
              <p:nvPr/>
            </p:nvSpPr>
            <p:spPr>
              <a:xfrm>
                <a:off x="9985247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8" name="head"/>
              <p:cNvSpPr/>
              <p:nvPr/>
            </p:nvSpPr>
            <p:spPr>
              <a:xfrm>
                <a:off x="9939528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9" name="hair"/>
              <p:cNvSpPr/>
              <p:nvPr/>
            </p:nvSpPr>
            <p:spPr>
              <a:xfrm rot="16200000">
                <a:off x="9976103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0" name="headband"/>
              <p:cNvSpPr/>
              <p:nvPr/>
            </p:nvSpPr>
            <p:spPr>
              <a:xfrm>
                <a:off x="9941356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1" name="eye"/>
              <p:cNvSpPr/>
              <p:nvPr/>
            </p:nvSpPr>
            <p:spPr>
              <a:xfrm>
                <a:off x="9972446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2" name="eye"/>
              <p:cNvSpPr/>
              <p:nvPr/>
            </p:nvSpPr>
            <p:spPr>
              <a:xfrm>
                <a:off x="10023652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3" name="smile"/>
              <p:cNvSpPr/>
              <p:nvPr/>
            </p:nvSpPr>
            <p:spPr>
              <a:xfrm>
                <a:off x="9977932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74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10144353" y="1239926"/>
              <a:ext cx="212140" cy="607162"/>
              <a:chOff x="10144353" y="1239926"/>
              <a:chExt cx="212140" cy="607162"/>
            </a:xfrm>
          </p:grpSpPr>
          <p:sp>
            <p:nvSpPr>
              <p:cNvPr id="1475" name="arm"/>
              <p:cNvSpPr/>
              <p:nvPr/>
            </p:nvSpPr>
            <p:spPr>
              <a:xfrm>
                <a:off x="10144353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6" name="arm"/>
              <p:cNvSpPr/>
              <p:nvPr/>
            </p:nvSpPr>
            <p:spPr>
              <a:xfrm>
                <a:off x="10316260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7" name="leg"/>
              <p:cNvSpPr/>
              <p:nvPr/>
            </p:nvSpPr>
            <p:spPr>
              <a:xfrm>
                <a:off x="10195560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8" name="leg"/>
              <p:cNvSpPr/>
              <p:nvPr/>
            </p:nvSpPr>
            <p:spPr>
              <a:xfrm>
                <a:off x="10257739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9" name="shorts"/>
              <p:cNvSpPr/>
              <p:nvPr/>
            </p:nvSpPr>
            <p:spPr>
              <a:xfrm>
                <a:off x="10180929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0" name="shoe"/>
              <p:cNvSpPr/>
              <p:nvPr/>
            </p:nvSpPr>
            <p:spPr>
              <a:xfrm>
                <a:off x="10166299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1" name="shoe"/>
              <p:cNvSpPr/>
              <p:nvPr/>
            </p:nvSpPr>
            <p:spPr>
              <a:xfrm>
                <a:off x="10261396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2" name="shirt"/>
              <p:cNvSpPr/>
              <p:nvPr/>
            </p:nvSpPr>
            <p:spPr>
              <a:xfrm>
                <a:off x="10177272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483" name="neck"/>
              <p:cNvSpPr/>
              <p:nvPr/>
            </p:nvSpPr>
            <p:spPr>
              <a:xfrm>
                <a:off x="10232136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4" name="head"/>
              <p:cNvSpPr/>
              <p:nvPr/>
            </p:nvSpPr>
            <p:spPr>
              <a:xfrm>
                <a:off x="10186416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5" name="hair"/>
              <p:cNvSpPr/>
              <p:nvPr/>
            </p:nvSpPr>
            <p:spPr>
              <a:xfrm rot="16200000">
                <a:off x="10222992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6" name="headband"/>
              <p:cNvSpPr/>
              <p:nvPr/>
            </p:nvSpPr>
            <p:spPr>
              <a:xfrm>
                <a:off x="10188244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7" name="eye"/>
              <p:cNvSpPr/>
              <p:nvPr/>
            </p:nvSpPr>
            <p:spPr>
              <a:xfrm>
                <a:off x="10219334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8" name="eye"/>
              <p:cNvSpPr/>
              <p:nvPr/>
            </p:nvSpPr>
            <p:spPr>
              <a:xfrm>
                <a:off x="10270540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9" name="smile"/>
              <p:cNvSpPr/>
              <p:nvPr/>
            </p:nvSpPr>
            <p:spPr>
              <a:xfrm>
                <a:off x="10224820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90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10391241" y="1239926"/>
              <a:ext cx="212140" cy="607162"/>
              <a:chOff x="10391241" y="1239926"/>
              <a:chExt cx="212140" cy="607162"/>
            </a:xfrm>
          </p:grpSpPr>
          <p:sp>
            <p:nvSpPr>
              <p:cNvPr id="1491" name="arm"/>
              <p:cNvSpPr/>
              <p:nvPr/>
            </p:nvSpPr>
            <p:spPr>
              <a:xfrm>
                <a:off x="10391241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2" name="arm"/>
              <p:cNvSpPr/>
              <p:nvPr/>
            </p:nvSpPr>
            <p:spPr>
              <a:xfrm>
                <a:off x="10563148" y="143012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3" name="leg"/>
              <p:cNvSpPr/>
              <p:nvPr/>
            </p:nvSpPr>
            <p:spPr>
              <a:xfrm>
                <a:off x="10442448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4" name="leg"/>
              <p:cNvSpPr/>
              <p:nvPr/>
            </p:nvSpPr>
            <p:spPr>
              <a:xfrm>
                <a:off x="10504627" y="1655063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5" name="shorts"/>
              <p:cNvSpPr/>
              <p:nvPr/>
            </p:nvSpPr>
            <p:spPr>
              <a:xfrm>
                <a:off x="10427817" y="1594713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6" name="shoe"/>
              <p:cNvSpPr/>
              <p:nvPr/>
            </p:nvSpPr>
            <p:spPr>
              <a:xfrm>
                <a:off x="10413187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7" name="shoe"/>
              <p:cNvSpPr/>
              <p:nvPr/>
            </p:nvSpPr>
            <p:spPr>
              <a:xfrm>
                <a:off x="10508284" y="181051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8" name="shirt"/>
              <p:cNvSpPr/>
              <p:nvPr/>
            </p:nvSpPr>
            <p:spPr>
              <a:xfrm>
                <a:off x="10424160" y="141914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499" name="neck"/>
              <p:cNvSpPr/>
              <p:nvPr/>
            </p:nvSpPr>
            <p:spPr>
              <a:xfrm>
                <a:off x="10479024" y="139354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0" name="head"/>
              <p:cNvSpPr/>
              <p:nvPr/>
            </p:nvSpPr>
            <p:spPr>
              <a:xfrm>
                <a:off x="10433304" y="128016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1" name="hair"/>
              <p:cNvSpPr/>
              <p:nvPr/>
            </p:nvSpPr>
            <p:spPr>
              <a:xfrm rot="16200000">
                <a:off x="10469880" y="123992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2" name="headband"/>
              <p:cNvSpPr/>
              <p:nvPr/>
            </p:nvSpPr>
            <p:spPr>
              <a:xfrm>
                <a:off x="10435132" y="1318564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3" name="eye"/>
              <p:cNvSpPr/>
              <p:nvPr/>
            </p:nvSpPr>
            <p:spPr>
              <a:xfrm>
                <a:off x="10466222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4" name="eye"/>
              <p:cNvSpPr/>
              <p:nvPr/>
            </p:nvSpPr>
            <p:spPr>
              <a:xfrm>
                <a:off x="10517428" y="135148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5" name="smile"/>
              <p:cNvSpPr/>
              <p:nvPr/>
            </p:nvSpPr>
            <p:spPr>
              <a:xfrm>
                <a:off x="10471708" y="135331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06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8663025" y="1944014"/>
              <a:ext cx="212140" cy="607162"/>
              <a:chOff x="8663025" y="1944014"/>
              <a:chExt cx="212140" cy="607162"/>
            </a:xfrm>
          </p:grpSpPr>
          <p:sp>
            <p:nvSpPr>
              <p:cNvPr id="1507" name="arm"/>
              <p:cNvSpPr/>
              <p:nvPr/>
            </p:nvSpPr>
            <p:spPr>
              <a:xfrm>
                <a:off x="8663025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8" name="arm"/>
              <p:cNvSpPr/>
              <p:nvPr/>
            </p:nvSpPr>
            <p:spPr>
              <a:xfrm>
                <a:off x="8834932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9" name="leg"/>
              <p:cNvSpPr/>
              <p:nvPr/>
            </p:nvSpPr>
            <p:spPr>
              <a:xfrm>
                <a:off x="8714232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0" name="leg"/>
              <p:cNvSpPr/>
              <p:nvPr/>
            </p:nvSpPr>
            <p:spPr>
              <a:xfrm>
                <a:off x="8776411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1" name="shorts"/>
              <p:cNvSpPr/>
              <p:nvPr/>
            </p:nvSpPr>
            <p:spPr>
              <a:xfrm>
                <a:off x="8699601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2" name="shoe"/>
              <p:cNvSpPr/>
              <p:nvPr/>
            </p:nvSpPr>
            <p:spPr>
              <a:xfrm>
                <a:off x="8684971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3" name="shoe"/>
              <p:cNvSpPr/>
              <p:nvPr/>
            </p:nvSpPr>
            <p:spPr>
              <a:xfrm>
                <a:off x="8780068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4" name="shirt"/>
              <p:cNvSpPr/>
              <p:nvPr/>
            </p:nvSpPr>
            <p:spPr>
              <a:xfrm>
                <a:off x="8695944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515" name="neck"/>
              <p:cNvSpPr/>
              <p:nvPr/>
            </p:nvSpPr>
            <p:spPr>
              <a:xfrm>
                <a:off x="8750807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6" name="head"/>
              <p:cNvSpPr/>
              <p:nvPr/>
            </p:nvSpPr>
            <p:spPr>
              <a:xfrm>
                <a:off x="8705088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7" name="hair"/>
              <p:cNvSpPr/>
              <p:nvPr/>
            </p:nvSpPr>
            <p:spPr>
              <a:xfrm rot="16200000">
                <a:off x="8741663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8" name="headband"/>
              <p:cNvSpPr/>
              <p:nvPr/>
            </p:nvSpPr>
            <p:spPr>
              <a:xfrm>
                <a:off x="8706916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9" name="eye"/>
              <p:cNvSpPr/>
              <p:nvPr/>
            </p:nvSpPr>
            <p:spPr>
              <a:xfrm>
                <a:off x="873800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0" name="eye"/>
              <p:cNvSpPr/>
              <p:nvPr/>
            </p:nvSpPr>
            <p:spPr>
              <a:xfrm>
                <a:off x="878921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1" name="smile"/>
              <p:cNvSpPr/>
              <p:nvPr/>
            </p:nvSpPr>
            <p:spPr>
              <a:xfrm>
                <a:off x="8743492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22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8909913" y="1944014"/>
              <a:ext cx="212140" cy="607162"/>
              <a:chOff x="8909913" y="1944014"/>
              <a:chExt cx="212140" cy="607162"/>
            </a:xfrm>
          </p:grpSpPr>
          <p:sp>
            <p:nvSpPr>
              <p:cNvPr id="1523" name="arm"/>
              <p:cNvSpPr/>
              <p:nvPr/>
            </p:nvSpPr>
            <p:spPr>
              <a:xfrm>
                <a:off x="8909913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4" name="arm"/>
              <p:cNvSpPr/>
              <p:nvPr/>
            </p:nvSpPr>
            <p:spPr>
              <a:xfrm>
                <a:off x="9081820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5" name="leg"/>
              <p:cNvSpPr/>
              <p:nvPr/>
            </p:nvSpPr>
            <p:spPr>
              <a:xfrm>
                <a:off x="8961119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6" name="leg"/>
              <p:cNvSpPr/>
              <p:nvPr/>
            </p:nvSpPr>
            <p:spPr>
              <a:xfrm>
                <a:off x="9023299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7" name="shorts"/>
              <p:cNvSpPr/>
              <p:nvPr/>
            </p:nvSpPr>
            <p:spPr>
              <a:xfrm>
                <a:off x="8946489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8" name="shoe"/>
              <p:cNvSpPr/>
              <p:nvPr/>
            </p:nvSpPr>
            <p:spPr>
              <a:xfrm>
                <a:off x="8931859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9" name="shoe"/>
              <p:cNvSpPr/>
              <p:nvPr/>
            </p:nvSpPr>
            <p:spPr>
              <a:xfrm>
                <a:off x="9026956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0" name="shirt"/>
              <p:cNvSpPr/>
              <p:nvPr/>
            </p:nvSpPr>
            <p:spPr>
              <a:xfrm>
                <a:off x="8942832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531" name="neck"/>
              <p:cNvSpPr/>
              <p:nvPr/>
            </p:nvSpPr>
            <p:spPr>
              <a:xfrm>
                <a:off x="8997695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2" name="head"/>
              <p:cNvSpPr/>
              <p:nvPr/>
            </p:nvSpPr>
            <p:spPr>
              <a:xfrm>
                <a:off x="8951976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3" name="hair"/>
              <p:cNvSpPr/>
              <p:nvPr/>
            </p:nvSpPr>
            <p:spPr>
              <a:xfrm rot="16200000">
                <a:off x="8988551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4" name="headband"/>
              <p:cNvSpPr/>
              <p:nvPr/>
            </p:nvSpPr>
            <p:spPr>
              <a:xfrm>
                <a:off x="8953804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5" name="eye"/>
              <p:cNvSpPr/>
              <p:nvPr/>
            </p:nvSpPr>
            <p:spPr>
              <a:xfrm>
                <a:off x="898489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6" name="eye"/>
              <p:cNvSpPr/>
              <p:nvPr/>
            </p:nvSpPr>
            <p:spPr>
              <a:xfrm>
                <a:off x="903610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7" name="smile"/>
              <p:cNvSpPr/>
              <p:nvPr/>
            </p:nvSpPr>
            <p:spPr>
              <a:xfrm>
                <a:off x="8990380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38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156801" y="1944014"/>
              <a:ext cx="212140" cy="607162"/>
              <a:chOff x="9156801" y="1944014"/>
              <a:chExt cx="212140" cy="607162"/>
            </a:xfrm>
          </p:grpSpPr>
          <p:sp>
            <p:nvSpPr>
              <p:cNvPr id="1539" name="arm"/>
              <p:cNvSpPr/>
              <p:nvPr/>
            </p:nvSpPr>
            <p:spPr>
              <a:xfrm>
                <a:off x="9156801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0" name="arm"/>
              <p:cNvSpPr/>
              <p:nvPr/>
            </p:nvSpPr>
            <p:spPr>
              <a:xfrm>
                <a:off x="9328708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1" name="leg"/>
              <p:cNvSpPr/>
              <p:nvPr/>
            </p:nvSpPr>
            <p:spPr>
              <a:xfrm>
                <a:off x="9208007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2" name="leg"/>
              <p:cNvSpPr/>
              <p:nvPr/>
            </p:nvSpPr>
            <p:spPr>
              <a:xfrm>
                <a:off x="9270187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3" name="shorts"/>
              <p:cNvSpPr/>
              <p:nvPr/>
            </p:nvSpPr>
            <p:spPr>
              <a:xfrm>
                <a:off x="9193377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4" name="shoe"/>
              <p:cNvSpPr/>
              <p:nvPr/>
            </p:nvSpPr>
            <p:spPr>
              <a:xfrm>
                <a:off x="9178747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5" name="shoe"/>
              <p:cNvSpPr/>
              <p:nvPr/>
            </p:nvSpPr>
            <p:spPr>
              <a:xfrm>
                <a:off x="9273844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6" name="shirt"/>
              <p:cNvSpPr/>
              <p:nvPr/>
            </p:nvSpPr>
            <p:spPr>
              <a:xfrm>
                <a:off x="9189719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547" name="neck"/>
              <p:cNvSpPr/>
              <p:nvPr/>
            </p:nvSpPr>
            <p:spPr>
              <a:xfrm>
                <a:off x="9244583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" name="head"/>
              <p:cNvSpPr/>
              <p:nvPr/>
            </p:nvSpPr>
            <p:spPr>
              <a:xfrm>
                <a:off x="9198863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9" name="hair"/>
              <p:cNvSpPr/>
              <p:nvPr/>
            </p:nvSpPr>
            <p:spPr>
              <a:xfrm rot="16200000">
                <a:off x="9235439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" name="headband"/>
              <p:cNvSpPr/>
              <p:nvPr/>
            </p:nvSpPr>
            <p:spPr>
              <a:xfrm>
                <a:off x="9200692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" name="eye"/>
              <p:cNvSpPr/>
              <p:nvPr/>
            </p:nvSpPr>
            <p:spPr>
              <a:xfrm>
                <a:off x="923178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2" name="eye"/>
              <p:cNvSpPr/>
              <p:nvPr/>
            </p:nvSpPr>
            <p:spPr>
              <a:xfrm>
                <a:off x="9282988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3" name="smile"/>
              <p:cNvSpPr/>
              <p:nvPr/>
            </p:nvSpPr>
            <p:spPr>
              <a:xfrm>
                <a:off x="9237268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54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403689" y="1944014"/>
              <a:ext cx="212140" cy="607162"/>
              <a:chOff x="9403689" y="1944014"/>
              <a:chExt cx="212140" cy="607162"/>
            </a:xfrm>
          </p:grpSpPr>
          <p:sp>
            <p:nvSpPr>
              <p:cNvPr id="1555" name="arm"/>
              <p:cNvSpPr/>
              <p:nvPr/>
            </p:nvSpPr>
            <p:spPr>
              <a:xfrm>
                <a:off x="9403689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6" name="arm"/>
              <p:cNvSpPr/>
              <p:nvPr/>
            </p:nvSpPr>
            <p:spPr>
              <a:xfrm>
                <a:off x="9575596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7" name="leg"/>
              <p:cNvSpPr/>
              <p:nvPr/>
            </p:nvSpPr>
            <p:spPr>
              <a:xfrm>
                <a:off x="9454896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8" name="leg"/>
              <p:cNvSpPr/>
              <p:nvPr/>
            </p:nvSpPr>
            <p:spPr>
              <a:xfrm>
                <a:off x="9517075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9" name="shorts"/>
              <p:cNvSpPr/>
              <p:nvPr/>
            </p:nvSpPr>
            <p:spPr>
              <a:xfrm>
                <a:off x="9440265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0" name="shoe"/>
              <p:cNvSpPr/>
              <p:nvPr/>
            </p:nvSpPr>
            <p:spPr>
              <a:xfrm>
                <a:off x="9425635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1" name="shoe"/>
              <p:cNvSpPr/>
              <p:nvPr/>
            </p:nvSpPr>
            <p:spPr>
              <a:xfrm>
                <a:off x="9520732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2" name="shirt"/>
              <p:cNvSpPr/>
              <p:nvPr/>
            </p:nvSpPr>
            <p:spPr>
              <a:xfrm>
                <a:off x="9436608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563" name="neck"/>
              <p:cNvSpPr/>
              <p:nvPr/>
            </p:nvSpPr>
            <p:spPr>
              <a:xfrm>
                <a:off x="9491472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4" name="head"/>
              <p:cNvSpPr/>
              <p:nvPr/>
            </p:nvSpPr>
            <p:spPr>
              <a:xfrm>
                <a:off x="9445752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5" name="hair"/>
              <p:cNvSpPr/>
              <p:nvPr/>
            </p:nvSpPr>
            <p:spPr>
              <a:xfrm rot="16200000">
                <a:off x="9482328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6" name="headband"/>
              <p:cNvSpPr/>
              <p:nvPr/>
            </p:nvSpPr>
            <p:spPr>
              <a:xfrm>
                <a:off x="9447580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7" name="eye"/>
              <p:cNvSpPr/>
              <p:nvPr/>
            </p:nvSpPr>
            <p:spPr>
              <a:xfrm>
                <a:off x="947867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8" name="eye"/>
              <p:cNvSpPr/>
              <p:nvPr/>
            </p:nvSpPr>
            <p:spPr>
              <a:xfrm>
                <a:off x="952987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9" name="smile"/>
              <p:cNvSpPr/>
              <p:nvPr/>
            </p:nvSpPr>
            <p:spPr>
              <a:xfrm>
                <a:off x="9484156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70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650577" y="1944014"/>
              <a:ext cx="212140" cy="607162"/>
              <a:chOff x="9650577" y="1944014"/>
              <a:chExt cx="212140" cy="607162"/>
            </a:xfrm>
          </p:grpSpPr>
          <p:sp>
            <p:nvSpPr>
              <p:cNvPr id="1571" name="arm"/>
              <p:cNvSpPr/>
              <p:nvPr/>
            </p:nvSpPr>
            <p:spPr>
              <a:xfrm>
                <a:off x="9650577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2" name="arm"/>
              <p:cNvSpPr/>
              <p:nvPr/>
            </p:nvSpPr>
            <p:spPr>
              <a:xfrm>
                <a:off x="9822484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3" name="leg"/>
              <p:cNvSpPr/>
              <p:nvPr/>
            </p:nvSpPr>
            <p:spPr>
              <a:xfrm>
                <a:off x="9701784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4" name="leg"/>
              <p:cNvSpPr/>
              <p:nvPr/>
            </p:nvSpPr>
            <p:spPr>
              <a:xfrm>
                <a:off x="9763963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5" name="shorts"/>
              <p:cNvSpPr/>
              <p:nvPr/>
            </p:nvSpPr>
            <p:spPr>
              <a:xfrm>
                <a:off x="9687153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6" name="shoe"/>
              <p:cNvSpPr/>
              <p:nvPr/>
            </p:nvSpPr>
            <p:spPr>
              <a:xfrm>
                <a:off x="9672523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7" name="shoe"/>
              <p:cNvSpPr/>
              <p:nvPr/>
            </p:nvSpPr>
            <p:spPr>
              <a:xfrm>
                <a:off x="9767620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8" name="shirt"/>
              <p:cNvSpPr/>
              <p:nvPr/>
            </p:nvSpPr>
            <p:spPr>
              <a:xfrm>
                <a:off x="9683496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579" name="neck"/>
              <p:cNvSpPr/>
              <p:nvPr/>
            </p:nvSpPr>
            <p:spPr>
              <a:xfrm>
                <a:off x="9738359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0" name="head"/>
              <p:cNvSpPr/>
              <p:nvPr/>
            </p:nvSpPr>
            <p:spPr>
              <a:xfrm>
                <a:off x="9692640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1" name="hair"/>
              <p:cNvSpPr/>
              <p:nvPr/>
            </p:nvSpPr>
            <p:spPr>
              <a:xfrm rot="16200000">
                <a:off x="9729215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2" name="headband"/>
              <p:cNvSpPr/>
              <p:nvPr/>
            </p:nvSpPr>
            <p:spPr>
              <a:xfrm>
                <a:off x="9694468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3" name="eye"/>
              <p:cNvSpPr/>
              <p:nvPr/>
            </p:nvSpPr>
            <p:spPr>
              <a:xfrm>
                <a:off x="9725558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4" name="eye"/>
              <p:cNvSpPr/>
              <p:nvPr/>
            </p:nvSpPr>
            <p:spPr>
              <a:xfrm>
                <a:off x="977676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5" name="smile"/>
              <p:cNvSpPr/>
              <p:nvPr/>
            </p:nvSpPr>
            <p:spPr>
              <a:xfrm>
                <a:off x="9731044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86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9897465" y="1944014"/>
              <a:ext cx="212140" cy="607162"/>
              <a:chOff x="9897465" y="1944014"/>
              <a:chExt cx="212140" cy="607162"/>
            </a:xfrm>
          </p:grpSpPr>
          <p:sp>
            <p:nvSpPr>
              <p:cNvPr id="1587" name="arm"/>
              <p:cNvSpPr/>
              <p:nvPr/>
            </p:nvSpPr>
            <p:spPr>
              <a:xfrm>
                <a:off x="9897465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8" name="arm"/>
              <p:cNvSpPr/>
              <p:nvPr/>
            </p:nvSpPr>
            <p:spPr>
              <a:xfrm>
                <a:off x="10069372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9" name="leg"/>
              <p:cNvSpPr/>
              <p:nvPr/>
            </p:nvSpPr>
            <p:spPr>
              <a:xfrm>
                <a:off x="9948672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0" name="leg"/>
              <p:cNvSpPr/>
              <p:nvPr/>
            </p:nvSpPr>
            <p:spPr>
              <a:xfrm>
                <a:off x="10010851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1" name="shorts"/>
              <p:cNvSpPr/>
              <p:nvPr/>
            </p:nvSpPr>
            <p:spPr>
              <a:xfrm>
                <a:off x="9934041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2" name="shoe"/>
              <p:cNvSpPr/>
              <p:nvPr/>
            </p:nvSpPr>
            <p:spPr>
              <a:xfrm>
                <a:off x="9919411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3" name="shoe"/>
              <p:cNvSpPr/>
              <p:nvPr/>
            </p:nvSpPr>
            <p:spPr>
              <a:xfrm>
                <a:off x="10014508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4" name="shirt"/>
              <p:cNvSpPr/>
              <p:nvPr/>
            </p:nvSpPr>
            <p:spPr>
              <a:xfrm>
                <a:off x="9930384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595" name="neck"/>
              <p:cNvSpPr/>
              <p:nvPr/>
            </p:nvSpPr>
            <p:spPr>
              <a:xfrm>
                <a:off x="9985247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6" name="head"/>
              <p:cNvSpPr/>
              <p:nvPr/>
            </p:nvSpPr>
            <p:spPr>
              <a:xfrm>
                <a:off x="9939528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7" name="hair"/>
              <p:cNvSpPr/>
              <p:nvPr/>
            </p:nvSpPr>
            <p:spPr>
              <a:xfrm rot="16200000">
                <a:off x="9976103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8" name="headband"/>
              <p:cNvSpPr/>
              <p:nvPr/>
            </p:nvSpPr>
            <p:spPr>
              <a:xfrm>
                <a:off x="9941356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9" name="eye"/>
              <p:cNvSpPr/>
              <p:nvPr/>
            </p:nvSpPr>
            <p:spPr>
              <a:xfrm>
                <a:off x="997244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0" name="eye"/>
              <p:cNvSpPr/>
              <p:nvPr/>
            </p:nvSpPr>
            <p:spPr>
              <a:xfrm>
                <a:off x="1002365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1" name="smile"/>
              <p:cNvSpPr/>
              <p:nvPr/>
            </p:nvSpPr>
            <p:spPr>
              <a:xfrm>
                <a:off x="9977932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02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10144353" y="1944014"/>
              <a:ext cx="212140" cy="607162"/>
              <a:chOff x="10144353" y="1944014"/>
              <a:chExt cx="212140" cy="607162"/>
            </a:xfrm>
          </p:grpSpPr>
          <p:sp>
            <p:nvSpPr>
              <p:cNvPr id="1603" name="arm"/>
              <p:cNvSpPr/>
              <p:nvPr/>
            </p:nvSpPr>
            <p:spPr>
              <a:xfrm>
                <a:off x="10144353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4" name="arm"/>
              <p:cNvSpPr/>
              <p:nvPr/>
            </p:nvSpPr>
            <p:spPr>
              <a:xfrm>
                <a:off x="10316260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5" name="leg"/>
              <p:cNvSpPr/>
              <p:nvPr/>
            </p:nvSpPr>
            <p:spPr>
              <a:xfrm>
                <a:off x="10195560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6" name="leg"/>
              <p:cNvSpPr/>
              <p:nvPr/>
            </p:nvSpPr>
            <p:spPr>
              <a:xfrm>
                <a:off x="10257739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7" name="shorts"/>
              <p:cNvSpPr/>
              <p:nvPr/>
            </p:nvSpPr>
            <p:spPr>
              <a:xfrm>
                <a:off x="10180929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8" name="shoe"/>
              <p:cNvSpPr/>
              <p:nvPr/>
            </p:nvSpPr>
            <p:spPr>
              <a:xfrm>
                <a:off x="10166299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9" name="shoe"/>
              <p:cNvSpPr/>
              <p:nvPr/>
            </p:nvSpPr>
            <p:spPr>
              <a:xfrm>
                <a:off x="10261396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0" name="shirt"/>
              <p:cNvSpPr/>
              <p:nvPr/>
            </p:nvSpPr>
            <p:spPr>
              <a:xfrm>
                <a:off x="10177272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611" name="neck"/>
              <p:cNvSpPr/>
              <p:nvPr/>
            </p:nvSpPr>
            <p:spPr>
              <a:xfrm>
                <a:off x="10232136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2" name="head"/>
              <p:cNvSpPr/>
              <p:nvPr/>
            </p:nvSpPr>
            <p:spPr>
              <a:xfrm>
                <a:off x="10186416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3" name="hair"/>
              <p:cNvSpPr/>
              <p:nvPr/>
            </p:nvSpPr>
            <p:spPr>
              <a:xfrm rot="16200000">
                <a:off x="10222992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4" name="headband"/>
              <p:cNvSpPr/>
              <p:nvPr/>
            </p:nvSpPr>
            <p:spPr>
              <a:xfrm>
                <a:off x="10188244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5" name="eye"/>
              <p:cNvSpPr/>
              <p:nvPr/>
            </p:nvSpPr>
            <p:spPr>
              <a:xfrm>
                <a:off x="1021933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6" name="eye"/>
              <p:cNvSpPr/>
              <p:nvPr/>
            </p:nvSpPr>
            <p:spPr>
              <a:xfrm>
                <a:off x="1027054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7" name="smile"/>
              <p:cNvSpPr/>
              <p:nvPr/>
            </p:nvSpPr>
            <p:spPr>
              <a:xfrm>
                <a:off x="10224820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18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10391241" y="1944014"/>
              <a:ext cx="212140" cy="607162"/>
              <a:chOff x="10391241" y="1944014"/>
              <a:chExt cx="212140" cy="607162"/>
            </a:xfrm>
          </p:grpSpPr>
          <p:sp>
            <p:nvSpPr>
              <p:cNvPr id="1619" name="arm"/>
              <p:cNvSpPr/>
              <p:nvPr/>
            </p:nvSpPr>
            <p:spPr>
              <a:xfrm>
                <a:off x="10391241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0" name="arm"/>
              <p:cNvSpPr/>
              <p:nvPr/>
            </p:nvSpPr>
            <p:spPr>
              <a:xfrm>
                <a:off x="10563148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1" name="leg"/>
              <p:cNvSpPr/>
              <p:nvPr/>
            </p:nvSpPr>
            <p:spPr>
              <a:xfrm>
                <a:off x="10442448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2" name="leg"/>
              <p:cNvSpPr/>
              <p:nvPr/>
            </p:nvSpPr>
            <p:spPr>
              <a:xfrm>
                <a:off x="10504627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3" name="shorts"/>
              <p:cNvSpPr/>
              <p:nvPr/>
            </p:nvSpPr>
            <p:spPr>
              <a:xfrm>
                <a:off x="10427817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4" name="shoe"/>
              <p:cNvSpPr/>
              <p:nvPr/>
            </p:nvSpPr>
            <p:spPr>
              <a:xfrm>
                <a:off x="10413187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5" name="shoe"/>
              <p:cNvSpPr/>
              <p:nvPr/>
            </p:nvSpPr>
            <p:spPr>
              <a:xfrm>
                <a:off x="10508284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6" name="shirt"/>
              <p:cNvSpPr/>
              <p:nvPr/>
            </p:nvSpPr>
            <p:spPr>
              <a:xfrm>
                <a:off x="10424160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627" name="neck"/>
              <p:cNvSpPr/>
              <p:nvPr/>
            </p:nvSpPr>
            <p:spPr>
              <a:xfrm>
                <a:off x="10479024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8" name="head"/>
              <p:cNvSpPr/>
              <p:nvPr/>
            </p:nvSpPr>
            <p:spPr>
              <a:xfrm>
                <a:off x="10433304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9" name="hair"/>
              <p:cNvSpPr/>
              <p:nvPr/>
            </p:nvSpPr>
            <p:spPr>
              <a:xfrm rot="16200000">
                <a:off x="10469880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0" name="headband"/>
              <p:cNvSpPr/>
              <p:nvPr/>
            </p:nvSpPr>
            <p:spPr>
              <a:xfrm>
                <a:off x="10435132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1" name="eye"/>
              <p:cNvSpPr/>
              <p:nvPr/>
            </p:nvSpPr>
            <p:spPr>
              <a:xfrm>
                <a:off x="1046622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2" name="eye"/>
              <p:cNvSpPr/>
              <p:nvPr/>
            </p:nvSpPr>
            <p:spPr>
              <a:xfrm>
                <a:off x="10517428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3" name="smile"/>
              <p:cNvSpPr/>
              <p:nvPr/>
            </p:nvSpPr>
            <p:spPr>
              <a:xfrm>
                <a:off x="10471708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34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10638129" y="1944014"/>
              <a:ext cx="212140" cy="607162"/>
              <a:chOff x="10638129" y="1944014"/>
              <a:chExt cx="212140" cy="607162"/>
            </a:xfrm>
          </p:grpSpPr>
          <p:sp>
            <p:nvSpPr>
              <p:cNvPr id="1635" name="arm"/>
              <p:cNvSpPr/>
              <p:nvPr/>
            </p:nvSpPr>
            <p:spPr>
              <a:xfrm>
                <a:off x="10638129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6" name="arm"/>
              <p:cNvSpPr/>
              <p:nvPr/>
            </p:nvSpPr>
            <p:spPr>
              <a:xfrm>
                <a:off x="10810036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7" name="leg"/>
              <p:cNvSpPr/>
              <p:nvPr/>
            </p:nvSpPr>
            <p:spPr>
              <a:xfrm>
                <a:off x="10689336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8" name="leg"/>
              <p:cNvSpPr/>
              <p:nvPr/>
            </p:nvSpPr>
            <p:spPr>
              <a:xfrm>
                <a:off x="10751515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9" name="shorts"/>
              <p:cNvSpPr/>
              <p:nvPr/>
            </p:nvSpPr>
            <p:spPr>
              <a:xfrm>
                <a:off x="10674705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0" name="shoe"/>
              <p:cNvSpPr/>
              <p:nvPr/>
            </p:nvSpPr>
            <p:spPr>
              <a:xfrm>
                <a:off x="10660075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1" name="shoe"/>
              <p:cNvSpPr/>
              <p:nvPr/>
            </p:nvSpPr>
            <p:spPr>
              <a:xfrm>
                <a:off x="10755172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2" name="shirt"/>
              <p:cNvSpPr/>
              <p:nvPr/>
            </p:nvSpPr>
            <p:spPr>
              <a:xfrm>
                <a:off x="10671048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643" name="neck"/>
              <p:cNvSpPr/>
              <p:nvPr/>
            </p:nvSpPr>
            <p:spPr>
              <a:xfrm>
                <a:off x="10725911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4" name="head"/>
              <p:cNvSpPr/>
              <p:nvPr/>
            </p:nvSpPr>
            <p:spPr>
              <a:xfrm>
                <a:off x="10680192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5" name="hair"/>
              <p:cNvSpPr/>
              <p:nvPr/>
            </p:nvSpPr>
            <p:spPr>
              <a:xfrm rot="16200000">
                <a:off x="10716767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6" name="headband"/>
              <p:cNvSpPr/>
              <p:nvPr/>
            </p:nvSpPr>
            <p:spPr>
              <a:xfrm>
                <a:off x="10682020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7" name="eye"/>
              <p:cNvSpPr/>
              <p:nvPr/>
            </p:nvSpPr>
            <p:spPr>
              <a:xfrm>
                <a:off x="1071311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8" name="eye"/>
              <p:cNvSpPr/>
              <p:nvPr/>
            </p:nvSpPr>
            <p:spPr>
              <a:xfrm>
                <a:off x="1076431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9" name="smile"/>
              <p:cNvSpPr/>
              <p:nvPr/>
            </p:nvSpPr>
            <p:spPr>
              <a:xfrm>
                <a:off x="10718596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50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10885017" y="1944014"/>
              <a:ext cx="212140" cy="607162"/>
              <a:chOff x="10885017" y="1944014"/>
              <a:chExt cx="212140" cy="607162"/>
            </a:xfrm>
          </p:grpSpPr>
          <p:sp>
            <p:nvSpPr>
              <p:cNvPr id="1651" name="arm"/>
              <p:cNvSpPr/>
              <p:nvPr/>
            </p:nvSpPr>
            <p:spPr>
              <a:xfrm>
                <a:off x="10885017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2" name="arm"/>
              <p:cNvSpPr/>
              <p:nvPr/>
            </p:nvSpPr>
            <p:spPr>
              <a:xfrm>
                <a:off x="11056924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3" name="leg"/>
              <p:cNvSpPr/>
              <p:nvPr/>
            </p:nvSpPr>
            <p:spPr>
              <a:xfrm>
                <a:off x="10936224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4" name="leg"/>
              <p:cNvSpPr/>
              <p:nvPr/>
            </p:nvSpPr>
            <p:spPr>
              <a:xfrm>
                <a:off x="10998403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5" name="shorts"/>
              <p:cNvSpPr/>
              <p:nvPr/>
            </p:nvSpPr>
            <p:spPr>
              <a:xfrm>
                <a:off x="10921593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6" name="shoe"/>
              <p:cNvSpPr/>
              <p:nvPr/>
            </p:nvSpPr>
            <p:spPr>
              <a:xfrm>
                <a:off x="10906963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7" name="shoe"/>
              <p:cNvSpPr/>
              <p:nvPr/>
            </p:nvSpPr>
            <p:spPr>
              <a:xfrm>
                <a:off x="11002060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8" name="shirt"/>
              <p:cNvSpPr/>
              <p:nvPr/>
            </p:nvSpPr>
            <p:spPr>
              <a:xfrm>
                <a:off x="10917936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659" name="neck"/>
              <p:cNvSpPr/>
              <p:nvPr/>
            </p:nvSpPr>
            <p:spPr>
              <a:xfrm>
                <a:off x="10972799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0" name="head"/>
              <p:cNvSpPr/>
              <p:nvPr/>
            </p:nvSpPr>
            <p:spPr>
              <a:xfrm>
                <a:off x="10927080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1" name="hair"/>
              <p:cNvSpPr/>
              <p:nvPr/>
            </p:nvSpPr>
            <p:spPr>
              <a:xfrm rot="16200000">
                <a:off x="10963655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2" name="headband"/>
              <p:cNvSpPr/>
              <p:nvPr/>
            </p:nvSpPr>
            <p:spPr>
              <a:xfrm>
                <a:off x="10928908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3" name="eye"/>
              <p:cNvSpPr/>
              <p:nvPr/>
            </p:nvSpPr>
            <p:spPr>
              <a:xfrm>
                <a:off x="10959998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4" name="eye"/>
              <p:cNvSpPr/>
              <p:nvPr/>
            </p:nvSpPr>
            <p:spPr>
              <a:xfrm>
                <a:off x="1101120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5" name="smile"/>
              <p:cNvSpPr/>
              <p:nvPr/>
            </p:nvSpPr>
            <p:spPr>
              <a:xfrm>
                <a:off x="10965484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66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11131905" y="1944014"/>
              <a:ext cx="212140" cy="607162"/>
              <a:chOff x="11131905" y="1944014"/>
              <a:chExt cx="212140" cy="607162"/>
            </a:xfrm>
          </p:grpSpPr>
          <p:sp>
            <p:nvSpPr>
              <p:cNvPr id="1667" name="arm"/>
              <p:cNvSpPr/>
              <p:nvPr/>
            </p:nvSpPr>
            <p:spPr>
              <a:xfrm>
                <a:off x="11131905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8" name="arm"/>
              <p:cNvSpPr/>
              <p:nvPr/>
            </p:nvSpPr>
            <p:spPr>
              <a:xfrm>
                <a:off x="11303812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9" name="leg"/>
              <p:cNvSpPr/>
              <p:nvPr/>
            </p:nvSpPr>
            <p:spPr>
              <a:xfrm>
                <a:off x="11183111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0" name="leg"/>
              <p:cNvSpPr/>
              <p:nvPr/>
            </p:nvSpPr>
            <p:spPr>
              <a:xfrm>
                <a:off x="11245291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1" name="shorts"/>
              <p:cNvSpPr/>
              <p:nvPr/>
            </p:nvSpPr>
            <p:spPr>
              <a:xfrm>
                <a:off x="11168481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2" name="shoe"/>
              <p:cNvSpPr/>
              <p:nvPr/>
            </p:nvSpPr>
            <p:spPr>
              <a:xfrm>
                <a:off x="11153851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3" name="shoe"/>
              <p:cNvSpPr/>
              <p:nvPr/>
            </p:nvSpPr>
            <p:spPr>
              <a:xfrm>
                <a:off x="11248948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4" name="shirt"/>
              <p:cNvSpPr/>
              <p:nvPr/>
            </p:nvSpPr>
            <p:spPr>
              <a:xfrm>
                <a:off x="11164824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675" name="neck"/>
              <p:cNvSpPr/>
              <p:nvPr/>
            </p:nvSpPr>
            <p:spPr>
              <a:xfrm>
                <a:off x="11219687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6" name="head"/>
              <p:cNvSpPr/>
              <p:nvPr/>
            </p:nvSpPr>
            <p:spPr>
              <a:xfrm>
                <a:off x="11173967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7" name="hair"/>
              <p:cNvSpPr/>
              <p:nvPr/>
            </p:nvSpPr>
            <p:spPr>
              <a:xfrm rot="16200000">
                <a:off x="11210543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8" name="headband"/>
              <p:cNvSpPr/>
              <p:nvPr/>
            </p:nvSpPr>
            <p:spPr>
              <a:xfrm>
                <a:off x="11175796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9" name="eye"/>
              <p:cNvSpPr/>
              <p:nvPr/>
            </p:nvSpPr>
            <p:spPr>
              <a:xfrm>
                <a:off x="11206886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0" name="eye"/>
              <p:cNvSpPr/>
              <p:nvPr/>
            </p:nvSpPr>
            <p:spPr>
              <a:xfrm>
                <a:off x="11258092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1" name="smile"/>
              <p:cNvSpPr/>
              <p:nvPr/>
            </p:nvSpPr>
            <p:spPr>
              <a:xfrm>
                <a:off x="11212372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82" name="Person - Harvard workout clothes" descr="Simple gender-neutral figure in a crimson tank top reading HARVARD, black shorts, white headband and white sneakers."/>
            <p:cNvGrpSpPr/>
            <p:nvPr/>
          </p:nvGrpSpPr>
          <p:grpSpPr>
            <a:xfrm>
              <a:off x="11378793" y="1944014"/>
              <a:ext cx="212140" cy="607162"/>
              <a:chOff x="11378793" y="1944014"/>
              <a:chExt cx="212140" cy="607162"/>
            </a:xfrm>
          </p:grpSpPr>
          <p:sp>
            <p:nvSpPr>
              <p:cNvPr id="1683" name="arm"/>
              <p:cNvSpPr/>
              <p:nvPr/>
            </p:nvSpPr>
            <p:spPr>
              <a:xfrm>
                <a:off x="11378793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4" name="arm"/>
              <p:cNvSpPr/>
              <p:nvPr/>
            </p:nvSpPr>
            <p:spPr>
              <a:xfrm>
                <a:off x="11550700" y="213420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5" name="leg"/>
              <p:cNvSpPr/>
              <p:nvPr/>
            </p:nvSpPr>
            <p:spPr>
              <a:xfrm>
                <a:off x="11430000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6" name="leg"/>
              <p:cNvSpPr/>
              <p:nvPr/>
            </p:nvSpPr>
            <p:spPr>
              <a:xfrm>
                <a:off x="11492179" y="2359152"/>
                <a:ext cx="47548" cy="168249"/>
              </a:xfrm>
              <a:prstGeom prst="roundRect">
                <a:avLst>
                  <a:gd name="adj" fmla="val 3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7" name="shorts"/>
              <p:cNvSpPr/>
              <p:nvPr/>
            </p:nvSpPr>
            <p:spPr>
              <a:xfrm>
                <a:off x="11415369" y="2298801"/>
                <a:ext cx="138988" cy="106070"/>
              </a:xfrm>
              <a:prstGeom prst="roundRect">
                <a:avLst>
                  <a:gd name="adj" fmla="val 15000"/>
                </a:avLst>
              </a:prstGeom>
              <a:solidFill>
                <a:srgbClr val="1F1F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8" name="shoe"/>
              <p:cNvSpPr/>
              <p:nvPr/>
            </p:nvSpPr>
            <p:spPr>
              <a:xfrm>
                <a:off x="11400739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9" name="shoe"/>
              <p:cNvSpPr/>
              <p:nvPr/>
            </p:nvSpPr>
            <p:spPr>
              <a:xfrm>
                <a:off x="11495836" y="251460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55555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0" name="shirt"/>
              <p:cNvSpPr/>
              <p:nvPr/>
            </p:nvSpPr>
            <p:spPr>
              <a:xfrm>
                <a:off x="11411712" y="212323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A51C3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0" rIns="0" tIns="0" bIns="0" wrap="none"/>
              <a:lstStyle/>
              <a:p>
                <a:pPr algn="ctr"/>
                <a:r>
                  <a:rPr sz="250" b="1">
                    <a:solidFill>
                      <a:srgbClr val="FFFFFF"/>
                    </a:solidFill>
                    <a:latin typeface="Arial"/>
                  </a:rPr>
                  <a:t>HARVARD</a:t>
                </a:r>
              </a:p>
            </p:txBody>
          </p:sp>
          <p:sp>
            <p:nvSpPr>
              <p:cNvPr id="1691" name="neck"/>
              <p:cNvSpPr/>
              <p:nvPr/>
            </p:nvSpPr>
            <p:spPr>
              <a:xfrm>
                <a:off x="11466576" y="209763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2" name="head"/>
              <p:cNvSpPr/>
              <p:nvPr/>
            </p:nvSpPr>
            <p:spPr>
              <a:xfrm>
                <a:off x="11420856" y="198424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3" name="hair"/>
              <p:cNvSpPr/>
              <p:nvPr/>
            </p:nvSpPr>
            <p:spPr>
              <a:xfrm rot="16200000">
                <a:off x="11457432" y="194401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4" name="headband"/>
              <p:cNvSpPr/>
              <p:nvPr/>
            </p:nvSpPr>
            <p:spPr>
              <a:xfrm>
                <a:off x="11422684" y="2022652"/>
                <a:ext cx="124358" cy="18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5" name="eye"/>
              <p:cNvSpPr/>
              <p:nvPr/>
            </p:nvSpPr>
            <p:spPr>
              <a:xfrm>
                <a:off x="11453774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6" name="eye"/>
              <p:cNvSpPr/>
              <p:nvPr/>
            </p:nvSpPr>
            <p:spPr>
              <a:xfrm>
                <a:off x="11504980" y="205557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7" name="smile"/>
              <p:cNvSpPr/>
              <p:nvPr/>
            </p:nvSpPr>
            <p:spPr>
              <a:xfrm>
                <a:off x="11459260" y="205740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698" name="Control group box"/>
          <p:cNvSpPr/>
          <p:nvPr/>
        </p:nvSpPr>
        <p:spPr>
          <a:xfrm>
            <a:off x="7680960" y="3063240"/>
            <a:ext cx="4160520" cy="182880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TextBox 1698"/>
          <p:cNvSpPr txBox="1"/>
          <p:nvPr/>
        </p:nvSpPr>
        <p:spPr>
          <a:xfrm>
            <a:off x="7818120" y="31363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Control (no exercise)</a:t>
            </a:r>
          </a:p>
        </p:txBody>
      </p:sp>
      <p:sp>
        <p:nvSpPr>
          <p:cNvPr id="1700" name="TextBox 1699"/>
          <p:cNvSpPr txBox="1"/>
          <p:nvPr/>
        </p:nvSpPr>
        <p:spPr>
          <a:xfrm>
            <a:off x="7818120" y="36301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8F5A"/>
                </a:solidFill>
                <a:latin typeface="Arial"/>
              </a:rPr>
              <a:t>STEM</a:t>
            </a:r>
          </a:p>
        </p:txBody>
      </p:sp>
      <p:sp>
        <p:nvSpPr>
          <p:cNvPr id="1701" name="TextBox 1700"/>
          <p:cNvSpPr txBox="1"/>
          <p:nvPr/>
        </p:nvSpPr>
        <p:spPr>
          <a:xfrm>
            <a:off x="7818120" y="43251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6A9E"/>
                </a:solidFill>
                <a:latin typeface="Arial"/>
              </a:rPr>
              <a:t>Non-STEM</a:t>
            </a:r>
          </a:p>
        </p:txBody>
      </p:sp>
      <p:grpSp>
        <p:nvGrpSpPr>
          <p:cNvPr id="1702" name="Control group" descr="Control group: 8 STEM students in green shirts and 12 non-STEM students in blue shirts."/>
          <p:cNvGrpSpPr/>
          <p:nvPr/>
        </p:nvGrpSpPr>
        <p:grpSpPr>
          <a:xfrm>
            <a:off x="8655710" y="3434486"/>
            <a:ext cx="2942539" cy="1311250"/>
            <a:chOff x="8655710" y="3434486"/>
            <a:chExt cx="2942539" cy="1311250"/>
          </a:xfrm>
        </p:grpSpPr>
        <p:grpSp>
          <p:nvGrpSpPr>
            <p:cNvPr id="170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655710" y="3434486"/>
              <a:ext cx="226771" cy="607162"/>
              <a:chOff x="8655710" y="3434486"/>
              <a:chExt cx="226771" cy="607162"/>
            </a:xfrm>
          </p:grpSpPr>
          <p:sp>
            <p:nvSpPr>
              <p:cNvPr id="1704" name="arm"/>
              <p:cNvSpPr/>
              <p:nvPr/>
            </p:nvSpPr>
            <p:spPr>
              <a:xfrm>
                <a:off x="8663025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5" name="arm"/>
              <p:cNvSpPr/>
              <p:nvPr/>
            </p:nvSpPr>
            <p:spPr>
              <a:xfrm>
                <a:off x="8834932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6" name="pant leg"/>
              <p:cNvSpPr/>
              <p:nvPr/>
            </p:nvSpPr>
            <p:spPr>
              <a:xfrm>
                <a:off x="8703259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7" name="pant leg"/>
              <p:cNvSpPr/>
              <p:nvPr/>
            </p:nvSpPr>
            <p:spPr>
              <a:xfrm>
                <a:off x="8772753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8" name="hips"/>
              <p:cNvSpPr/>
              <p:nvPr/>
            </p:nvSpPr>
            <p:spPr>
              <a:xfrm>
                <a:off x="8703259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9" name="shoe"/>
              <p:cNvSpPr/>
              <p:nvPr/>
            </p:nvSpPr>
            <p:spPr>
              <a:xfrm>
                <a:off x="8684971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0" name="shoe"/>
              <p:cNvSpPr/>
              <p:nvPr/>
            </p:nvSpPr>
            <p:spPr>
              <a:xfrm>
                <a:off x="8780068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1" name="shirt"/>
              <p:cNvSpPr/>
              <p:nvPr/>
            </p:nvSpPr>
            <p:spPr>
              <a:xfrm>
                <a:off x="8695944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2" name="sleeve"/>
              <p:cNvSpPr/>
              <p:nvPr/>
            </p:nvSpPr>
            <p:spPr>
              <a:xfrm>
                <a:off x="8655710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3" name="sleeve"/>
              <p:cNvSpPr/>
              <p:nvPr/>
            </p:nvSpPr>
            <p:spPr>
              <a:xfrm>
                <a:off x="8827617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4" name="neck"/>
              <p:cNvSpPr/>
              <p:nvPr/>
            </p:nvSpPr>
            <p:spPr>
              <a:xfrm>
                <a:off x="8750807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5" name="head"/>
              <p:cNvSpPr/>
              <p:nvPr/>
            </p:nvSpPr>
            <p:spPr>
              <a:xfrm>
                <a:off x="8705088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6" name="hair"/>
              <p:cNvSpPr/>
              <p:nvPr/>
            </p:nvSpPr>
            <p:spPr>
              <a:xfrm rot="16200000">
                <a:off x="8741663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7" name="eye"/>
              <p:cNvSpPr/>
              <p:nvPr/>
            </p:nvSpPr>
            <p:spPr>
              <a:xfrm>
                <a:off x="8738006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8" name="eye"/>
              <p:cNvSpPr/>
              <p:nvPr/>
            </p:nvSpPr>
            <p:spPr>
              <a:xfrm>
                <a:off x="8789212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9" name="smile"/>
              <p:cNvSpPr/>
              <p:nvPr/>
            </p:nvSpPr>
            <p:spPr>
              <a:xfrm>
                <a:off x="8743492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2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902598" y="3434486"/>
              <a:ext cx="226771" cy="607162"/>
              <a:chOff x="8902598" y="3434486"/>
              <a:chExt cx="226771" cy="607162"/>
            </a:xfrm>
          </p:grpSpPr>
          <p:sp>
            <p:nvSpPr>
              <p:cNvPr id="1721" name="arm"/>
              <p:cNvSpPr/>
              <p:nvPr/>
            </p:nvSpPr>
            <p:spPr>
              <a:xfrm>
                <a:off x="8909913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2" name="arm"/>
              <p:cNvSpPr/>
              <p:nvPr/>
            </p:nvSpPr>
            <p:spPr>
              <a:xfrm>
                <a:off x="9081820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3" name="pant leg"/>
              <p:cNvSpPr/>
              <p:nvPr/>
            </p:nvSpPr>
            <p:spPr>
              <a:xfrm>
                <a:off x="8950147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4" name="pant leg"/>
              <p:cNvSpPr/>
              <p:nvPr/>
            </p:nvSpPr>
            <p:spPr>
              <a:xfrm>
                <a:off x="9019641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5" name="hips"/>
              <p:cNvSpPr/>
              <p:nvPr/>
            </p:nvSpPr>
            <p:spPr>
              <a:xfrm>
                <a:off x="8950147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6" name="shoe"/>
              <p:cNvSpPr/>
              <p:nvPr/>
            </p:nvSpPr>
            <p:spPr>
              <a:xfrm>
                <a:off x="8931859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7" name="shoe"/>
              <p:cNvSpPr/>
              <p:nvPr/>
            </p:nvSpPr>
            <p:spPr>
              <a:xfrm>
                <a:off x="9026956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8" name="shirt"/>
              <p:cNvSpPr/>
              <p:nvPr/>
            </p:nvSpPr>
            <p:spPr>
              <a:xfrm>
                <a:off x="8942832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9" name="sleeve"/>
              <p:cNvSpPr/>
              <p:nvPr/>
            </p:nvSpPr>
            <p:spPr>
              <a:xfrm>
                <a:off x="8902598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0" name="sleeve"/>
              <p:cNvSpPr/>
              <p:nvPr/>
            </p:nvSpPr>
            <p:spPr>
              <a:xfrm>
                <a:off x="9074505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1" name="neck"/>
              <p:cNvSpPr/>
              <p:nvPr/>
            </p:nvSpPr>
            <p:spPr>
              <a:xfrm>
                <a:off x="8997695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2" name="head"/>
              <p:cNvSpPr/>
              <p:nvPr/>
            </p:nvSpPr>
            <p:spPr>
              <a:xfrm>
                <a:off x="8951976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3" name="hair"/>
              <p:cNvSpPr/>
              <p:nvPr/>
            </p:nvSpPr>
            <p:spPr>
              <a:xfrm rot="16200000">
                <a:off x="8988551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4" name="eye"/>
              <p:cNvSpPr/>
              <p:nvPr/>
            </p:nvSpPr>
            <p:spPr>
              <a:xfrm>
                <a:off x="8984894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5" name="eye"/>
              <p:cNvSpPr/>
              <p:nvPr/>
            </p:nvSpPr>
            <p:spPr>
              <a:xfrm>
                <a:off x="9036100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6" name="smile"/>
              <p:cNvSpPr/>
              <p:nvPr/>
            </p:nvSpPr>
            <p:spPr>
              <a:xfrm>
                <a:off x="8990380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3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149486" y="3434486"/>
              <a:ext cx="226771" cy="607162"/>
              <a:chOff x="9149486" y="3434486"/>
              <a:chExt cx="226771" cy="607162"/>
            </a:xfrm>
          </p:grpSpPr>
          <p:sp>
            <p:nvSpPr>
              <p:cNvPr id="1738" name="arm"/>
              <p:cNvSpPr/>
              <p:nvPr/>
            </p:nvSpPr>
            <p:spPr>
              <a:xfrm>
                <a:off x="9156801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9" name="arm"/>
              <p:cNvSpPr/>
              <p:nvPr/>
            </p:nvSpPr>
            <p:spPr>
              <a:xfrm>
                <a:off x="9328708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0" name="pant leg"/>
              <p:cNvSpPr/>
              <p:nvPr/>
            </p:nvSpPr>
            <p:spPr>
              <a:xfrm>
                <a:off x="9197035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1" name="pant leg"/>
              <p:cNvSpPr/>
              <p:nvPr/>
            </p:nvSpPr>
            <p:spPr>
              <a:xfrm>
                <a:off x="9266529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2" name="hips"/>
              <p:cNvSpPr/>
              <p:nvPr/>
            </p:nvSpPr>
            <p:spPr>
              <a:xfrm>
                <a:off x="9197035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3" name="shoe"/>
              <p:cNvSpPr/>
              <p:nvPr/>
            </p:nvSpPr>
            <p:spPr>
              <a:xfrm>
                <a:off x="9178747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4" name="shoe"/>
              <p:cNvSpPr/>
              <p:nvPr/>
            </p:nvSpPr>
            <p:spPr>
              <a:xfrm>
                <a:off x="9273844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5" name="shirt"/>
              <p:cNvSpPr/>
              <p:nvPr/>
            </p:nvSpPr>
            <p:spPr>
              <a:xfrm>
                <a:off x="9189719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6" name="sleeve"/>
              <p:cNvSpPr/>
              <p:nvPr/>
            </p:nvSpPr>
            <p:spPr>
              <a:xfrm>
                <a:off x="9149486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7" name="sleeve"/>
              <p:cNvSpPr/>
              <p:nvPr/>
            </p:nvSpPr>
            <p:spPr>
              <a:xfrm>
                <a:off x="9321393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8" name="neck"/>
              <p:cNvSpPr/>
              <p:nvPr/>
            </p:nvSpPr>
            <p:spPr>
              <a:xfrm>
                <a:off x="9244583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9" name="head"/>
              <p:cNvSpPr/>
              <p:nvPr/>
            </p:nvSpPr>
            <p:spPr>
              <a:xfrm>
                <a:off x="9198863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0" name="hair"/>
              <p:cNvSpPr/>
              <p:nvPr/>
            </p:nvSpPr>
            <p:spPr>
              <a:xfrm rot="16200000">
                <a:off x="9235439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1" name="eye"/>
              <p:cNvSpPr/>
              <p:nvPr/>
            </p:nvSpPr>
            <p:spPr>
              <a:xfrm>
                <a:off x="9231782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2" name="eye"/>
              <p:cNvSpPr/>
              <p:nvPr/>
            </p:nvSpPr>
            <p:spPr>
              <a:xfrm>
                <a:off x="9282988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3" name="smile"/>
              <p:cNvSpPr/>
              <p:nvPr/>
            </p:nvSpPr>
            <p:spPr>
              <a:xfrm>
                <a:off x="9237268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5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396374" y="3434486"/>
              <a:ext cx="226771" cy="607162"/>
              <a:chOff x="9396374" y="3434486"/>
              <a:chExt cx="226771" cy="607162"/>
            </a:xfrm>
          </p:grpSpPr>
          <p:sp>
            <p:nvSpPr>
              <p:cNvPr id="1755" name="arm"/>
              <p:cNvSpPr/>
              <p:nvPr/>
            </p:nvSpPr>
            <p:spPr>
              <a:xfrm>
                <a:off x="9403689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6" name="arm"/>
              <p:cNvSpPr/>
              <p:nvPr/>
            </p:nvSpPr>
            <p:spPr>
              <a:xfrm>
                <a:off x="9575596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7" name="pant leg"/>
              <p:cNvSpPr/>
              <p:nvPr/>
            </p:nvSpPr>
            <p:spPr>
              <a:xfrm>
                <a:off x="9443923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8" name="pant leg"/>
              <p:cNvSpPr/>
              <p:nvPr/>
            </p:nvSpPr>
            <p:spPr>
              <a:xfrm>
                <a:off x="9513417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9" name="hips"/>
              <p:cNvSpPr/>
              <p:nvPr/>
            </p:nvSpPr>
            <p:spPr>
              <a:xfrm>
                <a:off x="9443923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0" name="shoe"/>
              <p:cNvSpPr/>
              <p:nvPr/>
            </p:nvSpPr>
            <p:spPr>
              <a:xfrm>
                <a:off x="9425635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1" name="shoe"/>
              <p:cNvSpPr/>
              <p:nvPr/>
            </p:nvSpPr>
            <p:spPr>
              <a:xfrm>
                <a:off x="9520732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2" name="shirt"/>
              <p:cNvSpPr/>
              <p:nvPr/>
            </p:nvSpPr>
            <p:spPr>
              <a:xfrm>
                <a:off x="9436608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3" name="sleeve"/>
              <p:cNvSpPr/>
              <p:nvPr/>
            </p:nvSpPr>
            <p:spPr>
              <a:xfrm>
                <a:off x="9396374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4" name="sleeve"/>
              <p:cNvSpPr/>
              <p:nvPr/>
            </p:nvSpPr>
            <p:spPr>
              <a:xfrm>
                <a:off x="9568281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5" name="neck"/>
              <p:cNvSpPr/>
              <p:nvPr/>
            </p:nvSpPr>
            <p:spPr>
              <a:xfrm>
                <a:off x="9491472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6" name="head"/>
              <p:cNvSpPr/>
              <p:nvPr/>
            </p:nvSpPr>
            <p:spPr>
              <a:xfrm>
                <a:off x="9445752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7" name="hair"/>
              <p:cNvSpPr/>
              <p:nvPr/>
            </p:nvSpPr>
            <p:spPr>
              <a:xfrm rot="16200000">
                <a:off x="9482328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8" name="eye"/>
              <p:cNvSpPr/>
              <p:nvPr/>
            </p:nvSpPr>
            <p:spPr>
              <a:xfrm>
                <a:off x="9478670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9" name="eye"/>
              <p:cNvSpPr/>
              <p:nvPr/>
            </p:nvSpPr>
            <p:spPr>
              <a:xfrm>
                <a:off x="9529876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0" name="smile"/>
              <p:cNvSpPr/>
              <p:nvPr/>
            </p:nvSpPr>
            <p:spPr>
              <a:xfrm>
                <a:off x="9484156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7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643262" y="3434486"/>
              <a:ext cx="226771" cy="607162"/>
              <a:chOff x="9643262" y="3434486"/>
              <a:chExt cx="226771" cy="607162"/>
            </a:xfrm>
          </p:grpSpPr>
          <p:sp>
            <p:nvSpPr>
              <p:cNvPr id="1772" name="arm"/>
              <p:cNvSpPr/>
              <p:nvPr/>
            </p:nvSpPr>
            <p:spPr>
              <a:xfrm>
                <a:off x="9650577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3" name="arm"/>
              <p:cNvSpPr/>
              <p:nvPr/>
            </p:nvSpPr>
            <p:spPr>
              <a:xfrm>
                <a:off x="9822484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4" name="pant leg"/>
              <p:cNvSpPr/>
              <p:nvPr/>
            </p:nvSpPr>
            <p:spPr>
              <a:xfrm>
                <a:off x="9690811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5" name="pant leg"/>
              <p:cNvSpPr/>
              <p:nvPr/>
            </p:nvSpPr>
            <p:spPr>
              <a:xfrm>
                <a:off x="9760305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6" name="hips"/>
              <p:cNvSpPr/>
              <p:nvPr/>
            </p:nvSpPr>
            <p:spPr>
              <a:xfrm>
                <a:off x="9690811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7" name="shoe"/>
              <p:cNvSpPr/>
              <p:nvPr/>
            </p:nvSpPr>
            <p:spPr>
              <a:xfrm>
                <a:off x="9672523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8" name="shoe"/>
              <p:cNvSpPr/>
              <p:nvPr/>
            </p:nvSpPr>
            <p:spPr>
              <a:xfrm>
                <a:off x="9767620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9" name="shirt"/>
              <p:cNvSpPr/>
              <p:nvPr/>
            </p:nvSpPr>
            <p:spPr>
              <a:xfrm>
                <a:off x="9683496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0" name="sleeve"/>
              <p:cNvSpPr/>
              <p:nvPr/>
            </p:nvSpPr>
            <p:spPr>
              <a:xfrm>
                <a:off x="9643262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1" name="sleeve"/>
              <p:cNvSpPr/>
              <p:nvPr/>
            </p:nvSpPr>
            <p:spPr>
              <a:xfrm>
                <a:off x="9815169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2" name="neck"/>
              <p:cNvSpPr/>
              <p:nvPr/>
            </p:nvSpPr>
            <p:spPr>
              <a:xfrm>
                <a:off x="9738359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3" name="head"/>
              <p:cNvSpPr/>
              <p:nvPr/>
            </p:nvSpPr>
            <p:spPr>
              <a:xfrm>
                <a:off x="9692640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4" name="hair"/>
              <p:cNvSpPr/>
              <p:nvPr/>
            </p:nvSpPr>
            <p:spPr>
              <a:xfrm rot="16200000">
                <a:off x="9729215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5" name="eye"/>
              <p:cNvSpPr/>
              <p:nvPr/>
            </p:nvSpPr>
            <p:spPr>
              <a:xfrm>
                <a:off x="9725558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6" name="eye"/>
              <p:cNvSpPr/>
              <p:nvPr/>
            </p:nvSpPr>
            <p:spPr>
              <a:xfrm>
                <a:off x="9776764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7" name="smile"/>
              <p:cNvSpPr/>
              <p:nvPr/>
            </p:nvSpPr>
            <p:spPr>
              <a:xfrm>
                <a:off x="9731044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8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890150" y="3434486"/>
              <a:ext cx="226771" cy="607162"/>
              <a:chOff x="9890150" y="3434486"/>
              <a:chExt cx="226771" cy="607162"/>
            </a:xfrm>
          </p:grpSpPr>
          <p:sp>
            <p:nvSpPr>
              <p:cNvPr id="1789" name="arm"/>
              <p:cNvSpPr/>
              <p:nvPr/>
            </p:nvSpPr>
            <p:spPr>
              <a:xfrm>
                <a:off x="9897465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0" name="arm"/>
              <p:cNvSpPr/>
              <p:nvPr/>
            </p:nvSpPr>
            <p:spPr>
              <a:xfrm>
                <a:off x="10069372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1" name="pant leg"/>
              <p:cNvSpPr/>
              <p:nvPr/>
            </p:nvSpPr>
            <p:spPr>
              <a:xfrm>
                <a:off x="9937699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2" name="pant leg"/>
              <p:cNvSpPr/>
              <p:nvPr/>
            </p:nvSpPr>
            <p:spPr>
              <a:xfrm>
                <a:off x="10007193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3" name="hips"/>
              <p:cNvSpPr/>
              <p:nvPr/>
            </p:nvSpPr>
            <p:spPr>
              <a:xfrm>
                <a:off x="9937699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4" name="shoe"/>
              <p:cNvSpPr/>
              <p:nvPr/>
            </p:nvSpPr>
            <p:spPr>
              <a:xfrm>
                <a:off x="9919411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5" name="shoe"/>
              <p:cNvSpPr/>
              <p:nvPr/>
            </p:nvSpPr>
            <p:spPr>
              <a:xfrm>
                <a:off x="10014508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6" name="shirt"/>
              <p:cNvSpPr/>
              <p:nvPr/>
            </p:nvSpPr>
            <p:spPr>
              <a:xfrm>
                <a:off x="9930384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7" name="sleeve"/>
              <p:cNvSpPr/>
              <p:nvPr/>
            </p:nvSpPr>
            <p:spPr>
              <a:xfrm>
                <a:off x="9890150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8" name="sleeve"/>
              <p:cNvSpPr/>
              <p:nvPr/>
            </p:nvSpPr>
            <p:spPr>
              <a:xfrm>
                <a:off x="10062057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9" name="neck"/>
              <p:cNvSpPr/>
              <p:nvPr/>
            </p:nvSpPr>
            <p:spPr>
              <a:xfrm>
                <a:off x="9985247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0" name="head"/>
              <p:cNvSpPr/>
              <p:nvPr/>
            </p:nvSpPr>
            <p:spPr>
              <a:xfrm>
                <a:off x="9939528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1" name="hair"/>
              <p:cNvSpPr/>
              <p:nvPr/>
            </p:nvSpPr>
            <p:spPr>
              <a:xfrm rot="16200000">
                <a:off x="9976103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2" name="eye"/>
              <p:cNvSpPr/>
              <p:nvPr/>
            </p:nvSpPr>
            <p:spPr>
              <a:xfrm>
                <a:off x="9972446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3" name="eye"/>
              <p:cNvSpPr/>
              <p:nvPr/>
            </p:nvSpPr>
            <p:spPr>
              <a:xfrm>
                <a:off x="10023652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4" name="smile"/>
              <p:cNvSpPr/>
              <p:nvPr/>
            </p:nvSpPr>
            <p:spPr>
              <a:xfrm>
                <a:off x="9977932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0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137038" y="3434486"/>
              <a:ext cx="226771" cy="607162"/>
              <a:chOff x="10137038" y="3434486"/>
              <a:chExt cx="226771" cy="607162"/>
            </a:xfrm>
          </p:grpSpPr>
          <p:sp>
            <p:nvSpPr>
              <p:cNvPr id="1806" name="arm"/>
              <p:cNvSpPr/>
              <p:nvPr/>
            </p:nvSpPr>
            <p:spPr>
              <a:xfrm>
                <a:off x="10144353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7" name="arm"/>
              <p:cNvSpPr/>
              <p:nvPr/>
            </p:nvSpPr>
            <p:spPr>
              <a:xfrm>
                <a:off x="10316260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8" name="pant leg"/>
              <p:cNvSpPr/>
              <p:nvPr/>
            </p:nvSpPr>
            <p:spPr>
              <a:xfrm>
                <a:off x="10184587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9" name="pant leg"/>
              <p:cNvSpPr/>
              <p:nvPr/>
            </p:nvSpPr>
            <p:spPr>
              <a:xfrm>
                <a:off x="10254081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0" name="hips"/>
              <p:cNvSpPr/>
              <p:nvPr/>
            </p:nvSpPr>
            <p:spPr>
              <a:xfrm>
                <a:off x="10184587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1" name="shoe"/>
              <p:cNvSpPr/>
              <p:nvPr/>
            </p:nvSpPr>
            <p:spPr>
              <a:xfrm>
                <a:off x="10166299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2" name="shoe"/>
              <p:cNvSpPr/>
              <p:nvPr/>
            </p:nvSpPr>
            <p:spPr>
              <a:xfrm>
                <a:off x="10261396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3" name="shirt"/>
              <p:cNvSpPr/>
              <p:nvPr/>
            </p:nvSpPr>
            <p:spPr>
              <a:xfrm>
                <a:off x="10177272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4" name="sleeve"/>
              <p:cNvSpPr/>
              <p:nvPr/>
            </p:nvSpPr>
            <p:spPr>
              <a:xfrm>
                <a:off x="10137038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5" name="sleeve"/>
              <p:cNvSpPr/>
              <p:nvPr/>
            </p:nvSpPr>
            <p:spPr>
              <a:xfrm>
                <a:off x="10308945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6" name="neck"/>
              <p:cNvSpPr/>
              <p:nvPr/>
            </p:nvSpPr>
            <p:spPr>
              <a:xfrm>
                <a:off x="10232136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7" name="head"/>
              <p:cNvSpPr/>
              <p:nvPr/>
            </p:nvSpPr>
            <p:spPr>
              <a:xfrm>
                <a:off x="10186416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8" name="hair"/>
              <p:cNvSpPr/>
              <p:nvPr/>
            </p:nvSpPr>
            <p:spPr>
              <a:xfrm rot="16200000">
                <a:off x="10222992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9" name="eye"/>
              <p:cNvSpPr/>
              <p:nvPr/>
            </p:nvSpPr>
            <p:spPr>
              <a:xfrm>
                <a:off x="10219334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0" name="eye"/>
              <p:cNvSpPr/>
              <p:nvPr/>
            </p:nvSpPr>
            <p:spPr>
              <a:xfrm>
                <a:off x="10270540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1" name="smile"/>
              <p:cNvSpPr/>
              <p:nvPr/>
            </p:nvSpPr>
            <p:spPr>
              <a:xfrm>
                <a:off x="10224820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2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383926" y="3434486"/>
              <a:ext cx="226771" cy="607162"/>
              <a:chOff x="10383926" y="3434486"/>
              <a:chExt cx="226771" cy="607162"/>
            </a:xfrm>
          </p:grpSpPr>
          <p:sp>
            <p:nvSpPr>
              <p:cNvPr id="1823" name="arm"/>
              <p:cNvSpPr/>
              <p:nvPr/>
            </p:nvSpPr>
            <p:spPr>
              <a:xfrm>
                <a:off x="10391241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4" name="arm"/>
              <p:cNvSpPr/>
              <p:nvPr/>
            </p:nvSpPr>
            <p:spPr>
              <a:xfrm>
                <a:off x="10563148" y="362468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5" name="pant leg"/>
              <p:cNvSpPr/>
              <p:nvPr/>
            </p:nvSpPr>
            <p:spPr>
              <a:xfrm>
                <a:off x="10431475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6" name="pant leg"/>
              <p:cNvSpPr/>
              <p:nvPr/>
            </p:nvSpPr>
            <p:spPr>
              <a:xfrm>
                <a:off x="10500969" y="379476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7" name="hips"/>
              <p:cNvSpPr/>
              <p:nvPr/>
            </p:nvSpPr>
            <p:spPr>
              <a:xfrm>
                <a:off x="10431475" y="378927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8" name="shoe"/>
              <p:cNvSpPr/>
              <p:nvPr/>
            </p:nvSpPr>
            <p:spPr>
              <a:xfrm>
                <a:off x="10413187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9" name="shoe"/>
              <p:cNvSpPr/>
              <p:nvPr/>
            </p:nvSpPr>
            <p:spPr>
              <a:xfrm>
                <a:off x="10508284" y="400507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0" name="shirt"/>
              <p:cNvSpPr/>
              <p:nvPr/>
            </p:nvSpPr>
            <p:spPr>
              <a:xfrm>
                <a:off x="10424160" y="361370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1" name="sleeve"/>
              <p:cNvSpPr/>
              <p:nvPr/>
            </p:nvSpPr>
            <p:spPr>
              <a:xfrm>
                <a:off x="10383926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2" name="sleeve"/>
              <p:cNvSpPr/>
              <p:nvPr/>
            </p:nvSpPr>
            <p:spPr>
              <a:xfrm>
                <a:off x="10555833" y="362102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3F8F5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3" name="neck"/>
              <p:cNvSpPr/>
              <p:nvPr/>
            </p:nvSpPr>
            <p:spPr>
              <a:xfrm>
                <a:off x="10479024" y="358810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4" name="head"/>
              <p:cNvSpPr/>
              <p:nvPr/>
            </p:nvSpPr>
            <p:spPr>
              <a:xfrm>
                <a:off x="10433304" y="347472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5" name="hair"/>
              <p:cNvSpPr/>
              <p:nvPr/>
            </p:nvSpPr>
            <p:spPr>
              <a:xfrm rot="16200000">
                <a:off x="10469880" y="343448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6" name="eye"/>
              <p:cNvSpPr/>
              <p:nvPr/>
            </p:nvSpPr>
            <p:spPr>
              <a:xfrm>
                <a:off x="10466222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7" name="eye"/>
              <p:cNvSpPr/>
              <p:nvPr/>
            </p:nvSpPr>
            <p:spPr>
              <a:xfrm>
                <a:off x="10517428" y="354604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8" name="smile"/>
              <p:cNvSpPr/>
              <p:nvPr/>
            </p:nvSpPr>
            <p:spPr>
              <a:xfrm>
                <a:off x="10471708" y="354787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3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655710" y="4138574"/>
              <a:ext cx="226771" cy="607162"/>
              <a:chOff x="8655710" y="4138574"/>
              <a:chExt cx="226771" cy="607162"/>
            </a:xfrm>
          </p:grpSpPr>
          <p:sp>
            <p:nvSpPr>
              <p:cNvPr id="1840" name="arm"/>
              <p:cNvSpPr/>
              <p:nvPr/>
            </p:nvSpPr>
            <p:spPr>
              <a:xfrm>
                <a:off x="8663025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1" name="arm"/>
              <p:cNvSpPr/>
              <p:nvPr/>
            </p:nvSpPr>
            <p:spPr>
              <a:xfrm>
                <a:off x="8834932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2" name="pant leg"/>
              <p:cNvSpPr/>
              <p:nvPr/>
            </p:nvSpPr>
            <p:spPr>
              <a:xfrm>
                <a:off x="8703259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3" name="pant leg"/>
              <p:cNvSpPr/>
              <p:nvPr/>
            </p:nvSpPr>
            <p:spPr>
              <a:xfrm>
                <a:off x="8772753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4" name="hips"/>
              <p:cNvSpPr/>
              <p:nvPr/>
            </p:nvSpPr>
            <p:spPr>
              <a:xfrm>
                <a:off x="8703259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5" name="shoe"/>
              <p:cNvSpPr/>
              <p:nvPr/>
            </p:nvSpPr>
            <p:spPr>
              <a:xfrm>
                <a:off x="8684971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6" name="shoe"/>
              <p:cNvSpPr/>
              <p:nvPr/>
            </p:nvSpPr>
            <p:spPr>
              <a:xfrm>
                <a:off x="8780068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7" name="shirt"/>
              <p:cNvSpPr/>
              <p:nvPr/>
            </p:nvSpPr>
            <p:spPr>
              <a:xfrm>
                <a:off x="8695944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8" name="sleeve"/>
              <p:cNvSpPr/>
              <p:nvPr/>
            </p:nvSpPr>
            <p:spPr>
              <a:xfrm>
                <a:off x="8655710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9" name="sleeve"/>
              <p:cNvSpPr/>
              <p:nvPr/>
            </p:nvSpPr>
            <p:spPr>
              <a:xfrm>
                <a:off x="8827617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0" name="neck"/>
              <p:cNvSpPr/>
              <p:nvPr/>
            </p:nvSpPr>
            <p:spPr>
              <a:xfrm>
                <a:off x="8750807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1" name="head"/>
              <p:cNvSpPr/>
              <p:nvPr/>
            </p:nvSpPr>
            <p:spPr>
              <a:xfrm>
                <a:off x="8705088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2" name="hair"/>
              <p:cNvSpPr/>
              <p:nvPr/>
            </p:nvSpPr>
            <p:spPr>
              <a:xfrm rot="16200000">
                <a:off x="8741663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3" name="eye"/>
              <p:cNvSpPr/>
              <p:nvPr/>
            </p:nvSpPr>
            <p:spPr>
              <a:xfrm>
                <a:off x="8738006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4" name="eye"/>
              <p:cNvSpPr/>
              <p:nvPr/>
            </p:nvSpPr>
            <p:spPr>
              <a:xfrm>
                <a:off x="8789212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5" name="smile"/>
              <p:cNvSpPr/>
              <p:nvPr/>
            </p:nvSpPr>
            <p:spPr>
              <a:xfrm>
                <a:off x="8743492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5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902598" y="4138574"/>
              <a:ext cx="226771" cy="607162"/>
              <a:chOff x="8902598" y="4138574"/>
              <a:chExt cx="226771" cy="607162"/>
            </a:xfrm>
          </p:grpSpPr>
          <p:sp>
            <p:nvSpPr>
              <p:cNvPr id="1857" name="arm"/>
              <p:cNvSpPr/>
              <p:nvPr/>
            </p:nvSpPr>
            <p:spPr>
              <a:xfrm>
                <a:off x="8909913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8" name="arm"/>
              <p:cNvSpPr/>
              <p:nvPr/>
            </p:nvSpPr>
            <p:spPr>
              <a:xfrm>
                <a:off x="9081820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9" name="pant leg"/>
              <p:cNvSpPr/>
              <p:nvPr/>
            </p:nvSpPr>
            <p:spPr>
              <a:xfrm>
                <a:off x="8950147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0" name="pant leg"/>
              <p:cNvSpPr/>
              <p:nvPr/>
            </p:nvSpPr>
            <p:spPr>
              <a:xfrm>
                <a:off x="9019641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1" name="hips"/>
              <p:cNvSpPr/>
              <p:nvPr/>
            </p:nvSpPr>
            <p:spPr>
              <a:xfrm>
                <a:off x="8950147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2" name="shoe"/>
              <p:cNvSpPr/>
              <p:nvPr/>
            </p:nvSpPr>
            <p:spPr>
              <a:xfrm>
                <a:off x="8931859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3" name="shoe"/>
              <p:cNvSpPr/>
              <p:nvPr/>
            </p:nvSpPr>
            <p:spPr>
              <a:xfrm>
                <a:off x="9026956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4" name="shirt"/>
              <p:cNvSpPr/>
              <p:nvPr/>
            </p:nvSpPr>
            <p:spPr>
              <a:xfrm>
                <a:off x="8942832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5" name="sleeve"/>
              <p:cNvSpPr/>
              <p:nvPr/>
            </p:nvSpPr>
            <p:spPr>
              <a:xfrm>
                <a:off x="8902598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6" name="sleeve"/>
              <p:cNvSpPr/>
              <p:nvPr/>
            </p:nvSpPr>
            <p:spPr>
              <a:xfrm>
                <a:off x="9074505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7" name="neck"/>
              <p:cNvSpPr/>
              <p:nvPr/>
            </p:nvSpPr>
            <p:spPr>
              <a:xfrm>
                <a:off x="8997695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8" name="head"/>
              <p:cNvSpPr/>
              <p:nvPr/>
            </p:nvSpPr>
            <p:spPr>
              <a:xfrm>
                <a:off x="8951976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9" name="hair"/>
              <p:cNvSpPr/>
              <p:nvPr/>
            </p:nvSpPr>
            <p:spPr>
              <a:xfrm rot="16200000">
                <a:off x="8988551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0" name="eye"/>
              <p:cNvSpPr/>
              <p:nvPr/>
            </p:nvSpPr>
            <p:spPr>
              <a:xfrm>
                <a:off x="8984894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1" name="eye"/>
              <p:cNvSpPr/>
              <p:nvPr/>
            </p:nvSpPr>
            <p:spPr>
              <a:xfrm>
                <a:off x="9036100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2" name="smile"/>
              <p:cNvSpPr/>
              <p:nvPr/>
            </p:nvSpPr>
            <p:spPr>
              <a:xfrm>
                <a:off x="8990380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7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149486" y="4138574"/>
              <a:ext cx="226771" cy="607162"/>
              <a:chOff x="9149486" y="4138574"/>
              <a:chExt cx="226771" cy="607162"/>
            </a:xfrm>
          </p:grpSpPr>
          <p:sp>
            <p:nvSpPr>
              <p:cNvPr id="1874" name="arm"/>
              <p:cNvSpPr/>
              <p:nvPr/>
            </p:nvSpPr>
            <p:spPr>
              <a:xfrm>
                <a:off x="9156801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5" name="arm"/>
              <p:cNvSpPr/>
              <p:nvPr/>
            </p:nvSpPr>
            <p:spPr>
              <a:xfrm>
                <a:off x="9328708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6" name="pant leg"/>
              <p:cNvSpPr/>
              <p:nvPr/>
            </p:nvSpPr>
            <p:spPr>
              <a:xfrm>
                <a:off x="9197035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7" name="pant leg"/>
              <p:cNvSpPr/>
              <p:nvPr/>
            </p:nvSpPr>
            <p:spPr>
              <a:xfrm>
                <a:off x="9266529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8" name="hips"/>
              <p:cNvSpPr/>
              <p:nvPr/>
            </p:nvSpPr>
            <p:spPr>
              <a:xfrm>
                <a:off x="9197035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9" name="shoe"/>
              <p:cNvSpPr/>
              <p:nvPr/>
            </p:nvSpPr>
            <p:spPr>
              <a:xfrm>
                <a:off x="9178747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0" name="shoe"/>
              <p:cNvSpPr/>
              <p:nvPr/>
            </p:nvSpPr>
            <p:spPr>
              <a:xfrm>
                <a:off x="9273844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1" name="shirt"/>
              <p:cNvSpPr/>
              <p:nvPr/>
            </p:nvSpPr>
            <p:spPr>
              <a:xfrm>
                <a:off x="9189719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2" name="sleeve"/>
              <p:cNvSpPr/>
              <p:nvPr/>
            </p:nvSpPr>
            <p:spPr>
              <a:xfrm>
                <a:off x="9149486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3" name="sleeve"/>
              <p:cNvSpPr/>
              <p:nvPr/>
            </p:nvSpPr>
            <p:spPr>
              <a:xfrm>
                <a:off x="9321393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4" name="neck"/>
              <p:cNvSpPr/>
              <p:nvPr/>
            </p:nvSpPr>
            <p:spPr>
              <a:xfrm>
                <a:off x="9244583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5" name="head"/>
              <p:cNvSpPr/>
              <p:nvPr/>
            </p:nvSpPr>
            <p:spPr>
              <a:xfrm>
                <a:off x="9198863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6" name="hair"/>
              <p:cNvSpPr/>
              <p:nvPr/>
            </p:nvSpPr>
            <p:spPr>
              <a:xfrm rot="16200000">
                <a:off x="9235439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7" name="eye"/>
              <p:cNvSpPr/>
              <p:nvPr/>
            </p:nvSpPr>
            <p:spPr>
              <a:xfrm>
                <a:off x="9231782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8" name="eye"/>
              <p:cNvSpPr/>
              <p:nvPr/>
            </p:nvSpPr>
            <p:spPr>
              <a:xfrm>
                <a:off x="9282988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9" name="smile"/>
              <p:cNvSpPr/>
              <p:nvPr/>
            </p:nvSpPr>
            <p:spPr>
              <a:xfrm>
                <a:off x="9237268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9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396374" y="4138574"/>
              <a:ext cx="226771" cy="607162"/>
              <a:chOff x="9396374" y="4138574"/>
              <a:chExt cx="226771" cy="607162"/>
            </a:xfrm>
          </p:grpSpPr>
          <p:sp>
            <p:nvSpPr>
              <p:cNvPr id="1891" name="arm"/>
              <p:cNvSpPr/>
              <p:nvPr/>
            </p:nvSpPr>
            <p:spPr>
              <a:xfrm>
                <a:off x="9403689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2" name="arm"/>
              <p:cNvSpPr/>
              <p:nvPr/>
            </p:nvSpPr>
            <p:spPr>
              <a:xfrm>
                <a:off x="9575596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3" name="pant leg"/>
              <p:cNvSpPr/>
              <p:nvPr/>
            </p:nvSpPr>
            <p:spPr>
              <a:xfrm>
                <a:off x="9443923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4" name="pant leg"/>
              <p:cNvSpPr/>
              <p:nvPr/>
            </p:nvSpPr>
            <p:spPr>
              <a:xfrm>
                <a:off x="9513417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5" name="hips"/>
              <p:cNvSpPr/>
              <p:nvPr/>
            </p:nvSpPr>
            <p:spPr>
              <a:xfrm>
                <a:off x="9443923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6" name="shoe"/>
              <p:cNvSpPr/>
              <p:nvPr/>
            </p:nvSpPr>
            <p:spPr>
              <a:xfrm>
                <a:off x="9425635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7" name="shoe"/>
              <p:cNvSpPr/>
              <p:nvPr/>
            </p:nvSpPr>
            <p:spPr>
              <a:xfrm>
                <a:off x="9520732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8" name="shirt"/>
              <p:cNvSpPr/>
              <p:nvPr/>
            </p:nvSpPr>
            <p:spPr>
              <a:xfrm>
                <a:off x="9436608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9" name="sleeve"/>
              <p:cNvSpPr/>
              <p:nvPr/>
            </p:nvSpPr>
            <p:spPr>
              <a:xfrm>
                <a:off x="9396374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0" name="sleeve"/>
              <p:cNvSpPr/>
              <p:nvPr/>
            </p:nvSpPr>
            <p:spPr>
              <a:xfrm>
                <a:off x="9568281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1" name="neck"/>
              <p:cNvSpPr/>
              <p:nvPr/>
            </p:nvSpPr>
            <p:spPr>
              <a:xfrm>
                <a:off x="9491472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2" name="head"/>
              <p:cNvSpPr/>
              <p:nvPr/>
            </p:nvSpPr>
            <p:spPr>
              <a:xfrm>
                <a:off x="9445752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3" name="hair"/>
              <p:cNvSpPr/>
              <p:nvPr/>
            </p:nvSpPr>
            <p:spPr>
              <a:xfrm rot="16200000">
                <a:off x="9482328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4" name="eye"/>
              <p:cNvSpPr/>
              <p:nvPr/>
            </p:nvSpPr>
            <p:spPr>
              <a:xfrm>
                <a:off x="9478670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5" name="eye"/>
              <p:cNvSpPr/>
              <p:nvPr/>
            </p:nvSpPr>
            <p:spPr>
              <a:xfrm>
                <a:off x="9529876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6" name="smile"/>
              <p:cNvSpPr/>
              <p:nvPr/>
            </p:nvSpPr>
            <p:spPr>
              <a:xfrm>
                <a:off x="9484156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0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643262" y="4138574"/>
              <a:ext cx="226771" cy="607162"/>
              <a:chOff x="9643262" y="4138574"/>
              <a:chExt cx="226771" cy="607162"/>
            </a:xfrm>
          </p:grpSpPr>
          <p:sp>
            <p:nvSpPr>
              <p:cNvPr id="1908" name="arm"/>
              <p:cNvSpPr/>
              <p:nvPr/>
            </p:nvSpPr>
            <p:spPr>
              <a:xfrm>
                <a:off x="9650577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9" name="arm"/>
              <p:cNvSpPr/>
              <p:nvPr/>
            </p:nvSpPr>
            <p:spPr>
              <a:xfrm>
                <a:off x="9822484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0" name="pant leg"/>
              <p:cNvSpPr/>
              <p:nvPr/>
            </p:nvSpPr>
            <p:spPr>
              <a:xfrm>
                <a:off x="9690811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1" name="pant leg"/>
              <p:cNvSpPr/>
              <p:nvPr/>
            </p:nvSpPr>
            <p:spPr>
              <a:xfrm>
                <a:off x="9760305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2" name="hips"/>
              <p:cNvSpPr/>
              <p:nvPr/>
            </p:nvSpPr>
            <p:spPr>
              <a:xfrm>
                <a:off x="9690811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3" name="shoe"/>
              <p:cNvSpPr/>
              <p:nvPr/>
            </p:nvSpPr>
            <p:spPr>
              <a:xfrm>
                <a:off x="9672523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4" name="shoe"/>
              <p:cNvSpPr/>
              <p:nvPr/>
            </p:nvSpPr>
            <p:spPr>
              <a:xfrm>
                <a:off x="9767620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5" name="shirt"/>
              <p:cNvSpPr/>
              <p:nvPr/>
            </p:nvSpPr>
            <p:spPr>
              <a:xfrm>
                <a:off x="9683496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6" name="sleeve"/>
              <p:cNvSpPr/>
              <p:nvPr/>
            </p:nvSpPr>
            <p:spPr>
              <a:xfrm>
                <a:off x="9643262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7" name="sleeve"/>
              <p:cNvSpPr/>
              <p:nvPr/>
            </p:nvSpPr>
            <p:spPr>
              <a:xfrm>
                <a:off x="9815169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8" name="neck"/>
              <p:cNvSpPr/>
              <p:nvPr/>
            </p:nvSpPr>
            <p:spPr>
              <a:xfrm>
                <a:off x="9738359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9" name="head"/>
              <p:cNvSpPr/>
              <p:nvPr/>
            </p:nvSpPr>
            <p:spPr>
              <a:xfrm>
                <a:off x="9692640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0" name="hair"/>
              <p:cNvSpPr/>
              <p:nvPr/>
            </p:nvSpPr>
            <p:spPr>
              <a:xfrm rot="16200000">
                <a:off x="9729215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1" name="eye"/>
              <p:cNvSpPr/>
              <p:nvPr/>
            </p:nvSpPr>
            <p:spPr>
              <a:xfrm>
                <a:off x="9725558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2" name="eye"/>
              <p:cNvSpPr/>
              <p:nvPr/>
            </p:nvSpPr>
            <p:spPr>
              <a:xfrm>
                <a:off x="9776764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3" name="smile"/>
              <p:cNvSpPr/>
              <p:nvPr/>
            </p:nvSpPr>
            <p:spPr>
              <a:xfrm>
                <a:off x="9731044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2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890150" y="4138574"/>
              <a:ext cx="226771" cy="607162"/>
              <a:chOff x="9890150" y="4138574"/>
              <a:chExt cx="226771" cy="607162"/>
            </a:xfrm>
          </p:grpSpPr>
          <p:sp>
            <p:nvSpPr>
              <p:cNvPr id="1925" name="arm"/>
              <p:cNvSpPr/>
              <p:nvPr/>
            </p:nvSpPr>
            <p:spPr>
              <a:xfrm>
                <a:off x="9897465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6" name="arm"/>
              <p:cNvSpPr/>
              <p:nvPr/>
            </p:nvSpPr>
            <p:spPr>
              <a:xfrm>
                <a:off x="10069372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7" name="pant leg"/>
              <p:cNvSpPr/>
              <p:nvPr/>
            </p:nvSpPr>
            <p:spPr>
              <a:xfrm>
                <a:off x="9937699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8" name="pant leg"/>
              <p:cNvSpPr/>
              <p:nvPr/>
            </p:nvSpPr>
            <p:spPr>
              <a:xfrm>
                <a:off x="10007193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9" name="hips"/>
              <p:cNvSpPr/>
              <p:nvPr/>
            </p:nvSpPr>
            <p:spPr>
              <a:xfrm>
                <a:off x="9937699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0" name="shoe"/>
              <p:cNvSpPr/>
              <p:nvPr/>
            </p:nvSpPr>
            <p:spPr>
              <a:xfrm>
                <a:off x="9919411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1" name="shoe"/>
              <p:cNvSpPr/>
              <p:nvPr/>
            </p:nvSpPr>
            <p:spPr>
              <a:xfrm>
                <a:off x="10014508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2" name="shirt"/>
              <p:cNvSpPr/>
              <p:nvPr/>
            </p:nvSpPr>
            <p:spPr>
              <a:xfrm>
                <a:off x="9930384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3" name="sleeve"/>
              <p:cNvSpPr/>
              <p:nvPr/>
            </p:nvSpPr>
            <p:spPr>
              <a:xfrm>
                <a:off x="9890150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4" name="sleeve"/>
              <p:cNvSpPr/>
              <p:nvPr/>
            </p:nvSpPr>
            <p:spPr>
              <a:xfrm>
                <a:off x="10062057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5" name="neck"/>
              <p:cNvSpPr/>
              <p:nvPr/>
            </p:nvSpPr>
            <p:spPr>
              <a:xfrm>
                <a:off x="9985247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6" name="head"/>
              <p:cNvSpPr/>
              <p:nvPr/>
            </p:nvSpPr>
            <p:spPr>
              <a:xfrm>
                <a:off x="9939528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7" name="hair"/>
              <p:cNvSpPr/>
              <p:nvPr/>
            </p:nvSpPr>
            <p:spPr>
              <a:xfrm rot="16200000">
                <a:off x="9976103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8" name="eye"/>
              <p:cNvSpPr/>
              <p:nvPr/>
            </p:nvSpPr>
            <p:spPr>
              <a:xfrm>
                <a:off x="9972446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9" name="eye"/>
              <p:cNvSpPr/>
              <p:nvPr/>
            </p:nvSpPr>
            <p:spPr>
              <a:xfrm>
                <a:off x="10023652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0" name="smile"/>
              <p:cNvSpPr/>
              <p:nvPr/>
            </p:nvSpPr>
            <p:spPr>
              <a:xfrm>
                <a:off x="9977932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4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137038" y="4138574"/>
              <a:ext cx="226771" cy="607162"/>
              <a:chOff x="10137038" y="4138574"/>
              <a:chExt cx="226771" cy="607162"/>
            </a:xfrm>
          </p:grpSpPr>
          <p:sp>
            <p:nvSpPr>
              <p:cNvPr id="1942" name="arm"/>
              <p:cNvSpPr/>
              <p:nvPr/>
            </p:nvSpPr>
            <p:spPr>
              <a:xfrm>
                <a:off x="10144353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3" name="arm"/>
              <p:cNvSpPr/>
              <p:nvPr/>
            </p:nvSpPr>
            <p:spPr>
              <a:xfrm>
                <a:off x="10316260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4" name="pant leg"/>
              <p:cNvSpPr/>
              <p:nvPr/>
            </p:nvSpPr>
            <p:spPr>
              <a:xfrm>
                <a:off x="10184587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5" name="pant leg"/>
              <p:cNvSpPr/>
              <p:nvPr/>
            </p:nvSpPr>
            <p:spPr>
              <a:xfrm>
                <a:off x="10254081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6" name="hips"/>
              <p:cNvSpPr/>
              <p:nvPr/>
            </p:nvSpPr>
            <p:spPr>
              <a:xfrm>
                <a:off x="10184587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7" name="shoe"/>
              <p:cNvSpPr/>
              <p:nvPr/>
            </p:nvSpPr>
            <p:spPr>
              <a:xfrm>
                <a:off x="10166299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8" name="shoe"/>
              <p:cNvSpPr/>
              <p:nvPr/>
            </p:nvSpPr>
            <p:spPr>
              <a:xfrm>
                <a:off x="10261396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9" name="shirt"/>
              <p:cNvSpPr/>
              <p:nvPr/>
            </p:nvSpPr>
            <p:spPr>
              <a:xfrm>
                <a:off x="10177272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0" name="sleeve"/>
              <p:cNvSpPr/>
              <p:nvPr/>
            </p:nvSpPr>
            <p:spPr>
              <a:xfrm>
                <a:off x="10137038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1" name="sleeve"/>
              <p:cNvSpPr/>
              <p:nvPr/>
            </p:nvSpPr>
            <p:spPr>
              <a:xfrm>
                <a:off x="10308945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2" name="neck"/>
              <p:cNvSpPr/>
              <p:nvPr/>
            </p:nvSpPr>
            <p:spPr>
              <a:xfrm>
                <a:off x="10232136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3" name="head"/>
              <p:cNvSpPr/>
              <p:nvPr/>
            </p:nvSpPr>
            <p:spPr>
              <a:xfrm>
                <a:off x="10186416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4" name="hair"/>
              <p:cNvSpPr/>
              <p:nvPr/>
            </p:nvSpPr>
            <p:spPr>
              <a:xfrm rot="16200000">
                <a:off x="10222992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5" name="eye"/>
              <p:cNvSpPr/>
              <p:nvPr/>
            </p:nvSpPr>
            <p:spPr>
              <a:xfrm>
                <a:off x="10219334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6" name="eye"/>
              <p:cNvSpPr/>
              <p:nvPr/>
            </p:nvSpPr>
            <p:spPr>
              <a:xfrm>
                <a:off x="10270540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7" name="smile"/>
              <p:cNvSpPr/>
              <p:nvPr/>
            </p:nvSpPr>
            <p:spPr>
              <a:xfrm>
                <a:off x="10224820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5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383926" y="4138574"/>
              <a:ext cx="226771" cy="607162"/>
              <a:chOff x="10383926" y="4138574"/>
              <a:chExt cx="226771" cy="607162"/>
            </a:xfrm>
          </p:grpSpPr>
          <p:sp>
            <p:nvSpPr>
              <p:cNvPr id="1959" name="arm"/>
              <p:cNvSpPr/>
              <p:nvPr/>
            </p:nvSpPr>
            <p:spPr>
              <a:xfrm>
                <a:off x="10391241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0" name="arm"/>
              <p:cNvSpPr/>
              <p:nvPr/>
            </p:nvSpPr>
            <p:spPr>
              <a:xfrm>
                <a:off x="10563148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1" name="pant leg"/>
              <p:cNvSpPr/>
              <p:nvPr/>
            </p:nvSpPr>
            <p:spPr>
              <a:xfrm>
                <a:off x="10431475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2" name="pant leg"/>
              <p:cNvSpPr/>
              <p:nvPr/>
            </p:nvSpPr>
            <p:spPr>
              <a:xfrm>
                <a:off x="10500969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3" name="hips"/>
              <p:cNvSpPr/>
              <p:nvPr/>
            </p:nvSpPr>
            <p:spPr>
              <a:xfrm>
                <a:off x="10431475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4" name="shoe"/>
              <p:cNvSpPr/>
              <p:nvPr/>
            </p:nvSpPr>
            <p:spPr>
              <a:xfrm>
                <a:off x="10413187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5" name="shoe"/>
              <p:cNvSpPr/>
              <p:nvPr/>
            </p:nvSpPr>
            <p:spPr>
              <a:xfrm>
                <a:off x="10508284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6" name="shirt"/>
              <p:cNvSpPr/>
              <p:nvPr/>
            </p:nvSpPr>
            <p:spPr>
              <a:xfrm>
                <a:off x="10424160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7" name="sleeve"/>
              <p:cNvSpPr/>
              <p:nvPr/>
            </p:nvSpPr>
            <p:spPr>
              <a:xfrm>
                <a:off x="10383926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8" name="sleeve"/>
              <p:cNvSpPr/>
              <p:nvPr/>
            </p:nvSpPr>
            <p:spPr>
              <a:xfrm>
                <a:off x="10555833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9" name="neck"/>
              <p:cNvSpPr/>
              <p:nvPr/>
            </p:nvSpPr>
            <p:spPr>
              <a:xfrm>
                <a:off x="10479024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0" name="head"/>
              <p:cNvSpPr/>
              <p:nvPr/>
            </p:nvSpPr>
            <p:spPr>
              <a:xfrm>
                <a:off x="10433304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1" name="hair"/>
              <p:cNvSpPr/>
              <p:nvPr/>
            </p:nvSpPr>
            <p:spPr>
              <a:xfrm rot="16200000">
                <a:off x="10469880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2" name="eye"/>
              <p:cNvSpPr/>
              <p:nvPr/>
            </p:nvSpPr>
            <p:spPr>
              <a:xfrm>
                <a:off x="10466222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3" name="eye"/>
              <p:cNvSpPr/>
              <p:nvPr/>
            </p:nvSpPr>
            <p:spPr>
              <a:xfrm>
                <a:off x="10517428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4" name="smile"/>
              <p:cNvSpPr/>
              <p:nvPr/>
            </p:nvSpPr>
            <p:spPr>
              <a:xfrm>
                <a:off x="10471708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7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630814" y="4138574"/>
              <a:ext cx="226771" cy="607162"/>
              <a:chOff x="10630814" y="4138574"/>
              <a:chExt cx="226771" cy="607162"/>
            </a:xfrm>
          </p:grpSpPr>
          <p:sp>
            <p:nvSpPr>
              <p:cNvPr id="1976" name="arm"/>
              <p:cNvSpPr/>
              <p:nvPr/>
            </p:nvSpPr>
            <p:spPr>
              <a:xfrm>
                <a:off x="10638129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7" name="arm"/>
              <p:cNvSpPr/>
              <p:nvPr/>
            </p:nvSpPr>
            <p:spPr>
              <a:xfrm>
                <a:off x="10810036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8" name="pant leg"/>
              <p:cNvSpPr/>
              <p:nvPr/>
            </p:nvSpPr>
            <p:spPr>
              <a:xfrm>
                <a:off x="10678363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9" name="pant leg"/>
              <p:cNvSpPr/>
              <p:nvPr/>
            </p:nvSpPr>
            <p:spPr>
              <a:xfrm>
                <a:off x="10747857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0" name="hips"/>
              <p:cNvSpPr/>
              <p:nvPr/>
            </p:nvSpPr>
            <p:spPr>
              <a:xfrm>
                <a:off x="10678363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1" name="shoe"/>
              <p:cNvSpPr/>
              <p:nvPr/>
            </p:nvSpPr>
            <p:spPr>
              <a:xfrm>
                <a:off x="10660075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2" name="shoe"/>
              <p:cNvSpPr/>
              <p:nvPr/>
            </p:nvSpPr>
            <p:spPr>
              <a:xfrm>
                <a:off x="10755172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3" name="shirt"/>
              <p:cNvSpPr/>
              <p:nvPr/>
            </p:nvSpPr>
            <p:spPr>
              <a:xfrm>
                <a:off x="10671048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4" name="sleeve"/>
              <p:cNvSpPr/>
              <p:nvPr/>
            </p:nvSpPr>
            <p:spPr>
              <a:xfrm>
                <a:off x="10630814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5" name="sleeve"/>
              <p:cNvSpPr/>
              <p:nvPr/>
            </p:nvSpPr>
            <p:spPr>
              <a:xfrm>
                <a:off x="10802721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6" name="neck"/>
              <p:cNvSpPr/>
              <p:nvPr/>
            </p:nvSpPr>
            <p:spPr>
              <a:xfrm>
                <a:off x="10725911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7" name="head"/>
              <p:cNvSpPr/>
              <p:nvPr/>
            </p:nvSpPr>
            <p:spPr>
              <a:xfrm>
                <a:off x="10680192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8" name="hair"/>
              <p:cNvSpPr/>
              <p:nvPr/>
            </p:nvSpPr>
            <p:spPr>
              <a:xfrm rot="16200000">
                <a:off x="10716767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9" name="eye"/>
              <p:cNvSpPr/>
              <p:nvPr/>
            </p:nvSpPr>
            <p:spPr>
              <a:xfrm>
                <a:off x="10713110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0" name="eye"/>
              <p:cNvSpPr/>
              <p:nvPr/>
            </p:nvSpPr>
            <p:spPr>
              <a:xfrm>
                <a:off x="10764316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1" name="smile"/>
              <p:cNvSpPr/>
              <p:nvPr/>
            </p:nvSpPr>
            <p:spPr>
              <a:xfrm>
                <a:off x="10718596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9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877702" y="4138574"/>
              <a:ext cx="226771" cy="607162"/>
              <a:chOff x="10877702" y="4138574"/>
              <a:chExt cx="226771" cy="607162"/>
            </a:xfrm>
          </p:grpSpPr>
          <p:sp>
            <p:nvSpPr>
              <p:cNvPr id="1993" name="arm"/>
              <p:cNvSpPr/>
              <p:nvPr/>
            </p:nvSpPr>
            <p:spPr>
              <a:xfrm>
                <a:off x="10885017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4" name="arm"/>
              <p:cNvSpPr/>
              <p:nvPr/>
            </p:nvSpPr>
            <p:spPr>
              <a:xfrm>
                <a:off x="11056924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5" name="pant leg"/>
              <p:cNvSpPr/>
              <p:nvPr/>
            </p:nvSpPr>
            <p:spPr>
              <a:xfrm>
                <a:off x="10925251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6" name="pant leg"/>
              <p:cNvSpPr/>
              <p:nvPr/>
            </p:nvSpPr>
            <p:spPr>
              <a:xfrm>
                <a:off x="10994745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7" name="hips"/>
              <p:cNvSpPr/>
              <p:nvPr/>
            </p:nvSpPr>
            <p:spPr>
              <a:xfrm>
                <a:off x="10925251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8" name="shoe"/>
              <p:cNvSpPr/>
              <p:nvPr/>
            </p:nvSpPr>
            <p:spPr>
              <a:xfrm>
                <a:off x="10906963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9" name="shoe"/>
              <p:cNvSpPr/>
              <p:nvPr/>
            </p:nvSpPr>
            <p:spPr>
              <a:xfrm>
                <a:off x="11002060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0" name="shirt"/>
              <p:cNvSpPr/>
              <p:nvPr/>
            </p:nvSpPr>
            <p:spPr>
              <a:xfrm>
                <a:off x="10917936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1" name="sleeve"/>
              <p:cNvSpPr/>
              <p:nvPr/>
            </p:nvSpPr>
            <p:spPr>
              <a:xfrm>
                <a:off x="10877702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2" name="sleeve"/>
              <p:cNvSpPr/>
              <p:nvPr/>
            </p:nvSpPr>
            <p:spPr>
              <a:xfrm>
                <a:off x="11049609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3" name="neck"/>
              <p:cNvSpPr/>
              <p:nvPr/>
            </p:nvSpPr>
            <p:spPr>
              <a:xfrm>
                <a:off x="10972799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4" name="head"/>
              <p:cNvSpPr/>
              <p:nvPr/>
            </p:nvSpPr>
            <p:spPr>
              <a:xfrm>
                <a:off x="10927080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5" name="hair"/>
              <p:cNvSpPr/>
              <p:nvPr/>
            </p:nvSpPr>
            <p:spPr>
              <a:xfrm rot="16200000">
                <a:off x="10963655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6" name="eye"/>
              <p:cNvSpPr/>
              <p:nvPr/>
            </p:nvSpPr>
            <p:spPr>
              <a:xfrm>
                <a:off x="10959998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7" name="eye"/>
              <p:cNvSpPr/>
              <p:nvPr/>
            </p:nvSpPr>
            <p:spPr>
              <a:xfrm>
                <a:off x="11011204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8" name="smile"/>
              <p:cNvSpPr/>
              <p:nvPr/>
            </p:nvSpPr>
            <p:spPr>
              <a:xfrm>
                <a:off x="10965484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0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124590" y="4138574"/>
              <a:ext cx="226771" cy="607162"/>
              <a:chOff x="11124590" y="4138574"/>
              <a:chExt cx="226771" cy="607162"/>
            </a:xfrm>
          </p:grpSpPr>
          <p:sp>
            <p:nvSpPr>
              <p:cNvPr id="2010" name="arm"/>
              <p:cNvSpPr/>
              <p:nvPr/>
            </p:nvSpPr>
            <p:spPr>
              <a:xfrm>
                <a:off x="11131905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1" name="arm"/>
              <p:cNvSpPr/>
              <p:nvPr/>
            </p:nvSpPr>
            <p:spPr>
              <a:xfrm>
                <a:off x="11303812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2" name="pant leg"/>
              <p:cNvSpPr/>
              <p:nvPr/>
            </p:nvSpPr>
            <p:spPr>
              <a:xfrm>
                <a:off x="11172139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3" name="pant leg"/>
              <p:cNvSpPr/>
              <p:nvPr/>
            </p:nvSpPr>
            <p:spPr>
              <a:xfrm>
                <a:off x="11241633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4" name="hips"/>
              <p:cNvSpPr/>
              <p:nvPr/>
            </p:nvSpPr>
            <p:spPr>
              <a:xfrm>
                <a:off x="11172139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5" name="shoe"/>
              <p:cNvSpPr/>
              <p:nvPr/>
            </p:nvSpPr>
            <p:spPr>
              <a:xfrm>
                <a:off x="11153851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6" name="shoe"/>
              <p:cNvSpPr/>
              <p:nvPr/>
            </p:nvSpPr>
            <p:spPr>
              <a:xfrm>
                <a:off x="11248948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7" name="shirt"/>
              <p:cNvSpPr/>
              <p:nvPr/>
            </p:nvSpPr>
            <p:spPr>
              <a:xfrm>
                <a:off x="11164824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8" name="sleeve"/>
              <p:cNvSpPr/>
              <p:nvPr/>
            </p:nvSpPr>
            <p:spPr>
              <a:xfrm>
                <a:off x="11124590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9" name="sleeve"/>
              <p:cNvSpPr/>
              <p:nvPr/>
            </p:nvSpPr>
            <p:spPr>
              <a:xfrm>
                <a:off x="11296497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0" name="neck"/>
              <p:cNvSpPr/>
              <p:nvPr/>
            </p:nvSpPr>
            <p:spPr>
              <a:xfrm>
                <a:off x="11219687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1" name="head"/>
              <p:cNvSpPr/>
              <p:nvPr/>
            </p:nvSpPr>
            <p:spPr>
              <a:xfrm>
                <a:off x="11173967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2" name="hair"/>
              <p:cNvSpPr/>
              <p:nvPr/>
            </p:nvSpPr>
            <p:spPr>
              <a:xfrm rot="16200000">
                <a:off x="11210543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3" name="eye"/>
              <p:cNvSpPr/>
              <p:nvPr/>
            </p:nvSpPr>
            <p:spPr>
              <a:xfrm>
                <a:off x="11206886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4" name="eye"/>
              <p:cNvSpPr/>
              <p:nvPr/>
            </p:nvSpPr>
            <p:spPr>
              <a:xfrm>
                <a:off x="11258092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5" name="smile"/>
              <p:cNvSpPr/>
              <p:nvPr/>
            </p:nvSpPr>
            <p:spPr>
              <a:xfrm>
                <a:off x="11212372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2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71478" y="4138574"/>
              <a:ext cx="226771" cy="607162"/>
              <a:chOff x="11371478" y="4138574"/>
              <a:chExt cx="226771" cy="607162"/>
            </a:xfrm>
          </p:grpSpPr>
          <p:sp>
            <p:nvSpPr>
              <p:cNvPr id="2027" name="arm"/>
              <p:cNvSpPr/>
              <p:nvPr/>
            </p:nvSpPr>
            <p:spPr>
              <a:xfrm>
                <a:off x="11378793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8" name="arm"/>
              <p:cNvSpPr/>
              <p:nvPr/>
            </p:nvSpPr>
            <p:spPr>
              <a:xfrm>
                <a:off x="11550700" y="432876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9" name="pant leg"/>
              <p:cNvSpPr/>
              <p:nvPr/>
            </p:nvSpPr>
            <p:spPr>
              <a:xfrm>
                <a:off x="11419027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0" name="pant leg"/>
              <p:cNvSpPr/>
              <p:nvPr/>
            </p:nvSpPr>
            <p:spPr>
              <a:xfrm>
                <a:off x="11488521" y="449884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1" name="hips"/>
              <p:cNvSpPr/>
              <p:nvPr/>
            </p:nvSpPr>
            <p:spPr>
              <a:xfrm>
                <a:off x="11419027" y="449336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2" name="shoe"/>
              <p:cNvSpPr/>
              <p:nvPr/>
            </p:nvSpPr>
            <p:spPr>
              <a:xfrm>
                <a:off x="11400739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3" name="shoe"/>
              <p:cNvSpPr/>
              <p:nvPr/>
            </p:nvSpPr>
            <p:spPr>
              <a:xfrm>
                <a:off x="11495836" y="470916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4" name="shirt"/>
              <p:cNvSpPr/>
              <p:nvPr/>
            </p:nvSpPr>
            <p:spPr>
              <a:xfrm>
                <a:off x="11411712" y="431779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5" name="sleeve"/>
              <p:cNvSpPr/>
              <p:nvPr/>
            </p:nvSpPr>
            <p:spPr>
              <a:xfrm>
                <a:off x="11371478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6" name="sleeve"/>
              <p:cNvSpPr/>
              <p:nvPr/>
            </p:nvSpPr>
            <p:spPr>
              <a:xfrm>
                <a:off x="11543385" y="432511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8DB3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7" name="neck"/>
              <p:cNvSpPr/>
              <p:nvPr/>
            </p:nvSpPr>
            <p:spPr>
              <a:xfrm>
                <a:off x="11466576" y="429219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8" name="head"/>
              <p:cNvSpPr/>
              <p:nvPr/>
            </p:nvSpPr>
            <p:spPr>
              <a:xfrm>
                <a:off x="11420856" y="417880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9" name="hair"/>
              <p:cNvSpPr/>
              <p:nvPr/>
            </p:nvSpPr>
            <p:spPr>
              <a:xfrm rot="16200000">
                <a:off x="11457432" y="413857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0" name="eye"/>
              <p:cNvSpPr/>
              <p:nvPr/>
            </p:nvSpPr>
            <p:spPr>
              <a:xfrm>
                <a:off x="11453774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1" name="eye"/>
              <p:cNvSpPr/>
              <p:nvPr/>
            </p:nvSpPr>
            <p:spPr>
              <a:xfrm>
                <a:off x="11504980" y="425013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2" name="smile"/>
              <p:cNvSpPr/>
              <p:nvPr/>
            </p:nvSpPr>
            <p:spPr>
              <a:xfrm>
                <a:off x="11459260" y="425196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2043" name="Connector 2042"/>
          <p:cNvCxnSpPr/>
          <p:nvPr/>
        </p:nvCxnSpPr>
        <p:spPr>
          <a:xfrm flipV="1">
            <a:off x="3200400" y="1783080"/>
            <a:ext cx="685800" cy="1143000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4" name="Connector 2043"/>
          <p:cNvCxnSpPr/>
          <p:nvPr/>
        </p:nvCxnSpPr>
        <p:spPr>
          <a:xfrm>
            <a:off x="3200400" y="3291840"/>
            <a:ext cx="685800" cy="822960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5" name="Connector 2044"/>
          <p:cNvCxnSpPr/>
          <p:nvPr/>
        </p:nvCxnSpPr>
        <p:spPr>
          <a:xfrm>
            <a:off x="6995160" y="1600200"/>
            <a:ext cx="640080" cy="0"/>
          </a:xfrm>
          <a:prstGeom prst="line">
            <a:avLst/>
          </a:prstGeom>
          <a:ln w="28575">
            <a:solidFill>
              <a:srgbClr val="3F8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6" name="Connector 2045"/>
          <p:cNvCxnSpPr/>
          <p:nvPr/>
        </p:nvCxnSpPr>
        <p:spPr>
          <a:xfrm>
            <a:off x="6995160" y="1965960"/>
            <a:ext cx="640080" cy="1691640"/>
          </a:xfrm>
          <a:prstGeom prst="line">
            <a:avLst/>
          </a:prstGeom>
          <a:ln w="28575">
            <a:solidFill>
              <a:srgbClr val="3F8F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7" name="Connector 2046"/>
          <p:cNvCxnSpPr/>
          <p:nvPr/>
        </p:nvCxnSpPr>
        <p:spPr>
          <a:xfrm flipV="1">
            <a:off x="6995160" y="2331720"/>
            <a:ext cx="640080" cy="1508760"/>
          </a:xfrm>
          <a:prstGeom prst="line">
            <a:avLst/>
          </a:prstGeom>
          <a:ln w="28575">
            <a:solidFill>
              <a:srgbClr val="2E6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" name="Connector 2047"/>
          <p:cNvCxnSpPr/>
          <p:nvPr/>
        </p:nvCxnSpPr>
        <p:spPr>
          <a:xfrm>
            <a:off x="6995160" y="4297680"/>
            <a:ext cx="640080" cy="137160"/>
          </a:xfrm>
          <a:prstGeom prst="line">
            <a:avLst/>
          </a:prstGeom>
          <a:ln w="28575">
            <a:solidFill>
              <a:srgbClr val="2E6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9" name="TextBox 2048"/>
          <p:cNvSpPr txBox="1"/>
          <p:nvPr/>
        </p:nvSpPr>
        <p:spPr>
          <a:xfrm>
            <a:off x="320040" y="571500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Arial"/>
              </a:rPr>
              <a:t>Green shirt = STEM concentrator     Blue shirt = non-STEM concentrator     Crimson workout clothes = assigned to exercise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rial"/>
              </a:rPr>
              <a:t>Population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9039" y="274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rial"/>
              </a:rPr>
              <a:t>1. Divide into strata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rial"/>
              </a:rPr>
              <a:t>2. Randomly select from each</a:t>
            </a:r>
          </a:p>
        </p:txBody>
      </p:sp>
      <p:sp>
        <p:nvSpPr>
          <p:cNvPr id="5" name="Population box"/>
          <p:cNvSpPr/>
          <p:nvPr/>
        </p:nvSpPr>
        <p:spPr>
          <a:xfrm>
            <a:off x="320040" y="868680"/>
            <a:ext cx="2834640" cy="448056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Population - 48 students" descr="48 figures mixed together, 12 in each of four shirt colors for the four class years."/>
          <p:cNvGrpSpPr/>
          <p:nvPr/>
        </p:nvGrpSpPr>
        <p:grpSpPr>
          <a:xfrm>
            <a:off x="480974" y="1102766"/>
            <a:ext cx="2531059" cy="4036162"/>
            <a:chOff x="480974" y="1102766"/>
            <a:chExt cx="2531059" cy="4036162"/>
          </a:xfrm>
        </p:grpSpPr>
        <p:grpSp>
          <p:nvGrpSpPr>
            <p:cNvPr id="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0974" y="1102766"/>
              <a:ext cx="226771" cy="607162"/>
              <a:chOff x="480974" y="1102766"/>
              <a:chExt cx="226771" cy="607162"/>
            </a:xfrm>
          </p:grpSpPr>
          <p:sp>
            <p:nvSpPr>
              <p:cNvPr id="8" name="arm"/>
              <p:cNvSpPr/>
              <p:nvPr/>
            </p:nvSpPr>
            <p:spPr>
              <a:xfrm>
                <a:off x="488289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arm"/>
              <p:cNvSpPr/>
              <p:nvPr/>
            </p:nvSpPr>
            <p:spPr>
              <a:xfrm>
                <a:off x="660196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pant leg"/>
              <p:cNvSpPr/>
              <p:nvPr/>
            </p:nvSpPr>
            <p:spPr>
              <a:xfrm>
                <a:off x="528523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pant leg"/>
              <p:cNvSpPr/>
              <p:nvPr/>
            </p:nvSpPr>
            <p:spPr>
              <a:xfrm>
                <a:off x="598017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hips"/>
              <p:cNvSpPr/>
              <p:nvPr/>
            </p:nvSpPr>
            <p:spPr>
              <a:xfrm>
                <a:off x="528523" y="1457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shoe"/>
              <p:cNvSpPr/>
              <p:nvPr/>
            </p:nvSpPr>
            <p:spPr>
              <a:xfrm>
                <a:off x="510235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shoe"/>
              <p:cNvSpPr/>
              <p:nvPr/>
            </p:nvSpPr>
            <p:spPr>
              <a:xfrm>
                <a:off x="605332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shirt"/>
              <p:cNvSpPr/>
              <p:nvPr/>
            </p:nvSpPr>
            <p:spPr>
              <a:xfrm>
                <a:off x="521208" y="1281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sleeve"/>
              <p:cNvSpPr/>
              <p:nvPr/>
            </p:nvSpPr>
            <p:spPr>
              <a:xfrm>
                <a:off x="480974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sleeve"/>
              <p:cNvSpPr/>
              <p:nvPr/>
            </p:nvSpPr>
            <p:spPr>
              <a:xfrm>
                <a:off x="652881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neck"/>
              <p:cNvSpPr/>
              <p:nvPr/>
            </p:nvSpPr>
            <p:spPr>
              <a:xfrm>
                <a:off x="576072" y="1256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head"/>
              <p:cNvSpPr/>
              <p:nvPr/>
            </p:nvSpPr>
            <p:spPr>
              <a:xfrm>
                <a:off x="530352" y="1143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hair"/>
              <p:cNvSpPr/>
              <p:nvPr/>
            </p:nvSpPr>
            <p:spPr>
              <a:xfrm rot="16200000">
                <a:off x="566928" y="1102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eye"/>
              <p:cNvSpPr/>
              <p:nvPr/>
            </p:nvSpPr>
            <p:spPr>
              <a:xfrm>
                <a:off x="563270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eye"/>
              <p:cNvSpPr/>
              <p:nvPr/>
            </p:nvSpPr>
            <p:spPr>
              <a:xfrm>
                <a:off x="614476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mile"/>
              <p:cNvSpPr/>
              <p:nvPr/>
            </p:nvSpPr>
            <p:spPr>
              <a:xfrm>
                <a:off x="568756" y="1216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0158" y="1102766"/>
              <a:ext cx="226771" cy="607162"/>
              <a:chOff x="810158" y="1102766"/>
              <a:chExt cx="226771" cy="607162"/>
            </a:xfrm>
          </p:grpSpPr>
          <p:sp>
            <p:nvSpPr>
              <p:cNvPr id="25" name="arm"/>
              <p:cNvSpPr/>
              <p:nvPr/>
            </p:nvSpPr>
            <p:spPr>
              <a:xfrm>
                <a:off x="817473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arm"/>
              <p:cNvSpPr/>
              <p:nvPr/>
            </p:nvSpPr>
            <p:spPr>
              <a:xfrm>
                <a:off x="989380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pant leg"/>
              <p:cNvSpPr/>
              <p:nvPr/>
            </p:nvSpPr>
            <p:spPr>
              <a:xfrm>
                <a:off x="857707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pant leg"/>
              <p:cNvSpPr/>
              <p:nvPr/>
            </p:nvSpPr>
            <p:spPr>
              <a:xfrm>
                <a:off x="927201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hips"/>
              <p:cNvSpPr/>
              <p:nvPr/>
            </p:nvSpPr>
            <p:spPr>
              <a:xfrm>
                <a:off x="857707" y="1457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shoe"/>
              <p:cNvSpPr/>
              <p:nvPr/>
            </p:nvSpPr>
            <p:spPr>
              <a:xfrm>
                <a:off x="839419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shoe"/>
              <p:cNvSpPr/>
              <p:nvPr/>
            </p:nvSpPr>
            <p:spPr>
              <a:xfrm>
                <a:off x="934516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shirt"/>
              <p:cNvSpPr/>
              <p:nvPr/>
            </p:nvSpPr>
            <p:spPr>
              <a:xfrm>
                <a:off x="850392" y="1281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sleeve"/>
              <p:cNvSpPr/>
              <p:nvPr/>
            </p:nvSpPr>
            <p:spPr>
              <a:xfrm>
                <a:off x="810158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sleeve"/>
              <p:cNvSpPr/>
              <p:nvPr/>
            </p:nvSpPr>
            <p:spPr>
              <a:xfrm>
                <a:off x="982065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neck"/>
              <p:cNvSpPr/>
              <p:nvPr/>
            </p:nvSpPr>
            <p:spPr>
              <a:xfrm>
                <a:off x="905256" y="1256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head"/>
              <p:cNvSpPr/>
              <p:nvPr/>
            </p:nvSpPr>
            <p:spPr>
              <a:xfrm>
                <a:off x="859536" y="1143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hair"/>
              <p:cNvSpPr/>
              <p:nvPr/>
            </p:nvSpPr>
            <p:spPr>
              <a:xfrm rot="16200000">
                <a:off x="896112" y="1102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eye"/>
              <p:cNvSpPr/>
              <p:nvPr/>
            </p:nvSpPr>
            <p:spPr>
              <a:xfrm>
                <a:off x="892454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eye"/>
              <p:cNvSpPr/>
              <p:nvPr/>
            </p:nvSpPr>
            <p:spPr>
              <a:xfrm>
                <a:off x="943660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smile"/>
              <p:cNvSpPr/>
              <p:nvPr/>
            </p:nvSpPr>
            <p:spPr>
              <a:xfrm>
                <a:off x="897940" y="1216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9342" y="1102766"/>
              <a:ext cx="226771" cy="607162"/>
              <a:chOff x="1139342" y="1102766"/>
              <a:chExt cx="226771" cy="607162"/>
            </a:xfrm>
          </p:grpSpPr>
          <p:sp>
            <p:nvSpPr>
              <p:cNvPr id="42" name="arm"/>
              <p:cNvSpPr/>
              <p:nvPr/>
            </p:nvSpPr>
            <p:spPr>
              <a:xfrm>
                <a:off x="1146657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arm"/>
              <p:cNvSpPr/>
              <p:nvPr/>
            </p:nvSpPr>
            <p:spPr>
              <a:xfrm>
                <a:off x="1318564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pant leg"/>
              <p:cNvSpPr/>
              <p:nvPr/>
            </p:nvSpPr>
            <p:spPr>
              <a:xfrm>
                <a:off x="1186891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pant leg"/>
              <p:cNvSpPr/>
              <p:nvPr/>
            </p:nvSpPr>
            <p:spPr>
              <a:xfrm>
                <a:off x="1256385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hips"/>
              <p:cNvSpPr/>
              <p:nvPr/>
            </p:nvSpPr>
            <p:spPr>
              <a:xfrm>
                <a:off x="1186891" y="1457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shoe"/>
              <p:cNvSpPr/>
              <p:nvPr/>
            </p:nvSpPr>
            <p:spPr>
              <a:xfrm>
                <a:off x="1168603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shoe"/>
              <p:cNvSpPr/>
              <p:nvPr/>
            </p:nvSpPr>
            <p:spPr>
              <a:xfrm>
                <a:off x="1263700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shirt"/>
              <p:cNvSpPr/>
              <p:nvPr/>
            </p:nvSpPr>
            <p:spPr>
              <a:xfrm>
                <a:off x="1179576" y="1281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sleeve"/>
              <p:cNvSpPr/>
              <p:nvPr/>
            </p:nvSpPr>
            <p:spPr>
              <a:xfrm>
                <a:off x="1139342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sleeve"/>
              <p:cNvSpPr/>
              <p:nvPr/>
            </p:nvSpPr>
            <p:spPr>
              <a:xfrm>
                <a:off x="1311249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neck"/>
              <p:cNvSpPr/>
              <p:nvPr/>
            </p:nvSpPr>
            <p:spPr>
              <a:xfrm>
                <a:off x="1234440" y="1256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head"/>
              <p:cNvSpPr/>
              <p:nvPr/>
            </p:nvSpPr>
            <p:spPr>
              <a:xfrm>
                <a:off x="1188720" y="1143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hair"/>
              <p:cNvSpPr/>
              <p:nvPr/>
            </p:nvSpPr>
            <p:spPr>
              <a:xfrm rot="16200000">
                <a:off x="1225296" y="1102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eye"/>
              <p:cNvSpPr/>
              <p:nvPr/>
            </p:nvSpPr>
            <p:spPr>
              <a:xfrm>
                <a:off x="1221638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eye"/>
              <p:cNvSpPr/>
              <p:nvPr/>
            </p:nvSpPr>
            <p:spPr>
              <a:xfrm>
                <a:off x="1272844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smile"/>
              <p:cNvSpPr/>
              <p:nvPr/>
            </p:nvSpPr>
            <p:spPr>
              <a:xfrm>
                <a:off x="1227124" y="1216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68526" y="1102766"/>
              <a:ext cx="226771" cy="607162"/>
              <a:chOff x="1468526" y="1102766"/>
              <a:chExt cx="226771" cy="607162"/>
            </a:xfrm>
          </p:grpSpPr>
          <p:sp>
            <p:nvSpPr>
              <p:cNvPr id="59" name="arm"/>
              <p:cNvSpPr/>
              <p:nvPr/>
            </p:nvSpPr>
            <p:spPr>
              <a:xfrm>
                <a:off x="1475841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arm"/>
              <p:cNvSpPr/>
              <p:nvPr/>
            </p:nvSpPr>
            <p:spPr>
              <a:xfrm>
                <a:off x="1647748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pant leg"/>
              <p:cNvSpPr/>
              <p:nvPr/>
            </p:nvSpPr>
            <p:spPr>
              <a:xfrm>
                <a:off x="1516075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pant leg"/>
              <p:cNvSpPr/>
              <p:nvPr/>
            </p:nvSpPr>
            <p:spPr>
              <a:xfrm>
                <a:off x="1585569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hips"/>
              <p:cNvSpPr/>
              <p:nvPr/>
            </p:nvSpPr>
            <p:spPr>
              <a:xfrm>
                <a:off x="1516075" y="1457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shoe"/>
              <p:cNvSpPr/>
              <p:nvPr/>
            </p:nvSpPr>
            <p:spPr>
              <a:xfrm>
                <a:off x="1497787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shoe"/>
              <p:cNvSpPr/>
              <p:nvPr/>
            </p:nvSpPr>
            <p:spPr>
              <a:xfrm>
                <a:off x="1592884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shirt"/>
              <p:cNvSpPr/>
              <p:nvPr/>
            </p:nvSpPr>
            <p:spPr>
              <a:xfrm>
                <a:off x="1508760" y="1281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sleeve"/>
              <p:cNvSpPr/>
              <p:nvPr/>
            </p:nvSpPr>
            <p:spPr>
              <a:xfrm>
                <a:off x="1468526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sleeve"/>
              <p:cNvSpPr/>
              <p:nvPr/>
            </p:nvSpPr>
            <p:spPr>
              <a:xfrm>
                <a:off x="1640433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neck"/>
              <p:cNvSpPr/>
              <p:nvPr/>
            </p:nvSpPr>
            <p:spPr>
              <a:xfrm>
                <a:off x="1563624" y="1256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head"/>
              <p:cNvSpPr/>
              <p:nvPr/>
            </p:nvSpPr>
            <p:spPr>
              <a:xfrm>
                <a:off x="1517904" y="1143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hair"/>
              <p:cNvSpPr/>
              <p:nvPr/>
            </p:nvSpPr>
            <p:spPr>
              <a:xfrm rot="16200000">
                <a:off x="1554480" y="1102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eye"/>
              <p:cNvSpPr/>
              <p:nvPr/>
            </p:nvSpPr>
            <p:spPr>
              <a:xfrm>
                <a:off x="1550822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eye"/>
              <p:cNvSpPr/>
              <p:nvPr/>
            </p:nvSpPr>
            <p:spPr>
              <a:xfrm>
                <a:off x="1602028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smile"/>
              <p:cNvSpPr/>
              <p:nvPr/>
            </p:nvSpPr>
            <p:spPr>
              <a:xfrm>
                <a:off x="1556308" y="1216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1102766"/>
              <a:ext cx="226771" cy="607162"/>
              <a:chOff x="1797710" y="1102766"/>
              <a:chExt cx="226771" cy="607162"/>
            </a:xfrm>
          </p:grpSpPr>
          <p:sp>
            <p:nvSpPr>
              <p:cNvPr id="76" name="arm"/>
              <p:cNvSpPr/>
              <p:nvPr/>
            </p:nvSpPr>
            <p:spPr>
              <a:xfrm>
                <a:off x="1805025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arm"/>
              <p:cNvSpPr/>
              <p:nvPr/>
            </p:nvSpPr>
            <p:spPr>
              <a:xfrm>
                <a:off x="1976932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pant leg"/>
              <p:cNvSpPr/>
              <p:nvPr/>
            </p:nvSpPr>
            <p:spPr>
              <a:xfrm>
                <a:off x="1845259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pant leg"/>
              <p:cNvSpPr/>
              <p:nvPr/>
            </p:nvSpPr>
            <p:spPr>
              <a:xfrm>
                <a:off x="1914753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hips"/>
              <p:cNvSpPr/>
              <p:nvPr/>
            </p:nvSpPr>
            <p:spPr>
              <a:xfrm>
                <a:off x="1845259" y="1457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shoe"/>
              <p:cNvSpPr/>
              <p:nvPr/>
            </p:nvSpPr>
            <p:spPr>
              <a:xfrm>
                <a:off x="1826971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shoe"/>
              <p:cNvSpPr/>
              <p:nvPr/>
            </p:nvSpPr>
            <p:spPr>
              <a:xfrm>
                <a:off x="1922068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shirt"/>
              <p:cNvSpPr/>
              <p:nvPr/>
            </p:nvSpPr>
            <p:spPr>
              <a:xfrm>
                <a:off x="1837943" y="1281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sleeve"/>
              <p:cNvSpPr/>
              <p:nvPr/>
            </p:nvSpPr>
            <p:spPr>
              <a:xfrm>
                <a:off x="1797710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sleeve"/>
              <p:cNvSpPr/>
              <p:nvPr/>
            </p:nvSpPr>
            <p:spPr>
              <a:xfrm>
                <a:off x="1969617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neck"/>
              <p:cNvSpPr/>
              <p:nvPr/>
            </p:nvSpPr>
            <p:spPr>
              <a:xfrm>
                <a:off x="1892807" y="1256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head"/>
              <p:cNvSpPr/>
              <p:nvPr/>
            </p:nvSpPr>
            <p:spPr>
              <a:xfrm>
                <a:off x="1847088" y="1143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hair"/>
              <p:cNvSpPr/>
              <p:nvPr/>
            </p:nvSpPr>
            <p:spPr>
              <a:xfrm rot="16200000">
                <a:off x="1883664" y="1102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eye"/>
              <p:cNvSpPr/>
              <p:nvPr/>
            </p:nvSpPr>
            <p:spPr>
              <a:xfrm>
                <a:off x="1880006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eye"/>
              <p:cNvSpPr/>
              <p:nvPr/>
            </p:nvSpPr>
            <p:spPr>
              <a:xfrm>
                <a:off x="1931212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smile"/>
              <p:cNvSpPr/>
              <p:nvPr/>
            </p:nvSpPr>
            <p:spPr>
              <a:xfrm>
                <a:off x="1885492" y="1216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26894" y="1102766"/>
              <a:ext cx="226771" cy="607162"/>
              <a:chOff x="2126894" y="1102766"/>
              <a:chExt cx="226771" cy="607162"/>
            </a:xfrm>
          </p:grpSpPr>
          <p:sp>
            <p:nvSpPr>
              <p:cNvPr id="93" name="arm"/>
              <p:cNvSpPr/>
              <p:nvPr/>
            </p:nvSpPr>
            <p:spPr>
              <a:xfrm>
                <a:off x="2134209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arm"/>
              <p:cNvSpPr/>
              <p:nvPr/>
            </p:nvSpPr>
            <p:spPr>
              <a:xfrm>
                <a:off x="2306116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pant leg"/>
              <p:cNvSpPr/>
              <p:nvPr/>
            </p:nvSpPr>
            <p:spPr>
              <a:xfrm>
                <a:off x="2174443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pant leg"/>
              <p:cNvSpPr/>
              <p:nvPr/>
            </p:nvSpPr>
            <p:spPr>
              <a:xfrm>
                <a:off x="2243937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hips"/>
              <p:cNvSpPr/>
              <p:nvPr/>
            </p:nvSpPr>
            <p:spPr>
              <a:xfrm>
                <a:off x="2174443" y="1457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shoe"/>
              <p:cNvSpPr/>
              <p:nvPr/>
            </p:nvSpPr>
            <p:spPr>
              <a:xfrm>
                <a:off x="2156155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shoe"/>
              <p:cNvSpPr/>
              <p:nvPr/>
            </p:nvSpPr>
            <p:spPr>
              <a:xfrm>
                <a:off x="2251252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shirt"/>
              <p:cNvSpPr/>
              <p:nvPr/>
            </p:nvSpPr>
            <p:spPr>
              <a:xfrm>
                <a:off x="2167127" y="1281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sleeve"/>
              <p:cNvSpPr/>
              <p:nvPr/>
            </p:nvSpPr>
            <p:spPr>
              <a:xfrm>
                <a:off x="2126894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sleeve"/>
              <p:cNvSpPr/>
              <p:nvPr/>
            </p:nvSpPr>
            <p:spPr>
              <a:xfrm>
                <a:off x="2298801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neck"/>
              <p:cNvSpPr/>
              <p:nvPr/>
            </p:nvSpPr>
            <p:spPr>
              <a:xfrm>
                <a:off x="2221991" y="1256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head"/>
              <p:cNvSpPr/>
              <p:nvPr/>
            </p:nvSpPr>
            <p:spPr>
              <a:xfrm>
                <a:off x="2176271" y="1143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hair"/>
              <p:cNvSpPr/>
              <p:nvPr/>
            </p:nvSpPr>
            <p:spPr>
              <a:xfrm rot="16200000">
                <a:off x="2212847" y="1102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eye"/>
              <p:cNvSpPr/>
              <p:nvPr/>
            </p:nvSpPr>
            <p:spPr>
              <a:xfrm>
                <a:off x="2209190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eye"/>
              <p:cNvSpPr/>
              <p:nvPr/>
            </p:nvSpPr>
            <p:spPr>
              <a:xfrm>
                <a:off x="2260396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smile"/>
              <p:cNvSpPr/>
              <p:nvPr/>
            </p:nvSpPr>
            <p:spPr>
              <a:xfrm>
                <a:off x="2214676" y="1216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456078" y="1102766"/>
              <a:ext cx="226771" cy="607162"/>
              <a:chOff x="2456078" y="1102766"/>
              <a:chExt cx="226771" cy="607162"/>
            </a:xfrm>
          </p:grpSpPr>
          <p:sp>
            <p:nvSpPr>
              <p:cNvPr id="110" name="arm"/>
              <p:cNvSpPr/>
              <p:nvPr/>
            </p:nvSpPr>
            <p:spPr>
              <a:xfrm>
                <a:off x="2463393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arm"/>
              <p:cNvSpPr/>
              <p:nvPr/>
            </p:nvSpPr>
            <p:spPr>
              <a:xfrm>
                <a:off x="2635300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pant leg"/>
              <p:cNvSpPr/>
              <p:nvPr/>
            </p:nvSpPr>
            <p:spPr>
              <a:xfrm>
                <a:off x="2503627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pant leg"/>
              <p:cNvSpPr/>
              <p:nvPr/>
            </p:nvSpPr>
            <p:spPr>
              <a:xfrm>
                <a:off x="2573121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hips"/>
              <p:cNvSpPr/>
              <p:nvPr/>
            </p:nvSpPr>
            <p:spPr>
              <a:xfrm>
                <a:off x="2503627" y="1457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shoe"/>
              <p:cNvSpPr/>
              <p:nvPr/>
            </p:nvSpPr>
            <p:spPr>
              <a:xfrm>
                <a:off x="2485339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shoe"/>
              <p:cNvSpPr/>
              <p:nvPr/>
            </p:nvSpPr>
            <p:spPr>
              <a:xfrm>
                <a:off x="2580436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shirt"/>
              <p:cNvSpPr/>
              <p:nvPr/>
            </p:nvSpPr>
            <p:spPr>
              <a:xfrm>
                <a:off x="2496312" y="1281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sleeve"/>
              <p:cNvSpPr/>
              <p:nvPr/>
            </p:nvSpPr>
            <p:spPr>
              <a:xfrm>
                <a:off x="2456078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sleeve"/>
              <p:cNvSpPr/>
              <p:nvPr/>
            </p:nvSpPr>
            <p:spPr>
              <a:xfrm>
                <a:off x="2627985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neck"/>
              <p:cNvSpPr/>
              <p:nvPr/>
            </p:nvSpPr>
            <p:spPr>
              <a:xfrm>
                <a:off x="2551176" y="1256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head"/>
              <p:cNvSpPr/>
              <p:nvPr/>
            </p:nvSpPr>
            <p:spPr>
              <a:xfrm>
                <a:off x="2505456" y="1143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hair"/>
              <p:cNvSpPr/>
              <p:nvPr/>
            </p:nvSpPr>
            <p:spPr>
              <a:xfrm rot="16200000">
                <a:off x="2542032" y="1102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eye"/>
              <p:cNvSpPr/>
              <p:nvPr/>
            </p:nvSpPr>
            <p:spPr>
              <a:xfrm>
                <a:off x="2538374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eye"/>
              <p:cNvSpPr/>
              <p:nvPr/>
            </p:nvSpPr>
            <p:spPr>
              <a:xfrm>
                <a:off x="2589580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smile"/>
              <p:cNvSpPr/>
              <p:nvPr/>
            </p:nvSpPr>
            <p:spPr>
              <a:xfrm>
                <a:off x="2543860" y="1216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85262" y="1102766"/>
              <a:ext cx="226771" cy="607162"/>
              <a:chOff x="2785262" y="1102766"/>
              <a:chExt cx="226771" cy="607162"/>
            </a:xfrm>
          </p:grpSpPr>
          <p:sp>
            <p:nvSpPr>
              <p:cNvPr id="127" name="arm"/>
              <p:cNvSpPr/>
              <p:nvPr/>
            </p:nvSpPr>
            <p:spPr>
              <a:xfrm>
                <a:off x="2792577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arm"/>
              <p:cNvSpPr/>
              <p:nvPr/>
            </p:nvSpPr>
            <p:spPr>
              <a:xfrm>
                <a:off x="2964484" y="1292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pant leg"/>
              <p:cNvSpPr/>
              <p:nvPr/>
            </p:nvSpPr>
            <p:spPr>
              <a:xfrm>
                <a:off x="2832811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pant leg"/>
              <p:cNvSpPr/>
              <p:nvPr/>
            </p:nvSpPr>
            <p:spPr>
              <a:xfrm>
                <a:off x="2902305" y="1463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hips"/>
              <p:cNvSpPr/>
              <p:nvPr/>
            </p:nvSpPr>
            <p:spPr>
              <a:xfrm>
                <a:off x="2832811" y="1457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shoe"/>
              <p:cNvSpPr/>
              <p:nvPr/>
            </p:nvSpPr>
            <p:spPr>
              <a:xfrm>
                <a:off x="2814523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shoe"/>
              <p:cNvSpPr/>
              <p:nvPr/>
            </p:nvSpPr>
            <p:spPr>
              <a:xfrm>
                <a:off x="2909620" y="1673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shirt"/>
              <p:cNvSpPr/>
              <p:nvPr/>
            </p:nvSpPr>
            <p:spPr>
              <a:xfrm>
                <a:off x="2825496" y="1281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sleeve"/>
              <p:cNvSpPr/>
              <p:nvPr/>
            </p:nvSpPr>
            <p:spPr>
              <a:xfrm>
                <a:off x="2785262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sleeve"/>
              <p:cNvSpPr/>
              <p:nvPr/>
            </p:nvSpPr>
            <p:spPr>
              <a:xfrm>
                <a:off x="2957169" y="1289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neck"/>
              <p:cNvSpPr/>
              <p:nvPr/>
            </p:nvSpPr>
            <p:spPr>
              <a:xfrm>
                <a:off x="2880360" y="1256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head"/>
              <p:cNvSpPr/>
              <p:nvPr/>
            </p:nvSpPr>
            <p:spPr>
              <a:xfrm>
                <a:off x="2834640" y="1143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hair"/>
              <p:cNvSpPr/>
              <p:nvPr/>
            </p:nvSpPr>
            <p:spPr>
              <a:xfrm rot="16200000">
                <a:off x="2871216" y="1102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eye"/>
              <p:cNvSpPr/>
              <p:nvPr/>
            </p:nvSpPr>
            <p:spPr>
              <a:xfrm>
                <a:off x="2867558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eye"/>
              <p:cNvSpPr/>
              <p:nvPr/>
            </p:nvSpPr>
            <p:spPr>
              <a:xfrm>
                <a:off x="2918764" y="1214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smile"/>
              <p:cNvSpPr/>
              <p:nvPr/>
            </p:nvSpPr>
            <p:spPr>
              <a:xfrm>
                <a:off x="2873044" y="1216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0974" y="1788566"/>
              <a:ext cx="226771" cy="607162"/>
              <a:chOff x="480974" y="1788566"/>
              <a:chExt cx="226771" cy="607162"/>
            </a:xfrm>
          </p:grpSpPr>
          <p:sp>
            <p:nvSpPr>
              <p:cNvPr id="144" name="arm"/>
              <p:cNvSpPr/>
              <p:nvPr/>
            </p:nvSpPr>
            <p:spPr>
              <a:xfrm>
                <a:off x="488289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arm"/>
              <p:cNvSpPr/>
              <p:nvPr/>
            </p:nvSpPr>
            <p:spPr>
              <a:xfrm>
                <a:off x="660196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pant leg"/>
              <p:cNvSpPr/>
              <p:nvPr/>
            </p:nvSpPr>
            <p:spPr>
              <a:xfrm>
                <a:off x="528523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pant leg"/>
              <p:cNvSpPr/>
              <p:nvPr/>
            </p:nvSpPr>
            <p:spPr>
              <a:xfrm>
                <a:off x="598017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hips"/>
              <p:cNvSpPr/>
              <p:nvPr/>
            </p:nvSpPr>
            <p:spPr>
              <a:xfrm>
                <a:off x="528523" y="21433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shoe"/>
              <p:cNvSpPr/>
              <p:nvPr/>
            </p:nvSpPr>
            <p:spPr>
              <a:xfrm>
                <a:off x="510235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shoe"/>
              <p:cNvSpPr/>
              <p:nvPr/>
            </p:nvSpPr>
            <p:spPr>
              <a:xfrm>
                <a:off x="605332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shirt"/>
              <p:cNvSpPr/>
              <p:nvPr/>
            </p:nvSpPr>
            <p:spPr>
              <a:xfrm>
                <a:off x="521208" y="19677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sleeve"/>
              <p:cNvSpPr/>
              <p:nvPr/>
            </p:nvSpPr>
            <p:spPr>
              <a:xfrm>
                <a:off x="480974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sleeve"/>
              <p:cNvSpPr/>
              <p:nvPr/>
            </p:nvSpPr>
            <p:spPr>
              <a:xfrm>
                <a:off x="652881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neck"/>
              <p:cNvSpPr/>
              <p:nvPr/>
            </p:nvSpPr>
            <p:spPr>
              <a:xfrm>
                <a:off x="576072" y="19421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head"/>
              <p:cNvSpPr/>
              <p:nvPr/>
            </p:nvSpPr>
            <p:spPr>
              <a:xfrm>
                <a:off x="530352" y="18288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hair"/>
              <p:cNvSpPr/>
              <p:nvPr/>
            </p:nvSpPr>
            <p:spPr>
              <a:xfrm rot="16200000">
                <a:off x="566928" y="17885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eye"/>
              <p:cNvSpPr/>
              <p:nvPr/>
            </p:nvSpPr>
            <p:spPr>
              <a:xfrm>
                <a:off x="563270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eye"/>
              <p:cNvSpPr/>
              <p:nvPr/>
            </p:nvSpPr>
            <p:spPr>
              <a:xfrm>
                <a:off x="614476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smile"/>
              <p:cNvSpPr/>
              <p:nvPr/>
            </p:nvSpPr>
            <p:spPr>
              <a:xfrm>
                <a:off x="568756" y="19019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0158" y="1788566"/>
              <a:ext cx="226771" cy="607162"/>
              <a:chOff x="810158" y="1788566"/>
              <a:chExt cx="226771" cy="607162"/>
            </a:xfrm>
          </p:grpSpPr>
          <p:sp>
            <p:nvSpPr>
              <p:cNvPr id="161" name="arm"/>
              <p:cNvSpPr/>
              <p:nvPr/>
            </p:nvSpPr>
            <p:spPr>
              <a:xfrm>
                <a:off x="817473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arm"/>
              <p:cNvSpPr/>
              <p:nvPr/>
            </p:nvSpPr>
            <p:spPr>
              <a:xfrm>
                <a:off x="989380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pant leg"/>
              <p:cNvSpPr/>
              <p:nvPr/>
            </p:nvSpPr>
            <p:spPr>
              <a:xfrm>
                <a:off x="857707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pant leg"/>
              <p:cNvSpPr/>
              <p:nvPr/>
            </p:nvSpPr>
            <p:spPr>
              <a:xfrm>
                <a:off x="927201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hips"/>
              <p:cNvSpPr/>
              <p:nvPr/>
            </p:nvSpPr>
            <p:spPr>
              <a:xfrm>
                <a:off x="857707" y="21433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shoe"/>
              <p:cNvSpPr/>
              <p:nvPr/>
            </p:nvSpPr>
            <p:spPr>
              <a:xfrm>
                <a:off x="839419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shoe"/>
              <p:cNvSpPr/>
              <p:nvPr/>
            </p:nvSpPr>
            <p:spPr>
              <a:xfrm>
                <a:off x="934516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shirt"/>
              <p:cNvSpPr/>
              <p:nvPr/>
            </p:nvSpPr>
            <p:spPr>
              <a:xfrm>
                <a:off x="850392" y="19677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sleeve"/>
              <p:cNvSpPr/>
              <p:nvPr/>
            </p:nvSpPr>
            <p:spPr>
              <a:xfrm>
                <a:off x="810158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sleeve"/>
              <p:cNvSpPr/>
              <p:nvPr/>
            </p:nvSpPr>
            <p:spPr>
              <a:xfrm>
                <a:off x="982065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neck"/>
              <p:cNvSpPr/>
              <p:nvPr/>
            </p:nvSpPr>
            <p:spPr>
              <a:xfrm>
                <a:off x="905256" y="19421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head"/>
              <p:cNvSpPr/>
              <p:nvPr/>
            </p:nvSpPr>
            <p:spPr>
              <a:xfrm>
                <a:off x="859536" y="18288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hair"/>
              <p:cNvSpPr/>
              <p:nvPr/>
            </p:nvSpPr>
            <p:spPr>
              <a:xfrm rot="16200000">
                <a:off x="896112" y="17885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eye"/>
              <p:cNvSpPr/>
              <p:nvPr/>
            </p:nvSpPr>
            <p:spPr>
              <a:xfrm>
                <a:off x="892454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eye"/>
              <p:cNvSpPr/>
              <p:nvPr/>
            </p:nvSpPr>
            <p:spPr>
              <a:xfrm>
                <a:off x="943660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smile"/>
              <p:cNvSpPr/>
              <p:nvPr/>
            </p:nvSpPr>
            <p:spPr>
              <a:xfrm>
                <a:off x="897940" y="19019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9342" y="1788566"/>
              <a:ext cx="226771" cy="607162"/>
              <a:chOff x="1139342" y="1788566"/>
              <a:chExt cx="226771" cy="607162"/>
            </a:xfrm>
          </p:grpSpPr>
          <p:sp>
            <p:nvSpPr>
              <p:cNvPr id="178" name="arm"/>
              <p:cNvSpPr/>
              <p:nvPr/>
            </p:nvSpPr>
            <p:spPr>
              <a:xfrm>
                <a:off x="1146657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arm"/>
              <p:cNvSpPr/>
              <p:nvPr/>
            </p:nvSpPr>
            <p:spPr>
              <a:xfrm>
                <a:off x="1318564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pant leg"/>
              <p:cNvSpPr/>
              <p:nvPr/>
            </p:nvSpPr>
            <p:spPr>
              <a:xfrm>
                <a:off x="1186891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pant leg"/>
              <p:cNvSpPr/>
              <p:nvPr/>
            </p:nvSpPr>
            <p:spPr>
              <a:xfrm>
                <a:off x="1256385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hips"/>
              <p:cNvSpPr/>
              <p:nvPr/>
            </p:nvSpPr>
            <p:spPr>
              <a:xfrm>
                <a:off x="1186891" y="21433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shoe"/>
              <p:cNvSpPr/>
              <p:nvPr/>
            </p:nvSpPr>
            <p:spPr>
              <a:xfrm>
                <a:off x="1168603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shoe"/>
              <p:cNvSpPr/>
              <p:nvPr/>
            </p:nvSpPr>
            <p:spPr>
              <a:xfrm>
                <a:off x="1263700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shirt"/>
              <p:cNvSpPr/>
              <p:nvPr/>
            </p:nvSpPr>
            <p:spPr>
              <a:xfrm>
                <a:off x="1179576" y="19677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sleeve"/>
              <p:cNvSpPr/>
              <p:nvPr/>
            </p:nvSpPr>
            <p:spPr>
              <a:xfrm>
                <a:off x="1139342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sleeve"/>
              <p:cNvSpPr/>
              <p:nvPr/>
            </p:nvSpPr>
            <p:spPr>
              <a:xfrm>
                <a:off x="1311249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neck"/>
              <p:cNvSpPr/>
              <p:nvPr/>
            </p:nvSpPr>
            <p:spPr>
              <a:xfrm>
                <a:off x="1234440" y="19421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head"/>
              <p:cNvSpPr/>
              <p:nvPr/>
            </p:nvSpPr>
            <p:spPr>
              <a:xfrm>
                <a:off x="1188720" y="18288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hair"/>
              <p:cNvSpPr/>
              <p:nvPr/>
            </p:nvSpPr>
            <p:spPr>
              <a:xfrm rot="16200000">
                <a:off x="1225296" y="17885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eye"/>
              <p:cNvSpPr/>
              <p:nvPr/>
            </p:nvSpPr>
            <p:spPr>
              <a:xfrm>
                <a:off x="1221638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eye"/>
              <p:cNvSpPr/>
              <p:nvPr/>
            </p:nvSpPr>
            <p:spPr>
              <a:xfrm>
                <a:off x="1272844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smile"/>
              <p:cNvSpPr/>
              <p:nvPr/>
            </p:nvSpPr>
            <p:spPr>
              <a:xfrm>
                <a:off x="1227124" y="19019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68526" y="1788566"/>
              <a:ext cx="226771" cy="607162"/>
              <a:chOff x="1468526" y="1788566"/>
              <a:chExt cx="226771" cy="607162"/>
            </a:xfrm>
          </p:grpSpPr>
          <p:sp>
            <p:nvSpPr>
              <p:cNvPr id="195" name="arm"/>
              <p:cNvSpPr/>
              <p:nvPr/>
            </p:nvSpPr>
            <p:spPr>
              <a:xfrm>
                <a:off x="1475841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arm"/>
              <p:cNvSpPr/>
              <p:nvPr/>
            </p:nvSpPr>
            <p:spPr>
              <a:xfrm>
                <a:off x="1647748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pant leg"/>
              <p:cNvSpPr/>
              <p:nvPr/>
            </p:nvSpPr>
            <p:spPr>
              <a:xfrm>
                <a:off x="1516075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pant leg"/>
              <p:cNvSpPr/>
              <p:nvPr/>
            </p:nvSpPr>
            <p:spPr>
              <a:xfrm>
                <a:off x="1585569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hips"/>
              <p:cNvSpPr/>
              <p:nvPr/>
            </p:nvSpPr>
            <p:spPr>
              <a:xfrm>
                <a:off x="1516075" y="21433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shoe"/>
              <p:cNvSpPr/>
              <p:nvPr/>
            </p:nvSpPr>
            <p:spPr>
              <a:xfrm>
                <a:off x="1497787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shoe"/>
              <p:cNvSpPr/>
              <p:nvPr/>
            </p:nvSpPr>
            <p:spPr>
              <a:xfrm>
                <a:off x="1592884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shirt"/>
              <p:cNvSpPr/>
              <p:nvPr/>
            </p:nvSpPr>
            <p:spPr>
              <a:xfrm>
                <a:off x="1508760" y="19677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sleeve"/>
              <p:cNvSpPr/>
              <p:nvPr/>
            </p:nvSpPr>
            <p:spPr>
              <a:xfrm>
                <a:off x="1468526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sleeve"/>
              <p:cNvSpPr/>
              <p:nvPr/>
            </p:nvSpPr>
            <p:spPr>
              <a:xfrm>
                <a:off x="1640433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neck"/>
              <p:cNvSpPr/>
              <p:nvPr/>
            </p:nvSpPr>
            <p:spPr>
              <a:xfrm>
                <a:off x="1563624" y="19421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head"/>
              <p:cNvSpPr/>
              <p:nvPr/>
            </p:nvSpPr>
            <p:spPr>
              <a:xfrm>
                <a:off x="1517904" y="18288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hair"/>
              <p:cNvSpPr/>
              <p:nvPr/>
            </p:nvSpPr>
            <p:spPr>
              <a:xfrm rot="16200000">
                <a:off x="1554480" y="17885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eye"/>
              <p:cNvSpPr/>
              <p:nvPr/>
            </p:nvSpPr>
            <p:spPr>
              <a:xfrm>
                <a:off x="1550822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eye"/>
              <p:cNvSpPr/>
              <p:nvPr/>
            </p:nvSpPr>
            <p:spPr>
              <a:xfrm>
                <a:off x="1602028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smile"/>
              <p:cNvSpPr/>
              <p:nvPr/>
            </p:nvSpPr>
            <p:spPr>
              <a:xfrm>
                <a:off x="1556308" y="19019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1788566"/>
              <a:ext cx="226771" cy="607162"/>
              <a:chOff x="1797710" y="1788566"/>
              <a:chExt cx="226771" cy="607162"/>
            </a:xfrm>
          </p:grpSpPr>
          <p:sp>
            <p:nvSpPr>
              <p:cNvPr id="212" name="arm"/>
              <p:cNvSpPr/>
              <p:nvPr/>
            </p:nvSpPr>
            <p:spPr>
              <a:xfrm>
                <a:off x="1805025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arm"/>
              <p:cNvSpPr/>
              <p:nvPr/>
            </p:nvSpPr>
            <p:spPr>
              <a:xfrm>
                <a:off x="1976932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pant leg"/>
              <p:cNvSpPr/>
              <p:nvPr/>
            </p:nvSpPr>
            <p:spPr>
              <a:xfrm>
                <a:off x="1845259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pant leg"/>
              <p:cNvSpPr/>
              <p:nvPr/>
            </p:nvSpPr>
            <p:spPr>
              <a:xfrm>
                <a:off x="1914753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hips"/>
              <p:cNvSpPr/>
              <p:nvPr/>
            </p:nvSpPr>
            <p:spPr>
              <a:xfrm>
                <a:off x="1845259" y="21433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shoe"/>
              <p:cNvSpPr/>
              <p:nvPr/>
            </p:nvSpPr>
            <p:spPr>
              <a:xfrm>
                <a:off x="1826971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shoe"/>
              <p:cNvSpPr/>
              <p:nvPr/>
            </p:nvSpPr>
            <p:spPr>
              <a:xfrm>
                <a:off x="1922068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shirt"/>
              <p:cNvSpPr/>
              <p:nvPr/>
            </p:nvSpPr>
            <p:spPr>
              <a:xfrm>
                <a:off x="1837943" y="19677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sleeve"/>
              <p:cNvSpPr/>
              <p:nvPr/>
            </p:nvSpPr>
            <p:spPr>
              <a:xfrm>
                <a:off x="1797710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sleeve"/>
              <p:cNvSpPr/>
              <p:nvPr/>
            </p:nvSpPr>
            <p:spPr>
              <a:xfrm>
                <a:off x="1969617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neck"/>
              <p:cNvSpPr/>
              <p:nvPr/>
            </p:nvSpPr>
            <p:spPr>
              <a:xfrm>
                <a:off x="1892807" y="19421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head"/>
              <p:cNvSpPr/>
              <p:nvPr/>
            </p:nvSpPr>
            <p:spPr>
              <a:xfrm>
                <a:off x="1847088" y="18288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hair"/>
              <p:cNvSpPr/>
              <p:nvPr/>
            </p:nvSpPr>
            <p:spPr>
              <a:xfrm rot="16200000">
                <a:off x="1883664" y="17885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eye"/>
              <p:cNvSpPr/>
              <p:nvPr/>
            </p:nvSpPr>
            <p:spPr>
              <a:xfrm>
                <a:off x="1880006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eye"/>
              <p:cNvSpPr/>
              <p:nvPr/>
            </p:nvSpPr>
            <p:spPr>
              <a:xfrm>
                <a:off x="1931212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smile"/>
              <p:cNvSpPr/>
              <p:nvPr/>
            </p:nvSpPr>
            <p:spPr>
              <a:xfrm>
                <a:off x="1885492" y="19019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26894" y="1788566"/>
              <a:ext cx="226771" cy="607162"/>
              <a:chOff x="2126894" y="1788566"/>
              <a:chExt cx="226771" cy="607162"/>
            </a:xfrm>
          </p:grpSpPr>
          <p:sp>
            <p:nvSpPr>
              <p:cNvPr id="229" name="arm"/>
              <p:cNvSpPr/>
              <p:nvPr/>
            </p:nvSpPr>
            <p:spPr>
              <a:xfrm>
                <a:off x="2134209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arm"/>
              <p:cNvSpPr/>
              <p:nvPr/>
            </p:nvSpPr>
            <p:spPr>
              <a:xfrm>
                <a:off x="2306116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pant leg"/>
              <p:cNvSpPr/>
              <p:nvPr/>
            </p:nvSpPr>
            <p:spPr>
              <a:xfrm>
                <a:off x="2174443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pant leg"/>
              <p:cNvSpPr/>
              <p:nvPr/>
            </p:nvSpPr>
            <p:spPr>
              <a:xfrm>
                <a:off x="2243937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hips"/>
              <p:cNvSpPr/>
              <p:nvPr/>
            </p:nvSpPr>
            <p:spPr>
              <a:xfrm>
                <a:off x="2174443" y="21433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shoe"/>
              <p:cNvSpPr/>
              <p:nvPr/>
            </p:nvSpPr>
            <p:spPr>
              <a:xfrm>
                <a:off x="2156155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shoe"/>
              <p:cNvSpPr/>
              <p:nvPr/>
            </p:nvSpPr>
            <p:spPr>
              <a:xfrm>
                <a:off x="2251252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shirt"/>
              <p:cNvSpPr/>
              <p:nvPr/>
            </p:nvSpPr>
            <p:spPr>
              <a:xfrm>
                <a:off x="2167127" y="19677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sleeve"/>
              <p:cNvSpPr/>
              <p:nvPr/>
            </p:nvSpPr>
            <p:spPr>
              <a:xfrm>
                <a:off x="2126894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sleeve"/>
              <p:cNvSpPr/>
              <p:nvPr/>
            </p:nvSpPr>
            <p:spPr>
              <a:xfrm>
                <a:off x="2298801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neck"/>
              <p:cNvSpPr/>
              <p:nvPr/>
            </p:nvSpPr>
            <p:spPr>
              <a:xfrm>
                <a:off x="2221991" y="19421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head"/>
              <p:cNvSpPr/>
              <p:nvPr/>
            </p:nvSpPr>
            <p:spPr>
              <a:xfrm>
                <a:off x="2176271" y="18288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hair"/>
              <p:cNvSpPr/>
              <p:nvPr/>
            </p:nvSpPr>
            <p:spPr>
              <a:xfrm rot="16200000">
                <a:off x="2212847" y="17885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eye"/>
              <p:cNvSpPr/>
              <p:nvPr/>
            </p:nvSpPr>
            <p:spPr>
              <a:xfrm>
                <a:off x="2209190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eye"/>
              <p:cNvSpPr/>
              <p:nvPr/>
            </p:nvSpPr>
            <p:spPr>
              <a:xfrm>
                <a:off x="2260396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smile"/>
              <p:cNvSpPr/>
              <p:nvPr/>
            </p:nvSpPr>
            <p:spPr>
              <a:xfrm>
                <a:off x="2214676" y="19019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456078" y="1788566"/>
              <a:ext cx="226771" cy="607162"/>
              <a:chOff x="2456078" y="1788566"/>
              <a:chExt cx="226771" cy="607162"/>
            </a:xfrm>
          </p:grpSpPr>
          <p:sp>
            <p:nvSpPr>
              <p:cNvPr id="246" name="arm"/>
              <p:cNvSpPr/>
              <p:nvPr/>
            </p:nvSpPr>
            <p:spPr>
              <a:xfrm>
                <a:off x="2463393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arm"/>
              <p:cNvSpPr/>
              <p:nvPr/>
            </p:nvSpPr>
            <p:spPr>
              <a:xfrm>
                <a:off x="2635300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pant leg"/>
              <p:cNvSpPr/>
              <p:nvPr/>
            </p:nvSpPr>
            <p:spPr>
              <a:xfrm>
                <a:off x="2503627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pant leg"/>
              <p:cNvSpPr/>
              <p:nvPr/>
            </p:nvSpPr>
            <p:spPr>
              <a:xfrm>
                <a:off x="2573121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hips"/>
              <p:cNvSpPr/>
              <p:nvPr/>
            </p:nvSpPr>
            <p:spPr>
              <a:xfrm>
                <a:off x="2503627" y="21433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shoe"/>
              <p:cNvSpPr/>
              <p:nvPr/>
            </p:nvSpPr>
            <p:spPr>
              <a:xfrm>
                <a:off x="2485339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shoe"/>
              <p:cNvSpPr/>
              <p:nvPr/>
            </p:nvSpPr>
            <p:spPr>
              <a:xfrm>
                <a:off x="2580436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shirt"/>
              <p:cNvSpPr/>
              <p:nvPr/>
            </p:nvSpPr>
            <p:spPr>
              <a:xfrm>
                <a:off x="2496312" y="19677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sleeve"/>
              <p:cNvSpPr/>
              <p:nvPr/>
            </p:nvSpPr>
            <p:spPr>
              <a:xfrm>
                <a:off x="2456078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sleeve"/>
              <p:cNvSpPr/>
              <p:nvPr/>
            </p:nvSpPr>
            <p:spPr>
              <a:xfrm>
                <a:off x="2627985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neck"/>
              <p:cNvSpPr/>
              <p:nvPr/>
            </p:nvSpPr>
            <p:spPr>
              <a:xfrm>
                <a:off x="2551176" y="19421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head"/>
              <p:cNvSpPr/>
              <p:nvPr/>
            </p:nvSpPr>
            <p:spPr>
              <a:xfrm>
                <a:off x="2505456" y="18288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hair"/>
              <p:cNvSpPr/>
              <p:nvPr/>
            </p:nvSpPr>
            <p:spPr>
              <a:xfrm rot="16200000">
                <a:off x="2542032" y="17885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eye"/>
              <p:cNvSpPr/>
              <p:nvPr/>
            </p:nvSpPr>
            <p:spPr>
              <a:xfrm>
                <a:off x="2538374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eye"/>
              <p:cNvSpPr/>
              <p:nvPr/>
            </p:nvSpPr>
            <p:spPr>
              <a:xfrm>
                <a:off x="2589580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smile"/>
              <p:cNvSpPr/>
              <p:nvPr/>
            </p:nvSpPr>
            <p:spPr>
              <a:xfrm>
                <a:off x="2543860" y="19019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85262" y="1788566"/>
              <a:ext cx="226771" cy="607162"/>
              <a:chOff x="2785262" y="1788566"/>
              <a:chExt cx="226771" cy="607162"/>
            </a:xfrm>
          </p:grpSpPr>
          <p:sp>
            <p:nvSpPr>
              <p:cNvPr id="263" name="arm"/>
              <p:cNvSpPr/>
              <p:nvPr/>
            </p:nvSpPr>
            <p:spPr>
              <a:xfrm>
                <a:off x="2792577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arm"/>
              <p:cNvSpPr/>
              <p:nvPr/>
            </p:nvSpPr>
            <p:spPr>
              <a:xfrm>
                <a:off x="2964484" y="19787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pant leg"/>
              <p:cNvSpPr/>
              <p:nvPr/>
            </p:nvSpPr>
            <p:spPr>
              <a:xfrm>
                <a:off x="2832811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pant leg"/>
              <p:cNvSpPr/>
              <p:nvPr/>
            </p:nvSpPr>
            <p:spPr>
              <a:xfrm>
                <a:off x="2902305" y="21488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hips"/>
              <p:cNvSpPr/>
              <p:nvPr/>
            </p:nvSpPr>
            <p:spPr>
              <a:xfrm>
                <a:off x="2832811" y="21433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shoe"/>
              <p:cNvSpPr/>
              <p:nvPr/>
            </p:nvSpPr>
            <p:spPr>
              <a:xfrm>
                <a:off x="2814523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shoe"/>
              <p:cNvSpPr/>
              <p:nvPr/>
            </p:nvSpPr>
            <p:spPr>
              <a:xfrm>
                <a:off x="2909620" y="23591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shirt"/>
              <p:cNvSpPr/>
              <p:nvPr/>
            </p:nvSpPr>
            <p:spPr>
              <a:xfrm>
                <a:off x="2825496" y="19677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sleeve"/>
              <p:cNvSpPr/>
              <p:nvPr/>
            </p:nvSpPr>
            <p:spPr>
              <a:xfrm>
                <a:off x="2785262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sleeve"/>
              <p:cNvSpPr/>
              <p:nvPr/>
            </p:nvSpPr>
            <p:spPr>
              <a:xfrm>
                <a:off x="2957169" y="19751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neck"/>
              <p:cNvSpPr/>
              <p:nvPr/>
            </p:nvSpPr>
            <p:spPr>
              <a:xfrm>
                <a:off x="2880360" y="19421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head"/>
              <p:cNvSpPr/>
              <p:nvPr/>
            </p:nvSpPr>
            <p:spPr>
              <a:xfrm>
                <a:off x="2834640" y="18288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hair"/>
              <p:cNvSpPr/>
              <p:nvPr/>
            </p:nvSpPr>
            <p:spPr>
              <a:xfrm rot="16200000">
                <a:off x="2871216" y="17885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eye"/>
              <p:cNvSpPr/>
              <p:nvPr/>
            </p:nvSpPr>
            <p:spPr>
              <a:xfrm>
                <a:off x="2867558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eye"/>
              <p:cNvSpPr/>
              <p:nvPr/>
            </p:nvSpPr>
            <p:spPr>
              <a:xfrm>
                <a:off x="2918764" y="19001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smile"/>
              <p:cNvSpPr/>
              <p:nvPr/>
            </p:nvSpPr>
            <p:spPr>
              <a:xfrm>
                <a:off x="2873044" y="19019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0974" y="2474366"/>
              <a:ext cx="226771" cy="607162"/>
              <a:chOff x="480974" y="2474366"/>
              <a:chExt cx="226771" cy="607162"/>
            </a:xfrm>
          </p:grpSpPr>
          <p:sp>
            <p:nvSpPr>
              <p:cNvPr id="280" name="arm"/>
              <p:cNvSpPr/>
              <p:nvPr/>
            </p:nvSpPr>
            <p:spPr>
              <a:xfrm>
                <a:off x="488289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arm"/>
              <p:cNvSpPr/>
              <p:nvPr/>
            </p:nvSpPr>
            <p:spPr>
              <a:xfrm>
                <a:off x="660196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pant leg"/>
              <p:cNvSpPr/>
              <p:nvPr/>
            </p:nvSpPr>
            <p:spPr>
              <a:xfrm>
                <a:off x="528523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pant leg"/>
              <p:cNvSpPr/>
              <p:nvPr/>
            </p:nvSpPr>
            <p:spPr>
              <a:xfrm>
                <a:off x="598017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hips"/>
              <p:cNvSpPr/>
              <p:nvPr/>
            </p:nvSpPr>
            <p:spPr>
              <a:xfrm>
                <a:off x="528523" y="28291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shoe"/>
              <p:cNvSpPr/>
              <p:nvPr/>
            </p:nvSpPr>
            <p:spPr>
              <a:xfrm>
                <a:off x="510235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shoe"/>
              <p:cNvSpPr/>
              <p:nvPr/>
            </p:nvSpPr>
            <p:spPr>
              <a:xfrm>
                <a:off x="605332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shirt"/>
              <p:cNvSpPr/>
              <p:nvPr/>
            </p:nvSpPr>
            <p:spPr>
              <a:xfrm>
                <a:off x="521208" y="26535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sleeve"/>
              <p:cNvSpPr/>
              <p:nvPr/>
            </p:nvSpPr>
            <p:spPr>
              <a:xfrm>
                <a:off x="480974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sleeve"/>
              <p:cNvSpPr/>
              <p:nvPr/>
            </p:nvSpPr>
            <p:spPr>
              <a:xfrm>
                <a:off x="652881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neck"/>
              <p:cNvSpPr/>
              <p:nvPr/>
            </p:nvSpPr>
            <p:spPr>
              <a:xfrm>
                <a:off x="576072" y="26279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head"/>
              <p:cNvSpPr/>
              <p:nvPr/>
            </p:nvSpPr>
            <p:spPr>
              <a:xfrm>
                <a:off x="530352" y="25146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hair"/>
              <p:cNvSpPr/>
              <p:nvPr/>
            </p:nvSpPr>
            <p:spPr>
              <a:xfrm rot="16200000">
                <a:off x="566928" y="24743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eye"/>
              <p:cNvSpPr/>
              <p:nvPr/>
            </p:nvSpPr>
            <p:spPr>
              <a:xfrm>
                <a:off x="563270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eye"/>
              <p:cNvSpPr/>
              <p:nvPr/>
            </p:nvSpPr>
            <p:spPr>
              <a:xfrm>
                <a:off x="614476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smile"/>
              <p:cNvSpPr/>
              <p:nvPr/>
            </p:nvSpPr>
            <p:spPr>
              <a:xfrm>
                <a:off x="568756" y="25877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0158" y="2474366"/>
              <a:ext cx="226771" cy="607162"/>
              <a:chOff x="810158" y="2474366"/>
              <a:chExt cx="226771" cy="607162"/>
            </a:xfrm>
          </p:grpSpPr>
          <p:sp>
            <p:nvSpPr>
              <p:cNvPr id="297" name="arm"/>
              <p:cNvSpPr/>
              <p:nvPr/>
            </p:nvSpPr>
            <p:spPr>
              <a:xfrm>
                <a:off x="817473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arm"/>
              <p:cNvSpPr/>
              <p:nvPr/>
            </p:nvSpPr>
            <p:spPr>
              <a:xfrm>
                <a:off x="989380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pant leg"/>
              <p:cNvSpPr/>
              <p:nvPr/>
            </p:nvSpPr>
            <p:spPr>
              <a:xfrm>
                <a:off x="857707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pant leg"/>
              <p:cNvSpPr/>
              <p:nvPr/>
            </p:nvSpPr>
            <p:spPr>
              <a:xfrm>
                <a:off x="927201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hips"/>
              <p:cNvSpPr/>
              <p:nvPr/>
            </p:nvSpPr>
            <p:spPr>
              <a:xfrm>
                <a:off x="857707" y="28291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shoe"/>
              <p:cNvSpPr/>
              <p:nvPr/>
            </p:nvSpPr>
            <p:spPr>
              <a:xfrm>
                <a:off x="839419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shoe"/>
              <p:cNvSpPr/>
              <p:nvPr/>
            </p:nvSpPr>
            <p:spPr>
              <a:xfrm>
                <a:off x="934516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shirt"/>
              <p:cNvSpPr/>
              <p:nvPr/>
            </p:nvSpPr>
            <p:spPr>
              <a:xfrm>
                <a:off x="850392" y="26535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sleeve"/>
              <p:cNvSpPr/>
              <p:nvPr/>
            </p:nvSpPr>
            <p:spPr>
              <a:xfrm>
                <a:off x="810158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sleeve"/>
              <p:cNvSpPr/>
              <p:nvPr/>
            </p:nvSpPr>
            <p:spPr>
              <a:xfrm>
                <a:off x="982065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neck"/>
              <p:cNvSpPr/>
              <p:nvPr/>
            </p:nvSpPr>
            <p:spPr>
              <a:xfrm>
                <a:off x="905256" y="26279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head"/>
              <p:cNvSpPr/>
              <p:nvPr/>
            </p:nvSpPr>
            <p:spPr>
              <a:xfrm>
                <a:off x="859536" y="25146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hair"/>
              <p:cNvSpPr/>
              <p:nvPr/>
            </p:nvSpPr>
            <p:spPr>
              <a:xfrm rot="16200000">
                <a:off x="896112" y="24743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eye"/>
              <p:cNvSpPr/>
              <p:nvPr/>
            </p:nvSpPr>
            <p:spPr>
              <a:xfrm>
                <a:off x="892454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eye"/>
              <p:cNvSpPr/>
              <p:nvPr/>
            </p:nvSpPr>
            <p:spPr>
              <a:xfrm>
                <a:off x="943660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smile"/>
              <p:cNvSpPr/>
              <p:nvPr/>
            </p:nvSpPr>
            <p:spPr>
              <a:xfrm>
                <a:off x="897940" y="25877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9342" y="2474366"/>
              <a:ext cx="226771" cy="607162"/>
              <a:chOff x="1139342" y="2474366"/>
              <a:chExt cx="226771" cy="607162"/>
            </a:xfrm>
          </p:grpSpPr>
          <p:sp>
            <p:nvSpPr>
              <p:cNvPr id="314" name="arm"/>
              <p:cNvSpPr/>
              <p:nvPr/>
            </p:nvSpPr>
            <p:spPr>
              <a:xfrm>
                <a:off x="1146657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arm"/>
              <p:cNvSpPr/>
              <p:nvPr/>
            </p:nvSpPr>
            <p:spPr>
              <a:xfrm>
                <a:off x="1318564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pant leg"/>
              <p:cNvSpPr/>
              <p:nvPr/>
            </p:nvSpPr>
            <p:spPr>
              <a:xfrm>
                <a:off x="1186891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pant leg"/>
              <p:cNvSpPr/>
              <p:nvPr/>
            </p:nvSpPr>
            <p:spPr>
              <a:xfrm>
                <a:off x="1256385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hips"/>
              <p:cNvSpPr/>
              <p:nvPr/>
            </p:nvSpPr>
            <p:spPr>
              <a:xfrm>
                <a:off x="1186891" y="28291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shoe"/>
              <p:cNvSpPr/>
              <p:nvPr/>
            </p:nvSpPr>
            <p:spPr>
              <a:xfrm>
                <a:off x="1168603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shoe"/>
              <p:cNvSpPr/>
              <p:nvPr/>
            </p:nvSpPr>
            <p:spPr>
              <a:xfrm>
                <a:off x="1263700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shirt"/>
              <p:cNvSpPr/>
              <p:nvPr/>
            </p:nvSpPr>
            <p:spPr>
              <a:xfrm>
                <a:off x="1179576" y="26535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sleeve"/>
              <p:cNvSpPr/>
              <p:nvPr/>
            </p:nvSpPr>
            <p:spPr>
              <a:xfrm>
                <a:off x="1139342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sleeve"/>
              <p:cNvSpPr/>
              <p:nvPr/>
            </p:nvSpPr>
            <p:spPr>
              <a:xfrm>
                <a:off x="1311249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neck"/>
              <p:cNvSpPr/>
              <p:nvPr/>
            </p:nvSpPr>
            <p:spPr>
              <a:xfrm>
                <a:off x="1234440" y="26279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head"/>
              <p:cNvSpPr/>
              <p:nvPr/>
            </p:nvSpPr>
            <p:spPr>
              <a:xfrm>
                <a:off x="1188720" y="25146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hair"/>
              <p:cNvSpPr/>
              <p:nvPr/>
            </p:nvSpPr>
            <p:spPr>
              <a:xfrm rot="16200000">
                <a:off x="1225296" y="24743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eye"/>
              <p:cNvSpPr/>
              <p:nvPr/>
            </p:nvSpPr>
            <p:spPr>
              <a:xfrm>
                <a:off x="1221638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eye"/>
              <p:cNvSpPr/>
              <p:nvPr/>
            </p:nvSpPr>
            <p:spPr>
              <a:xfrm>
                <a:off x="1272844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smile"/>
              <p:cNvSpPr/>
              <p:nvPr/>
            </p:nvSpPr>
            <p:spPr>
              <a:xfrm>
                <a:off x="1227124" y="25877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3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68526" y="2474366"/>
              <a:ext cx="226771" cy="607162"/>
              <a:chOff x="1468526" y="2474366"/>
              <a:chExt cx="226771" cy="607162"/>
            </a:xfrm>
          </p:grpSpPr>
          <p:sp>
            <p:nvSpPr>
              <p:cNvPr id="331" name="arm"/>
              <p:cNvSpPr/>
              <p:nvPr/>
            </p:nvSpPr>
            <p:spPr>
              <a:xfrm>
                <a:off x="1475841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" name="arm"/>
              <p:cNvSpPr/>
              <p:nvPr/>
            </p:nvSpPr>
            <p:spPr>
              <a:xfrm>
                <a:off x="1647748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" name="pant leg"/>
              <p:cNvSpPr/>
              <p:nvPr/>
            </p:nvSpPr>
            <p:spPr>
              <a:xfrm>
                <a:off x="1516075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pant leg"/>
              <p:cNvSpPr/>
              <p:nvPr/>
            </p:nvSpPr>
            <p:spPr>
              <a:xfrm>
                <a:off x="1585569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hips"/>
              <p:cNvSpPr/>
              <p:nvPr/>
            </p:nvSpPr>
            <p:spPr>
              <a:xfrm>
                <a:off x="1516075" y="28291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shoe"/>
              <p:cNvSpPr/>
              <p:nvPr/>
            </p:nvSpPr>
            <p:spPr>
              <a:xfrm>
                <a:off x="1497787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shoe"/>
              <p:cNvSpPr/>
              <p:nvPr/>
            </p:nvSpPr>
            <p:spPr>
              <a:xfrm>
                <a:off x="1592884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shirt"/>
              <p:cNvSpPr/>
              <p:nvPr/>
            </p:nvSpPr>
            <p:spPr>
              <a:xfrm>
                <a:off x="1508760" y="26535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sleeve"/>
              <p:cNvSpPr/>
              <p:nvPr/>
            </p:nvSpPr>
            <p:spPr>
              <a:xfrm>
                <a:off x="1468526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sleeve"/>
              <p:cNvSpPr/>
              <p:nvPr/>
            </p:nvSpPr>
            <p:spPr>
              <a:xfrm>
                <a:off x="1640433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neck"/>
              <p:cNvSpPr/>
              <p:nvPr/>
            </p:nvSpPr>
            <p:spPr>
              <a:xfrm>
                <a:off x="1563624" y="26279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head"/>
              <p:cNvSpPr/>
              <p:nvPr/>
            </p:nvSpPr>
            <p:spPr>
              <a:xfrm>
                <a:off x="1517904" y="25146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hair"/>
              <p:cNvSpPr/>
              <p:nvPr/>
            </p:nvSpPr>
            <p:spPr>
              <a:xfrm rot="16200000">
                <a:off x="1554480" y="24743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" name="eye"/>
              <p:cNvSpPr/>
              <p:nvPr/>
            </p:nvSpPr>
            <p:spPr>
              <a:xfrm>
                <a:off x="1550822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" name="eye"/>
              <p:cNvSpPr/>
              <p:nvPr/>
            </p:nvSpPr>
            <p:spPr>
              <a:xfrm>
                <a:off x="1602028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" name="smile"/>
              <p:cNvSpPr/>
              <p:nvPr/>
            </p:nvSpPr>
            <p:spPr>
              <a:xfrm>
                <a:off x="1556308" y="25877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4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2474366"/>
              <a:ext cx="226771" cy="607162"/>
              <a:chOff x="1797710" y="2474366"/>
              <a:chExt cx="226771" cy="607162"/>
            </a:xfrm>
          </p:grpSpPr>
          <p:sp>
            <p:nvSpPr>
              <p:cNvPr id="348" name="arm"/>
              <p:cNvSpPr/>
              <p:nvPr/>
            </p:nvSpPr>
            <p:spPr>
              <a:xfrm>
                <a:off x="1805025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" name="arm"/>
              <p:cNvSpPr/>
              <p:nvPr/>
            </p:nvSpPr>
            <p:spPr>
              <a:xfrm>
                <a:off x="1976932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pant leg"/>
              <p:cNvSpPr/>
              <p:nvPr/>
            </p:nvSpPr>
            <p:spPr>
              <a:xfrm>
                <a:off x="1845259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" name="pant leg"/>
              <p:cNvSpPr/>
              <p:nvPr/>
            </p:nvSpPr>
            <p:spPr>
              <a:xfrm>
                <a:off x="1914753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" name="hips"/>
              <p:cNvSpPr/>
              <p:nvPr/>
            </p:nvSpPr>
            <p:spPr>
              <a:xfrm>
                <a:off x="1845259" y="28291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" name="shoe"/>
              <p:cNvSpPr/>
              <p:nvPr/>
            </p:nvSpPr>
            <p:spPr>
              <a:xfrm>
                <a:off x="1826971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" name="shoe"/>
              <p:cNvSpPr/>
              <p:nvPr/>
            </p:nvSpPr>
            <p:spPr>
              <a:xfrm>
                <a:off x="1922068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" name="shirt"/>
              <p:cNvSpPr/>
              <p:nvPr/>
            </p:nvSpPr>
            <p:spPr>
              <a:xfrm>
                <a:off x="1837943" y="26535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" name="sleeve"/>
              <p:cNvSpPr/>
              <p:nvPr/>
            </p:nvSpPr>
            <p:spPr>
              <a:xfrm>
                <a:off x="1797710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" name="sleeve"/>
              <p:cNvSpPr/>
              <p:nvPr/>
            </p:nvSpPr>
            <p:spPr>
              <a:xfrm>
                <a:off x="1969617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" name="neck"/>
              <p:cNvSpPr/>
              <p:nvPr/>
            </p:nvSpPr>
            <p:spPr>
              <a:xfrm>
                <a:off x="1892807" y="26279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" name="head"/>
              <p:cNvSpPr/>
              <p:nvPr/>
            </p:nvSpPr>
            <p:spPr>
              <a:xfrm>
                <a:off x="1847088" y="25146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" name="hair"/>
              <p:cNvSpPr/>
              <p:nvPr/>
            </p:nvSpPr>
            <p:spPr>
              <a:xfrm rot="16200000">
                <a:off x="1883664" y="24743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" name="eye"/>
              <p:cNvSpPr/>
              <p:nvPr/>
            </p:nvSpPr>
            <p:spPr>
              <a:xfrm>
                <a:off x="1880006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" name="eye"/>
              <p:cNvSpPr/>
              <p:nvPr/>
            </p:nvSpPr>
            <p:spPr>
              <a:xfrm>
                <a:off x="1931212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" name="smile"/>
              <p:cNvSpPr/>
              <p:nvPr/>
            </p:nvSpPr>
            <p:spPr>
              <a:xfrm>
                <a:off x="1885492" y="25877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6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26894" y="2474366"/>
              <a:ext cx="226771" cy="607162"/>
              <a:chOff x="2126894" y="2474366"/>
              <a:chExt cx="226771" cy="607162"/>
            </a:xfrm>
          </p:grpSpPr>
          <p:sp>
            <p:nvSpPr>
              <p:cNvPr id="365" name="arm"/>
              <p:cNvSpPr/>
              <p:nvPr/>
            </p:nvSpPr>
            <p:spPr>
              <a:xfrm>
                <a:off x="2134209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arm"/>
              <p:cNvSpPr/>
              <p:nvPr/>
            </p:nvSpPr>
            <p:spPr>
              <a:xfrm>
                <a:off x="2306116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" name="pant leg"/>
              <p:cNvSpPr/>
              <p:nvPr/>
            </p:nvSpPr>
            <p:spPr>
              <a:xfrm>
                <a:off x="2174443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pant leg"/>
              <p:cNvSpPr/>
              <p:nvPr/>
            </p:nvSpPr>
            <p:spPr>
              <a:xfrm>
                <a:off x="2243937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" name="hips"/>
              <p:cNvSpPr/>
              <p:nvPr/>
            </p:nvSpPr>
            <p:spPr>
              <a:xfrm>
                <a:off x="2174443" y="28291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" name="shoe"/>
              <p:cNvSpPr/>
              <p:nvPr/>
            </p:nvSpPr>
            <p:spPr>
              <a:xfrm>
                <a:off x="2156155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" name="shoe"/>
              <p:cNvSpPr/>
              <p:nvPr/>
            </p:nvSpPr>
            <p:spPr>
              <a:xfrm>
                <a:off x="2251252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shirt"/>
              <p:cNvSpPr/>
              <p:nvPr/>
            </p:nvSpPr>
            <p:spPr>
              <a:xfrm>
                <a:off x="2167127" y="26535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sleeve"/>
              <p:cNvSpPr/>
              <p:nvPr/>
            </p:nvSpPr>
            <p:spPr>
              <a:xfrm>
                <a:off x="2126894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" name="sleeve"/>
              <p:cNvSpPr/>
              <p:nvPr/>
            </p:nvSpPr>
            <p:spPr>
              <a:xfrm>
                <a:off x="2298801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neck"/>
              <p:cNvSpPr/>
              <p:nvPr/>
            </p:nvSpPr>
            <p:spPr>
              <a:xfrm>
                <a:off x="2221991" y="26279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" name="head"/>
              <p:cNvSpPr/>
              <p:nvPr/>
            </p:nvSpPr>
            <p:spPr>
              <a:xfrm>
                <a:off x="2176271" y="25146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" name="hair"/>
              <p:cNvSpPr/>
              <p:nvPr/>
            </p:nvSpPr>
            <p:spPr>
              <a:xfrm rot="16200000">
                <a:off x="2212847" y="24743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" name="eye"/>
              <p:cNvSpPr/>
              <p:nvPr/>
            </p:nvSpPr>
            <p:spPr>
              <a:xfrm>
                <a:off x="2209190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" name="eye"/>
              <p:cNvSpPr/>
              <p:nvPr/>
            </p:nvSpPr>
            <p:spPr>
              <a:xfrm>
                <a:off x="2260396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" name="smile"/>
              <p:cNvSpPr/>
              <p:nvPr/>
            </p:nvSpPr>
            <p:spPr>
              <a:xfrm>
                <a:off x="2214676" y="25877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8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456078" y="2474366"/>
              <a:ext cx="226771" cy="607162"/>
              <a:chOff x="2456078" y="2474366"/>
              <a:chExt cx="226771" cy="607162"/>
            </a:xfrm>
          </p:grpSpPr>
          <p:sp>
            <p:nvSpPr>
              <p:cNvPr id="382" name="arm"/>
              <p:cNvSpPr/>
              <p:nvPr/>
            </p:nvSpPr>
            <p:spPr>
              <a:xfrm>
                <a:off x="2463393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arm"/>
              <p:cNvSpPr/>
              <p:nvPr/>
            </p:nvSpPr>
            <p:spPr>
              <a:xfrm>
                <a:off x="2635300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pant leg"/>
              <p:cNvSpPr/>
              <p:nvPr/>
            </p:nvSpPr>
            <p:spPr>
              <a:xfrm>
                <a:off x="2503627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pant leg"/>
              <p:cNvSpPr/>
              <p:nvPr/>
            </p:nvSpPr>
            <p:spPr>
              <a:xfrm>
                <a:off x="2573121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" name="hips"/>
              <p:cNvSpPr/>
              <p:nvPr/>
            </p:nvSpPr>
            <p:spPr>
              <a:xfrm>
                <a:off x="2503627" y="28291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" name="shoe"/>
              <p:cNvSpPr/>
              <p:nvPr/>
            </p:nvSpPr>
            <p:spPr>
              <a:xfrm>
                <a:off x="2485339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" name="shoe"/>
              <p:cNvSpPr/>
              <p:nvPr/>
            </p:nvSpPr>
            <p:spPr>
              <a:xfrm>
                <a:off x="2580436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" name="shirt"/>
              <p:cNvSpPr/>
              <p:nvPr/>
            </p:nvSpPr>
            <p:spPr>
              <a:xfrm>
                <a:off x="2496312" y="26535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" name="sleeve"/>
              <p:cNvSpPr/>
              <p:nvPr/>
            </p:nvSpPr>
            <p:spPr>
              <a:xfrm>
                <a:off x="2456078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" name="sleeve"/>
              <p:cNvSpPr/>
              <p:nvPr/>
            </p:nvSpPr>
            <p:spPr>
              <a:xfrm>
                <a:off x="2627985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" name="neck"/>
              <p:cNvSpPr/>
              <p:nvPr/>
            </p:nvSpPr>
            <p:spPr>
              <a:xfrm>
                <a:off x="2551176" y="26279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head"/>
              <p:cNvSpPr/>
              <p:nvPr/>
            </p:nvSpPr>
            <p:spPr>
              <a:xfrm>
                <a:off x="2505456" y="25146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hair"/>
              <p:cNvSpPr/>
              <p:nvPr/>
            </p:nvSpPr>
            <p:spPr>
              <a:xfrm rot="16200000">
                <a:off x="2542032" y="24743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eye"/>
              <p:cNvSpPr/>
              <p:nvPr/>
            </p:nvSpPr>
            <p:spPr>
              <a:xfrm>
                <a:off x="2538374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eye"/>
              <p:cNvSpPr/>
              <p:nvPr/>
            </p:nvSpPr>
            <p:spPr>
              <a:xfrm>
                <a:off x="2589580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" name="smile"/>
              <p:cNvSpPr/>
              <p:nvPr/>
            </p:nvSpPr>
            <p:spPr>
              <a:xfrm>
                <a:off x="2543860" y="25877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9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85262" y="2474366"/>
              <a:ext cx="226771" cy="607162"/>
              <a:chOff x="2785262" y="2474366"/>
              <a:chExt cx="226771" cy="607162"/>
            </a:xfrm>
          </p:grpSpPr>
          <p:sp>
            <p:nvSpPr>
              <p:cNvPr id="399" name="arm"/>
              <p:cNvSpPr/>
              <p:nvPr/>
            </p:nvSpPr>
            <p:spPr>
              <a:xfrm>
                <a:off x="2792577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" name="arm"/>
              <p:cNvSpPr/>
              <p:nvPr/>
            </p:nvSpPr>
            <p:spPr>
              <a:xfrm>
                <a:off x="2964484" y="26645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" name="pant leg"/>
              <p:cNvSpPr/>
              <p:nvPr/>
            </p:nvSpPr>
            <p:spPr>
              <a:xfrm>
                <a:off x="2832811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" name="pant leg"/>
              <p:cNvSpPr/>
              <p:nvPr/>
            </p:nvSpPr>
            <p:spPr>
              <a:xfrm>
                <a:off x="2902305" y="28346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hips"/>
              <p:cNvSpPr/>
              <p:nvPr/>
            </p:nvSpPr>
            <p:spPr>
              <a:xfrm>
                <a:off x="2832811" y="28291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shoe"/>
              <p:cNvSpPr/>
              <p:nvPr/>
            </p:nvSpPr>
            <p:spPr>
              <a:xfrm>
                <a:off x="2814523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" name="shoe"/>
              <p:cNvSpPr/>
              <p:nvPr/>
            </p:nvSpPr>
            <p:spPr>
              <a:xfrm>
                <a:off x="2909620" y="30449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shirt"/>
              <p:cNvSpPr/>
              <p:nvPr/>
            </p:nvSpPr>
            <p:spPr>
              <a:xfrm>
                <a:off x="2825496" y="26535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" name="sleeve"/>
              <p:cNvSpPr/>
              <p:nvPr/>
            </p:nvSpPr>
            <p:spPr>
              <a:xfrm>
                <a:off x="2785262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" name="sleeve"/>
              <p:cNvSpPr/>
              <p:nvPr/>
            </p:nvSpPr>
            <p:spPr>
              <a:xfrm>
                <a:off x="2957169" y="26609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" name="neck"/>
              <p:cNvSpPr/>
              <p:nvPr/>
            </p:nvSpPr>
            <p:spPr>
              <a:xfrm>
                <a:off x="2880360" y="26279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" name="head"/>
              <p:cNvSpPr/>
              <p:nvPr/>
            </p:nvSpPr>
            <p:spPr>
              <a:xfrm>
                <a:off x="2834640" y="25146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" name="hair"/>
              <p:cNvSpPr/>
              <p:nvPr/>
            </p:nvSpPr>
            <p:spPr>
              <a:xfrm rot="16200000">
                <a:off x="2871216" y="24743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eye"/>
              <p:cNvSpPr/>
              <p:nvPr/>
            </p:nvSpPr>
            <p:spPr>
              <a:xfrm>
                <a:off x="2867558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" name="eye"/>
              <p:cNvSpPr/>
              <p:nvPr/>
            </p:nvSpPr>
            <p:spPr>
              <a:xfrm>
                <a:off x="2918764" y="25859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smile"/>
              <p:cNvSpPr/>
              <p:nvPr/>
            </p:nvSpPr>
            <p:spPr>
              <a:xfrm>
                <a:off x="2873044" y="25877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1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0974" y="3160166"/>
              <a:ext cx="226771" cy="607162"/>
              <a:chOff x="480974" y="3160166"/>
              <a:chExt cx="226771" cy="607162"/>
            </a:xfrm>
          </p:grpSpPr>
          <p:sp>
            <p:nvSpPr>
              <p:cNvPr id="416" name="arm"/>
              <p:cNvSpPr/>
              <p:nvPr/>
            </p:nvSpPr>
            <p:spPr>
              <a:xfrm>
                <a:off x="488289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" name="arm"/>
              <p:cNvSpPr/>
              <p:nvPr/>
            </p:nvSpPr>
            <p:spPr>
              <a:xfrm>
                <a:off x="660196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" name="pant leg"/>
              <p:cNvSpPr/>
              <p:nvPr/>
            </p:nvSpPr>
            <p:spPr>
              <a:xfrm>
                <a:off x="528523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" name="pant leg"/>
              <p:cNvSpPr/>
              <p:nvPr/>
            </p:nvSpPr>
            <p:spPr>
              <a:xfrm>
                <a:off x="598017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" name="hips"/>
              <p:cNvSpPr/>
              <p:nvPr/>
            </p:nvSpPr>
            <p:spPr>
              <a:xfrm>
                <a:off x="528523" y="35149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" name="shoe"/>
              <p:cNvSpPr/>
              <p:nvPr/>
            </p:nvSpPr>
            <p:spPr>
              <a:xfrm>
                <a:off x="510235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" name="shoe"/>
              <p:cNvSpPr/>
              <p:nvPr/>
            </p:nvSpPr>
            <p:spPr>
              <a:xfrm>
                <a:off x="605332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" name="shirt"/>
              <p:cNvSpPr/>
              <p:nvPr/>
            </p:nvSpPr>
            <p:spPr>
              <a:xfrm>
                <a:off x="521208" y="33393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" name="sleeve"/>
              <p:cNvSpPr/>
              <p:nvPr/>
            </p:nvSpPr>
            <p:spPr>
              <a:xfrm>
                <a:off x="480974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" name="sleeve"/>
              <p:cNvSpPr/>
              <p:nvPr/>
            </p:nvSpPr>
            <p:spPr>
              <a:xfrm>
                <a:off x="652881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" name="neck"/>
              <p:cNvSpPr/>
              <p:nvPr/>
            </p:nvSpPr>
            <p:spPr>
              <a:xfrm>
                <a:off x="576072" y="33137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" name="head"/>
              <p:cNvSpPr/>
              <p:nvPr/>
            </p:nvSpPr>
            <p:spPr>
              <a:xfrm>
                <a:off x="530352" y="32004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" name="hair"/>
              <p:cNvSpPr/>
              <p:nvPr/>
            </p:nvSpPr>
            <p:spPr>
              <a:xfrm rot="16200000">
                <a:off x="566928" y="31601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" name="eye"/>
              <p:cNvSpPr/>
              <p:nvPr/>
            </p:nvSpPr>
            <p:spPr>
              <a:xfrm>
                <a:off x="563270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" name="eye"/>
              <p:cNvSpPr/>
              <p:nvPr/>
            </p:nvSpPr>
            <p:spPr>
              <a:xfrm>
                <a:off x="614476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" name="smile"/>
              <p:cNvSpPr/>
              <p:nvPr/>
            </p:nvSpPr>
            <p:spPr>
              <a:xfrm>
                <a:off x="568756" y="32735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3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0158" y="3160166"/>
              <a:ext cx="226771" cy="607162"/>
              <a:chOff x="810158" y="3160166"/>
              <a:chExt cx="226771" cy="607162"/>
            </a:xfrm>
          </p:grpSpPr>
          <p:sp>
            <p:nvSpPr>
              <p:cNvPr id="433" name="arm"/>
              <p:cNvSpPr/>
              <p:nvPr/>
            </p:nvSpPr>
            <p:spPr>
              <a:xfrm>
                <a:off x="817473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" name="arm"/>
              <p:cNvSpPr/>
              <p:nvPr/>
            </p:nvSpPr>
            <p:spPr>
              <a:xfrm>
                <a:off x="989380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" name="pant leg"/>
              <p:cNvSpPr/>
              <p:nvPr/>
            </p:nvSpPr>
            <p:spPr>
              <a:xfrm>
                <a:off x="857707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" name="pant leg"/>
              <p:cNvSpPr/>
              <p:nvPr/>
            </p:nvSpPr>
            <p:spPr>
              <a:xfrm>
                <a:off x="927201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" name="hips"/>
              <p:cNvSpPr/>
              <p:nvPr/>
            </p:nvSpPr>
            <p:spPr>
              <a:xfrm>
                <a:off x="857707" y="35149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" name="shoe"/>
              <p:cNvSpPr/>
              <p:nvPr/>
            </p:nvSpPr>
            <p:spPr>
              <a:xfrm>
                <a:off x="839419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" name="shoe"/>
              <p:cNvSpPr/>
              <p:nvPr/>
            </p:nvSpPr>
            <p:spPr>
              <a:xfrm>
                <a:off x="934516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" name="shirt"/>
              <p:cNvSpPr/>
              <p:nvPr/>
            </p:nvSpPr>
            <p:spPr>
              <a:xfrm>
                <a:off x="850392" y="33393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" name="sleeve"/>
              <p:cNvSpPr/>
              <p:nvPr/>
            </p:nvSpPr>
            <p:spPr>
              <a:xfrm>
                <a:off x="810158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" name="sleeve"/>
              <p:cNvSpPr/>
              <p:nvPr/>
            </p:nvSpPr>
            <p:spPr>
              <a:xfrm>
                <a:off x="982065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" name="neck"/>
              <p:cNvSpPr/>
              <p:nvPr/>
            </p:nvSpPr>
            <p:spPr>
              <a:xfrm>
                <a:off x="905256" y="33137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" name="head"/>
              <p:cNvSpPr/>
              <p:nvPr/>
            </p:nvSpPr>
            <p:spPr>
              <a:xfrm>
                <a:off x="859536" y="32004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" name="hair"/>
              <p:cNvSpPr/>
              <p:nvPr/>
            </p:nvSpPr>
            <p:spPr>
              <a:xfrm rot="16200000">
                <a:off x="896112" y="31601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" name="eye"/>
              <p:cNvSpPr/>
              <p:nvPr/>
            </p:nvSpPr>
            <p:spPr>
              <a:xfrm>
                <a:off x="892454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" name="eye"/>
              <p:cNvSpPr/>
              <p:nvPr/>
            </p:nvSpPr>
            <p:spPr>
              <a:xfrm>
                <a:off x="943660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" name="smile"/>
              <p:cNvSpPr/>
              <p:nvPr/>
            </p:nvSpPr>
            <p:spPr>
              <a:xfrm>
                <a:off x="897940" y="32735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4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9342" y="3160166"/>
              <a:ext cx="226771" cy="607162"/>
              <a:chOff x="1139342" y="3160166"/>
              <a:chExt cx="226771" cy="607162"/>
            </a:xfrm>
          </p:grpSpPr>
          <p:sp>
            <p:nvSpPr>
              <p:cNvPr id="450" name="arm"/>
              <p:cNvSpPr/>
              <p:nvPr/>
            </p:nvSpPr>
            <p:spPr>
              <a:xfrm>
                <a:off x="1146657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" name="arm"/>
              <p:cNvSpPr/>
              <p:nvPr/>
            </p:nvSpPr>
            <p:spPr>
              <a:xfrm>
                <a:off x="1318564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" name="pant leg"/>
              <p:cNvSpPr/>
              <p:nvPr/>
            </p:nvSpPr>
            <p:spPr>
              <a:xfrm>
                <a:off x="1186891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" name="pant leg"/>
              <p:cNvSpPr/>
              <p:nvPr/>
            </p:nvSpPr>
            <p:spPr>
              <a:xfrm>
                <a:off x="1256385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" name="hips"/>
              <p:cNvSpPr/>
              <p:nvPr/>
            </p:nvSpPr>
            <p:spPr>
              <a:xfrm>
                <a:off x="1186891" y="35149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" name="shoe"/>
              <p:cNvSpPr/>
              <p:nvPr/>
            </p:nvSpPr>
            <p:spPr>
              <a:xfrm>
                <a:off x="1168603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" name="shoe"/>
              <p:cNvSpPr/>
              <p:nvPr/>
            </p:nvSpPr>
            <p:spPr>
              <a:xfrm>
                <a:off x="1263700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" name="shirt"/>
              <p:cNvSpPr/>
              <p:nvPr/>
            </p:nvSpPr>
            <p:spPr>
              <a:xfrm>
                <a:off x="1179576" y="33393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" name="sleeve"/>
              <p:cNvSpPr/>
              <p:nvPr/>
            </p:nvSpPr>
            <p:spPr>
              <a:xfrm>
                <a:off x="1139342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" name="sleeve"/>
              <p:cNvSpPr/>
              <p:nvPr/>
            </p:nvSpPr>
            <p:spPr>
              <a:xfrm>
                <a:off x="1311249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" name="neck"/>
              <p:cNvSpPr/>
              <p:nvPr/>
            </p:nvSpPr>
            <p:spPr>
              <a:xfrm>
                <a:off x="1234440" y="33137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" name="head"/>
              <p:cNvSpPr/>
              <p:nvPr/>
            </p:nvSpPr>
            <p:spPr>
              <a:xfrm>
                <a:off x="1188720" y="32004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" name="hair"/>
              <p:cNvSpPr/>
              <p:nvPr/>
            </p:nvSpPr>
            <p:spPr>
              <a:xfrm rot="16200000">
                <a:off x="1225296" y="31601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" name="eye"/>
              <p:cNvSpPr/>
              <p:nvPr/>
            </p:nvSpPr>
            <p:spPr>
              <a:xfrm>
                <a:off x="1221638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" name="eye"/>
              <p:cNvSpPr/>
              <p:nvPr/>
            </p:nvSpPr>
            <p:spPr>
              <a:xfrm>
                <a:off x="1272844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" name="smile"/>
              <p:cNvSpPr/>
              <p:nvPr/>
            </p:nvSpPr>
            <p:spPr>
              <a:xfrm>
                <a:off x="1227124" y="32735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6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68526" y="3160166"/>
              <a:ext cx="226771" cy="607162"/>
              <a:chOff x="1468526" y="3160166"/>
              <a:chExt cx="226771" cy="607162"/>
            </a:xfrm>
          </p:grpSpPr>
          <p:sp>
            <p:nvSpPr>
              <p:cNvPr id="467" name="arm"/>
              <p:cNvSpPr/>
              <p:nvPr/>
            </p:nvSpPr>
            <p:spPr>
              <a:xfrm>
                <a:off x="1475841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arm"/>
              <p:cNvSpPr/>
              <p:nvPr/>
            </p:nvSpPr>
            <p:spPr>
              <a:xfrm>
                <a:off x="1647748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" name="pant leg"/>
              <p:cNvSpPr/>
              <p:nvPr/>
            </p:nvSpPr>
            <p:spPr>
              <a:xfrm>
                <a:off x="1516075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" name="pant leg"/>
              <p:cNvSpPr/>
              <p:nvPr/>
            </p:nvSpPr>
            <p:spPr>
              <a:xfrm>
                <a:off x="1585569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" name="hips"/>
              <p:cNvSpPr/>
              <p:nvPr/>
            </p:nvSpPr>
            <p:spPr>
              <a:xfrm>
                <a:off x="1516075" y="35149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" name="shoe"/>
              <p:cNvSpPr/>
              <p:nvPr/>
            </p:nvSpPr>
            <p:spPr>
              <a:xfrm>
                <a:off x="1497787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" name="shoe"/>
              <p:cNvSpPr/>
              <p:nvPr/>
            </p:nvSpPr>
            <p:spPr>
              <a:xfrm>
                <a:off x="1592884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shirt"/>
              <p:cNvSpPr/>
              <p:nvPr/>
            </p:nvSpPr>
            <p:spPr>
              <a:xfrm>
                <a:off x="1508760" y="33393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sleeve"/>
              <p:cNvSpPr/>
              <p:nvPr/>
            </p:nvSpPr>
            <p:spPr>
              <a:xfrm>
                <a:off x="1468526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" name="sleeve"/>
              <p:cNvSpPr/>
              <p:nvPr/>
            </p:nvSpPr>
            <p:spPr>
              <a:xfrm>
                <a:off x="1640433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" name="neck"/>
              <p:cNvSpPr/>
              <p:nvPr/>
            </p:nvSpPr>
            <p:spPr>
              <a:xfrm>
                <a:off x="1563624" y="33137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head"/>
              <p:cNvSpPr/>
              <p:nvPr/>
            </p:nvSpPr>
            <p:spPr>
              <a:xfrm>
                <a:off x="1517904" y="32004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hair"/>
              <p:cNvSpPr/>
              <p:nvPr/>
            </p:nvSpPr>
            <p:spPr>
              <a:xfrm rot="16200000">
                <a:off x="1554480" y="31601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" name="eye"/>
              <p:cNvSpPr/>
              <p:nvPr/>
            </p:nvSpPr>
            <p:spPr>
              <a:xfrm>
                <a:off x="1550822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" name="eye"/>
              <p:cNvSpPr/>
              <p:nvPr/>
            </p:nvSpPr>
            <p:spPr>
              <a:xfrm>
                <a:off x="1602028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" name="smile"/>
              <p:cNvSpPr/>
              <p:nvPr/>
            </p:nvSpPr>
            <p:spPr>
              <a:xfrm>
                <a:off x="1556308" y="32735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8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3160166"/>
              <a:ext cx="226771" cy="607162"/>
              <a:chOff x="1797710" y="3160166"/>
              <a:chExt cx="226771" cy="607162"/>
            </a:xfrm>
          </p:grpSpPr>
          <p:sp>
            <p:nvSpPr>
              <p:cNvPr id="484" name="arm"/>
              <p:cNvSpPr/>
              <p:nvPr/>
            </p:nvSpPr>
            <p:spPr>
              <a:xfrm>
                <a:off x="1805025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" name="arm"/>
              <p:cNvSpPr/>
              <p:nvPr/>
            </p:nvSpPr>
            <p:spPr>
              <a:xfrm>
                <a:off x="1976932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" name="pant leg"/>
              <p:cNvSpPr/>
              <p:nvPr/>
            </p:nvSpPr>
            <p:spPr>
              <a:xfrm>
                <a:off x="1845259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" name="pant leg"/>
              <p:cNvSpPr/>
              <p:nvPr/>
            </p:nvSpPr>
            <p:spPr>
              <a:xfrm>
                <a:off x="1914753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" name="hips"/>
              <p:cNvSpPr/>
              <p:nvPr/>
            </p:nvSpPr>
            <p:spPr>
              <a:xfrm>
                <a:off x="1845259" y="35149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" name="shoe"/>
              <p:cNvSpPr/>
              <p:nvPr/>
            </p:nvSpPr>
            <p:spPr>
              <a:xfrm>
                <a:off x="1826971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" name="shoe"/>
              <p:cNvSpPr/>
              <p:nvPr/>
            </p:nvSpPr>
            <p:spPr>
              <a:xfrm>
                <a:off x="1922068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" name="shirt"/>
              <p:cNvSpPr/>
              <p:nvPr/>
            </p:nvSpPr>
            <p:spPr>
              <a:xfrm>
                <a:off x="1837943" y="33393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" name="sleeve"/>
              <p:cNvSpPr/>
              <p:nvPr/>
            </p:nvSpPr>
            <p:spPr>
              <a:xfrm>
                <a:off x="1797710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" name="sleeve"/>
              <p:cNvSpPr/>
              <p:nvPr/>
            </p:nvSpPr>
            <p:spPr>
              <a:xfrm>
                <a:off x="1969617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" name="neck"/>
              <p:cNvSpPr/>
              <p:nvPr/>
            </p:nvSpPr>
            <p:spPr>
              <a:xfrm>
                <a:off x="1892807" y="33137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" name="head"/>
              <p:cNvSpPr/>
              <p:nvPr/>
            </p:nvSpPr>
            <p:spPr>
              <a:xfrm>
                <a:off x="1847088" y="32004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" name="hair"/>
              <p:cNvSpPr/>
              <p:nvPr/>
            </p:nvSpPr>
            <p:spPr>
              <a:xfrm rot="16200000">
                <a:off x="1883664" y="31601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" name="eye"/>
              <p:cNvSpPr/>
              <p:nvPr/>
            </p:nvSpPr>
            <p:spPr>
              <a:xfrm>
                <a:off x="1880006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" name="eye"/>
              <p:cNvSpPr/>
              <p:nvPr/>
            </p:nvSpPr>
            <p:spPr>
              <a:xfrm>
                <a:off x="1931212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" name="smile"/>
              <p:cNvSpPr/>
              <p:nvPr/>
            </p:nvSpPr>
            <p:spPr>
              <a:xfrm>
                <a:off x="1885492" y="32735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0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26894" y="3160166"/>
              <a:ext cx="226771" cy="607162"/>
              <a:chOff x="2126894" y="3160166"/>
              <a:chExt cx="226771" cy="607162"/>
            </a:xfrm>
          </p:grpSpPr>
          <p:sp>
            <p:nvSpPr>
              <p:cNvPr id="501" name="arm"/>
              <p:cNvSpPr/>
              <p:nvPr/>
            </p:nvSpPr>
            <p:spPr>
              <a:xfrm>
                <a:off x="2134209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" name="arm"/>
              <p:cNvSpPr/>
              <p:nvPr/>
            </p:nvSpPr>
            <p:spPr>
              <a:xfrm>
                <a:off x="2306116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" name="pant leg"/>
              <p:cNvSpPr/>
              <p:nvPr/>
            </p:nvSpPr>
            <p:spPr>
              <a:xfrm>
                <a:off x="2174443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" name="pant leg"/>
              <p:cNvSpPr/>
              <p:nvPr/>
            </p:nvSpPr>
            <p:spPr>
              <a:xfrm>
                <a:off x="2243937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" name="hips"/>
              <p:cNvSpPr/>
              <p:nvPr/>
            </p:nvSpPr>
            <p:spPr>
              <a:xfrm>
                <a:off x="2174443" y="35149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" name="shoe"/>
              <p:cNvSpPr/>
              <p:nvPr/>
            </p:nvSpPr>
            <p:spPr>
              <a:xfrm>
                <a:off x="2156155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" name="shoe"/>
              <p:cNvSpPr/>
              <p:nvPr/>
            </p:nvSpPr>
            <p:spPr>
              <a:xfrm>
                <a:off x="2251252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" name="shirt"/>
              <p:cNvSpPr/>
              <p:nvPr/>
            </p:nvSpPr>
            <p:spPr>
              <a:xfrm>
                <a:off x="2167127" y="33393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" name="sleeve"/>
              <p:cNvSpPr/>
              <p:nvPr/>
            </p:nvSpPr>
            <p:spPr>
              <a:xfrm>
                <a:off x="2126894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" name="sleeve"/>
              <p:cNvSpPr/>
              <p:nvPr/>
            </p:nvSpPr>
            <p:spPr>
              <a:xfrm>
                <a:off x="2298801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" name="neck"/>
              <p:cNvSpPr/>
              <p:nvPr/>
            </p:nvSpPr>
            <p:spPr>
              <a:xfrm>
                <a:off x="2221991" y="33137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" name="head"/>
              <p:cNvSpPr/>
              <p:nvPr/>
            </p:nvSpPr>
            <p:spPr>
              <a:xfrm>
                <a:off x="2176271" y="32004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" name="hair"/>
              <p:cNvSpPr/>
              <p:nvPr/>
            </p:nvSpPr>
            <p:spPr>
              <a:xfrm rot="16200000">
                <a:off x="2212847" y="31601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" name="eye"/>
              <p:cNvSpPr/>
              <p:nvPr/>
            </p:nvSpPr>
            <p:spPr>
              <a:xfrm>
                <a:off x="2209190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" name="eye"/>
              <p:cNvSpPr/>
              <p:nvPr/>
            </p:nvSpPr>
            <p:spPr>
              <a:xfrm>
                <a:off x="2260396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" name="smile"/>
              <p:cNvSpPr/>
              <p:nvPr/>
            </p:nvSpPr>
            <p:spPr>
              <a:xfrm>
                <a:off x="2214676" y="32735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1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456078" y="3160166"/>
              <a:ext cx="226771" cy="607162"/>
              <a:chOff x="2456078" y="3160166"/>
              <a:chExt cx="226771" cy="607162"/>
            </a:xfrm>
          </p:grpSpPr>
          <p:sp>
            <p:nvSpPr>
              <p:cNvPr id="518" name="arm"/>
              <p:cNvSpPr/>
              <p:nvPr/>
            </p:nvSpPr>
            <p:spPr>
              <a:xfrm>
                <a:off x="2463393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" name="arm"/>
              <p:cNvSpPr/>
              <p:nvPr/>
            </p:nvSpPr>
            <p:spPr>
              <a:xfrm>
                <a:off x="2635300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" name="pant leg"/>
              <p:cNvSpPr/>
              <p:nvPr/>
            </p:nvSpPr>
            <p:spPr>
              <a:xfrm>
                <a:off x="2503627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" name="pant leg"/>
              <p:cNvSpPr/>
              <p:nvPr/>
            </p:nvSpPr>
            <p:spPr>
              <a:xfrm>
                <a:off x="2573121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" name="hips"/>
              <p:cNvSpPr/>
              <p:nvPr/>
            </p:nvSpPr>
            <p:spPr>
              <a:xfrm>
                <a:off x="2503627" y="35149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" name="shoe"/>
              <p:cNvSpPr/>
              <p:nvPr/>
            </p:nvSpPr>
            <p:spPr>
              <a:xfrm>
                <a:off x="2485339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" name="shoe"/>
              <p:cNvSpPr/>
              <p:nvPr/>
            </p:nvSpPr>
            <p:spPr>
              <a:xfrm>
                <a:off x="2580436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" name="shirt"/>
              <p:cNvSpPr/>
              <p:nvPr/>
            </p:nvSpPr>
            <p:spPr>
              <a:xfrm>
                <a:off x="2496312" y="33393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" name="sleeve"/>
              <p:cNvSpPr/>
              <p:nvPr/>
            </p:nvSpPr>
            <p:spPr>
              <a:xfrm>
                <a:off x="2456078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" name="sleeve"/>
              <p:cNvSpPr/>
              <p:nvPr/>
            </p:nvSpPr>
            <p:spPr>
              <a:xfrm>
                <a:off x="2627985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" name="neck"/>
              <p:cNvSpPr/>
              <p:nvPr/>
            </p:nvSpPr>
            <p:spPr>
              <a:xfrm>
                <a:off x="2551176" y="33137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" name="head"/>
              <p:cNvSpPr/>
              <p:nvPr/>
            </p:nvSpPr>
            <p:spPr>
              <a:xfrm>
                <a:off x="2505456" y="32004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" name="hair"/>
              <p:cNvSpPr/>
              <p:nvPr/>
            </p:nvSpPr>
            <p:spPr>
              <a:xfrm rot="16200000">
                <a:off x="2542032" y="31601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" name="eye"/>
              <p:cNvSpPr/>
              <p:nvPr/>
            </p:nvSpPr>
            <p:spPr>
              <a:xfrm>
                <a:off x="2538374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" name="eye"/>
              <p:cNvSpPr/>
              <p:nvPr/>
            </p:nvSpPr>
            <p:spPr>
              <a:xfrm>
                <a:off x="2589580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" name="smile"/>
              <p:cNvSpPr/>
              <p:nvPr/>
            </p:nvSpPr>
            <p:spPr>
              <a:xfrm>
                <a:off x="2543860" y="32735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3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85262" y="3160166"/>
              <a:ext cx="226771" cy="607162"/>
              <a:chOff x="2785262" y="3160166"/>
              <a:chExt cx="226771" cy="607162"/>
            </a:xfrm>
          </p:grpSpPr>
          <p:sp>
            <p:nvSpPr>
              <p:cNvPr id="535" name="arm"/>
              <p:cNvSpPr/>
              <p:nvPr/>
            </p:nvSpPr>
            <p:spPr>
              <a:xfrm>
                <a:off x="2792577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" name="arm"/>
              <p:cNvSpPr/>
              <p:nvPr/>
            </p:nvSpPr>
            <p:spPr>
              <a:xfrm>
                <a:off x="2964484" y="33503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" name="pant leg"/>
              <p:cNvSpPr/>
              <p:nvPr/>
            </p:nvSpPr>
            <p:spPr>
              <a:xfrm>
                <a:off x="2832811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" name="pant leg"/>
              <p:cNvSpPr/>
              <p:nvPr/>
            </p:nvSpPr>
            <p:spPr>
              <a:xfrm>
                <a:off x="2902305" y="35204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" name="hips"/>
              <p:cNvSpPr/>
              <p:nvPr/>
            </p:nvSpPr>
            <p:spPr>
              <a:xfrm>
                <a:off x="2832811" y="35149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" name="shoe"/>
              <p:cNvSpPr/>
              <p:nvPr/>
            </p:nvSpPr>
            <p:spPr>
              <a:xfrm>
                <a:off x="2814523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" name="shoe"/>
              <p:cNvSpPr/>
              <p:nvPr/>
            </p:nvSpPr>
            <p:spPr>
              <a:xfrm>
                <a:off x="2909620" y="37307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" name="shirt"/>
              <p:cNvSpPr/>
              <p:nvPr/>
            </p:nvSpPr>
            <p:spPr>
              <a:xfrm>
                <a:off x="2825496" y="33393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" name="sleeve"/>
              <p:cNvSpPr/>
              <p:nvPr/>
            </p:nvSpPr>
            <p:spPr>
              <a:xfrm>
                <a:off x="2785262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" name="sleeve"/>
              <p:cNvSpPr/>
              <p:nvPr/>
            </p:nvSpPr>
            <p:spPr>
              <a:xfrm>
                <a:off x="2957169" y="33467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" name="neck"/>
              <p:cNvSpPr/>
              <p:nvPr/>
            </p:nvSpPr>
            <p:spPr>
              <a:xfrm>
                <a:off x="2880360" y="33137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" name="head"/>
              <p:cNvSpPr/>
              <p:nvPr/>
            </p:nvSpPr>
            <p:spPr>
              <a:xfrm>
                <a:off x="2834640" y="32004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" name="hair"/>
              <p:cNvSpPr/>
              <p:nvPr/>
            </p:nvSpPr>
            <p:spPr>
              <a:xfrm rot="16200000">
                <a:off x="2871216" y="31601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" name="eye"/>
              <p:cNvSpPr/>
              <p:nvPr/>
            </p:nvSpPr>
            <p:spPr>
              <a:xfrm>
                <a:off x="2867558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" name="eye"/>
              <p:cNvSpPr/>
              <p:nvPr/>
            </p:nvSpPr>
            <p:spPr>
              <a:xfrm>
                <a:off x="2918764" y="32717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" name="smile"/>
              <p:cNvSpPr/>
              <p:nvPr/>
            </p:nvSpPr>
            <p:spPr>
              <a:xfrm>
                <a:off x="2873044" y="32735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5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0974" y="3845966"/>
              <a:ext cx="226771" cy="607162"/>
              <a:chOff x="480974" y="3845966"/>
              <a:chExt cx="226771" cy="607162"/>
            </a:xfrm>
          </p:grpSpPr>
          <p:sp>
            <p:nvSpPr>
              <p:cNvPr id="552" name="arm"/>
              <p:cNvSpPr/>
              <p:nvPr/>
            </p:nvSpPr>
            <p:spPr>
              <a:xfrm>
                <a:off x="488289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" name="arm"/>
              <p:cNvSpPr/>
              <p:nvPr/>
            </p:nvSpPr>
            <p:spPr>
              <a:xfrm>
                <a:off x="660196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" name="pant leg"/>
              <p:cNvSpPr/>
              <p:nvPr/>
            </p:nvSpPr>
            <p:spPr>
              <a:xfrm>
                <a:off x="528523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" name="pant leg"/>
              <p:cNvSpPr/>
              <p:nvPr/>
            </p:nvSpPr>
            <p:spPr>
              <a:xfrm>
                <a:off x="598017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" name="hips"/>
              <p:cNvSpPr/>
              <p:nvPr/>
            </p:nvSpPr>
            <p:spPr>
              <a:xfrm>
                <a:off x="528523" y="42007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" name="shoe"/>
              <p:cNvSpPr/>
              <p:nvPr/>
            </p:nvSpPr>
            <p:spPr>
              <a:xfrm>
                <a:off x="510235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" name="shoe"/>
              <p:cNvSpPr/>
              <p:nvPr/>
            </p:nvSpPr>
            <p:spPr>
              <a:xfrm>
                <a:off x="605332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" name="shirt"/>
              <p:cNvSpPr/>
              <p:nvPr/>
            </p:nvSpPr>
            <p:spPr>
              <a:xfrm>
                <a:off x="521208" y="40251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" name="sleeve"/>
              <p:cNvSpPr/>
              <p:nvPr/>
            </p:nvSpPr>
            <p:spPr>
              <a:xfrm>
                <a:off x="480974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" name="sleeve"/>
              <p:cNvSpPr/>
              <p:nvPr/>
            </p:nvSpPr>
            <p:spPr>
              <a:xfrm>
                <a:off x="652881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" name="neck"/>
              <p:cNvSpPr/>
              <p:nvPr/>
            </p:nvSpPr>
            <p:spPr>
              <a:xfrm>
                <a:off x="576072" y="39995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" name="head"/>
              <p:cNvSpPr/>
              <p:nvPr/>
            </p:nvSpPr>
            <p:spPr>
              <a:xfrm>
                <a:off x="530352" y="38862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" name="hair"/>
              <p:cNvSpPr/>
              <p:nvPr/>
            </p:nvSpPr>
            <p:spPr>
              <a:xfrm rot="16200000">
                <a:off x="566928" y="38459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" name="eye"/>
              <p:cNvSpPr/>
              <p:nvPr/>
            </p:nvSpPr>
            <p:spPr>
              <a:xfrm>
                <a:off x="563270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" name="eye"/>
              <p:cNvSpPr/>
              <p:nvPr/>
            </p:nvSpPr>
            <p:spPr>
              <a:xfrm>
                <a:off x="614476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" name="smile"/>
              <p:cNvSpPr/>
              <p:nvPr/>
            </p:nvSpPr>
            <p:spPr>
              <a:xfrm>
                <a:off x="568756" y="39593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6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0158" y="3845966"/>
              <a:ext cx="226771" cy="607162"/>
              <a:chOff x="810158" y="3845966"/>
              <a:chExt cx="226771" cy="607162"/>
            </a:xfrm>
          </p:grpSpPr>
          <p:sp>
            <p:nvSpPr>
              <p:cNvPr id="569" name="arm"/>
              <p:cNvSpPr/>
              <p:nvPr/>
            </p:nvSpPr>
            <p:spPr>
              <a:xfrm>
                <a:off x="817473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" name="arm"/>
              <p:cNvSpPr/>
              <p:nvPr/>
            </p:nvSpPr>
            <p:spPr>
              <a:xfrm>
                <a:off x="989380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" name="pant leg"/>
              <p:cNvSpPr/>
              <p:nvPr/>
            </p:nvSpPr>
            <p:spPr>
              <a:xfrm>
                <a:off x="857707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" name="pant leg"/>
              <p:cNvSpPr/>
              <p:nvPr/>
            </p:nvSpPr>
            <p:spPr>
              <a:xfrm>
                <a:off x="927201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" name="hips"/>
              <p:cNvSpPr/>
              <p:nvPr/>
            </p:nvSpPr>
            <p:spPr>
              <a:xfrm>
                <a:off x="857707" y="42007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" name="shoe"/>
              <p:cNvSpPr/>
              <p:nvPr/>
            </p:nvSpPr>
            <p:spPr>
              <a:xfrm>
                <a:off x="839419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" name="shoe"/>
              <p:cNvSpPr/>
              <p:nvPr/>
            </p:nvSpPr>
            <p:spPr>
              <a:xfrm>
                <a:off x="934516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" name="shirt"/>
              <p:cNvSpPr/>
              <p:nvPr/>
            </p:nvSpPr>
            <p:spPr>
              <a:xfrm>
                <a:off x="850392" y="40251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" name="sleeve"/>
              <p:cNvSpPr/>
              <p:nvPr/>
            </p:nvSpPr>
            <p:spPr>
              <a:xfrm>
                <a:off x="810158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" name="sleeve"/>
              <p:cNvSpPr/>
              <p:nvPr/>
            </p:nvSpPr>
            <p:spPr>
              <a:xfrm>
                <a:off x="982065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" name="neck"/>
              <p:cNvSpPr/>
              <p:nvPr/>
            </p:nvSpPr>
            <p:spPr>
              <a:xfrm>
                <a:off x="905256" y="39995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" name="head"/>
              <p:cNvSpPr/>
              <p:nvPr/>
            </p:nvSpPr>
            <p:spPr>
              <a:xfrm>
                <a:off x="859536" y="38862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" name="hair"/>
              <p:cNvSpPr/>
              <p:nvPr/>
            </p:nvSpPr>
            <p:spPr>
              <a:xfrm rot="16200000">
                <a:off x="896112" y="38459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" name="eye"/>
              <p:cNvSpPr/>
              <p:nvPr/>
            </p:nvSpPr>
            <p:spPr>
              <a:xfrm>
                <a:off x="892454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" name="eye"/>
              <p:cNvSpPr/>
              <p:nvPr/>
            </p:nvSpPr>
            <p:spPr>
              <a:xfrm>
                <a:off x="943660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" name="smile"/>
              <p:cNvSpPr/>
              <p:nvPr/>
            </p:nvSpPr>
            <p:spPr>
              <a:xfrm>
                <a:off x="897940" y="39593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9342" y="3845966"/>
              <a:ext cx="226771" cy="607162"/>
              <a:chOff x="1139342" y="3845966"/>
              <a:chExt cx="226771" cy="607162"/>
            </a:xfrm>
          </p:grpSpPr>
          <p:sp>
            <p:nvSpPr>
              <p:cNvPr id="586" name="arm"/>
              <p:cNvSpPr/>
              <p:nvPr/>
            </p:nvSpPr>
            <p:spPr>
              <a:xfrm>
                <a:off x="1146657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" name="arm"/>
              <p:cNvSpPr/>
              <p:nvPr/>
            </p:nvSpPr>
            <p:spPr>
              <a:xfrm>
                <a:off x="1318564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" name="pant leg"/>
              <p:cNvSpPr/>
              <p:nvPr/>
            </p:nvSpPr>
            <p:spPr>
              <a:xfrm>
                <a:off x="1186891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" name="pant leg"/>
              <p:cNvSpPr/>
              <p:nvPr/>
            </p:nvSpPr>
            <p:spPr>
              <a:xfrm>
                <a:off x="1256385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" name="hips"/>
              <p:cNvSpPr/>
              <p:nvPr/>
            </p:nvSpPr>
            <p:spPr>
              <a:xfrm>
                <a:off x="1186891" y="42007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" name="shoe"/>
              <p:cNvSpPr/>
              <p:nvPr/>
            </p:nvSpPr>
            <p:spPr>
              <a:xfrm>
                <a:off x="1168603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" name="shoe"/>
              <p:cNvSpPr/>
              <p:nvPr/>
            </p:nvSpPr>
            <p:spPr>
              <a:xfrm>
                <a:off x="1263700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" name="shirt"/>
              <p:cNvSpPr/>
              <p:nvPr/>
            </p:nvSpPr>
            <p:spPr>
              <a:xfrm>
                <a:off x="1179576" y="40251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" name="sleeve"/>
              <p:cNvSpPr/>
              <p:nvPr/>
            </p:nvSpPr>
            <p:spPr>
              <a:xfrm>
                <a:off x="1139342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" name="sleeve"/>
              <p:cNvSpPr/>
              <p:nvPr/>
            </p:nvSpPr>
            <p:spPr>
              <a:xfrm>
                <a:off x="1311249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" name="neck"/>
              <p:cNvSpPr/>
              <p:nvPr/>
            </p:nvSpPr>
            <p:spPr>
              <a:xfrm>
                <a:off x="1234440" y="39995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" name="head"/>
              <p:cNvSpPr/>
              <p:nvPr/>
            </p:nvSpPr>
            <p:spPr>
              <a:xfrm>
                <a:off x="1188720" y="38862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" name="hair"/>
              <p:cNvSpPr/>
              <p:nvPr/>
            </p:nvSpPr>
            <p:spPr>
              <a:xfrm rot="16200000">
                <a:off x="1225296" y="38459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" name="eye"/>
              <p:cNvSpPr/>
              <p:nvPr/>
            </p:nvSpPr>
            <p:spPr>
              <a:xfrm>
                <a:off x="1221638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" name="eye"/>
              <p:cNvSpPr/>
              <p:nvPr/>
            </p:nvSpPr>
            <p:spPr>
              <a:xfrm>
                <a:off x="1272844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" name="smile"/>
              <p:cNvSpPr/>
              <p:nvPr/>
            </p:nvSpPr>
            <p:spPr>
              <a:xfrm>
                <a:off x="1227124" y="39593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0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68526" y="3845966"/>
              <a:ext cx="226771" cy="607162"/>
              <a:chOff x="1468526" y="3845966"/>
              <a:chExt cx="226771" cy="607162"/>
            </a:xfrm>
          </p:grpSpPr>
          <p:sp>
            <p:nvSpPr>
              <p:cNvPr id="603" name="arm"/>
              <p:cNvSpPr/>
              <p:nvPr/>
            </p:nvSpPr>
            <p:spPr>
              <a:xfrm>
                <a:off x="1475841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" name="arm"/>
              <p:cNvSpPr/>
              <p:nvPr/>
            </p:nvSpPr>
            <p:spPr>
              <a:xfrm>
                <a:off x="1647748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" name="pant leg"/>
              <p:cNvSpPr/>
              <p:nvPr/>
            </p:nvSpPr>
            <p:spPr>
              <a:xfrm>
                <a:off x="1516075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" name="pant leg"/>
              <p:cNvSpPr/>
              <p:nvPr/>
            </p:nvSpPr>
            <p:spPr>
              <a:xfrm>
                <a:off x="1585569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" name="hips"/>
              <p:cNvSpPr/>
              <p:nvPr/>
            </p:nvSpPr>
            <p:spPr>
              <a:xfrm>
                <a:off x="1516075" y="42007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" name="shoe"/>
              <p:cNvSpPr/>
              <p:nvPr/>
            </p:nvSpPr>
            <p:spPr>
              <a:xfrm>
                <a:off x="1497787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" name="shoe"/>
              <p:cNvSpPr/>
              <p:nvPr/>
            </p:nvSpPr>
            <p:spPr>
              <a:xfrm>
                <a:off x="1592884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" name="shirt"/>
              <p:cNvSpPr/>
              <p:nvPr/>
            </p:nvSpPr>
            <p:spPr>
              <a:xfrm>
                <a:off x="1508760" y="40251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" name="sleeve"/>
              <p:cNvSpPr/>
              <p:nvPr/>
            </p:nvSpPr>
            <p:spPr>
              <a:xfrm>
                <a:off x="1468526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" name="sleeve"/>
              <p:cNvSpPr/>
              <p:nvPr/>
            </p:nvSpPr>
            <p:spPr>
              <a:xfrm>
                <a:off x="1640433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" name="neck"/>
              <p:cNvSpPr/>
              <p:nvPr/>
            </p:nvSpPr>
            <p:spPr>
              <a:xfrm>
                <a:off x="1563624" y="39995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" name="head"/>
              <p:cNvSpPr/>
              <p:nvPr/>
            </p:nvSpPr>
            <p:spPr>
              <a:xfrm>
                <a:off x="1517904" y="38862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" name="hair"/>
              <p:cNvSpPr/>
              <p:nvPr/>
            </p:nvSpPr>
            <p:spPr>
              <a:xfrm rot="16200000">
                <a:off x="1554480" y="38459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" name="eye"/>
              <p:cNvSpPr/>
              <p:nvPr/>
            </p:nvSpPr>
            <p:spPr>
              <a:xfrm>
                <a:off x="1550822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" name="eye"/>
              <p:cNvSpPr/>
              <p:nvPr/>
            </p:nvSpPr>
            <p:spPr>
              <a:xfrm>
                <a:off x="1602028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" name="smile"/>
              <p:cNvSpPr/>
              <p:nvPr/>
            </p:nvSpPr>
            <p:spPr>
              <a:xfrm>
                <a:off x="1556308" y="39593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1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3845966"/>
              <a:ext cx="226771" cy="607162"/>
              <a:chOff x="1797710" y="3845966"/>
              <a:chExt cx="226771" cy="607162"/>
            </a:xfrm>
          </p:grpSpPr>
          <p:sp>
            <p:nvSpPr>
              <p:cNvPr id="620" name="arm"/>
              <p:cNvSpPr/>
              <p:nvPr/>
            </p:nvSpPr>
            <p:spPr>
              <a:xfrm>
                <a:off x="1805025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" name="arm"/>
              <p:cNvSpPr/>
              <p:nvPr/>
            </p:nvSpPr>
            <p:spPr>
              <a:xfrm>
                <a:off x="1976932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" name="pant leg"/>
              <p:cNvSpPr/>
              <p:nvPr/>
            </p:nvSpPr>
            <p:spPr>
              <a:xfrm>
                <a:off x="1845259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" name="pant leg"/>
              <p:cNvSpPr/>
              <p:nvPr/>
            </p:nvSpPr>
            <p:spPr>
              <a:xfrm>
                <a:off x="1914753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" name="hips"/>
              <p:cNvSpPr/>
              <p:nvPr/>
            </p:nvSpPr>
            <p:spPr>
              <a:xfrm>
                <a:off x="1845259" y="42007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" name="shoe"/>
              <p:cNvSpPr/>
              <p:nvPr/>
            </p:nvSpPr>
            <p:spPr>
              <a:xfrm>
                <a:off x="1826971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" name="shoe"/>
              <p:cNvSpPr/>
              <p:nvPr/>
            </p:nvSpPr>
            <p:spPr>
              <a:xfrm>
                <a:off x="1922068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shirt"/>
              <p:cNvSpPr/>
              <p:nvPr/>
            </p:nvSpPr>
            <p:spPr>
              <a:xfrm>
                <a:off x="1837943" y="40251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" name="sleeve"/>
              <p:cNvSpPr/>
              <p:nvPr/>
            </p:nvSpPr>
            <p:spPr>
              <a:xfrm>
                <a:off x="1797710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" name="sleeve"/>
              <p:cNvSpPr/>
              <p:nvPr/>
            </p:nvSpPr>
            <p:spPr>
              <a:xfrm>
                <a:off x="1969617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" name="neck"/>
              <p:cNvSpPr/>
              <p:nvPr/>
            </p:nvSpPr>
            <p:spPr>
              <a:xfrm>
                <a:off x="1892807" y="39995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" name="head"/>
              <p:cNvSpPr/>
              <p:nvPr/>
            </p:nvSpPr>
            <p:spPr>
              <a:xfrm>
                <a:off x="1847088" y="38862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" name="hair"/>
              <p:cNvSpPr/>
              <p:nvPr/>
            </p:nvSpPr>
            <p:spPr>
              <a:xfrm rot="16200000">
                <a:off x="1883664" y="38459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eye"/>
              <p:cNvSpPr/>
              <p:nvPr/>
            </p:nvSpPr>
            <p:spPr>
              <a:xfrm>
                <a:off x="1880006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" name="eye"/>
              <p:cNvSpPr/>
              <p:nvPr/>
            </p:nvSpPr>
            <p:spPr>
              <a:xfrm>
                <a:off x="1931212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" name="smile"/>
              <p:cNvSpPr/>
              <p:nvPr/>
            </p:nvSpPr>
            <p:spPr>
              <a:xfrm>
                <a:off x="1885492" y="39593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3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26894" y="3845966"/>
              <a:ext cx="226771" cy="607162"/>
              <a:chOff x="2126894" y="3845966"/>
              <a:chExt cx="226771" cy="607162"/>
            </a:xfrm>
          </p:grpSpPr>
          <p:sp>
            <p:nvSpPr>
              <p:cNvPr id="637" name="arm"/>
              <p:cNvSpPr/>
              <p:nvPr/>
            </p:nvSpPr>
            <p:spPr>
              <a:xfrm>
                <a:off x="2134209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" name="arm"/>
              <p:cNvSpPr/>
              <p:nvPr/>
            </p:nvSpPr>
            <p:spPr>
              <a:xfrm>
                <a:off x="2306116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" name="pant leg"/>
              <p:cNvSpPr/>
              <p:nvPr/>
            </p:nvSpPr>
            <p:spPr>
              <a:xfrm>
                <a:off x="2174443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" name="pant leg"/>
              <p:cNvSpPr/>
              <p:nvPr/>
            </p:nvSpPr>
            <p:spPr>
              <a:xfrm>
                <a:off x="2243937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" name="hips"/>
              <p:cNvSpPr/>
              <p:nvPr/>
            </p:nvSpPr>
            <p:spPr>
              <a:xfrm>
                <a:off x="2174443" y="42007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" name="shoe"/>
              <p:cNvSpPr/>
              <p:nvPr/>
            </p:nvSpPr>
            <p:spPr>
              <a:xfrm>
                <a:off x="2156155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" name="shoe"/>
              <p:cNvSpPr/>
              <p:nvPr/>
            </p:nvSpPr>
            <p:spPr>
              <a:xfrm>
                <a:off x="2251252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" name="shirt"/>
              <p:cNvSpPr/>
              <p:nvPr/>
            </p:nvSpPr>
            <p:spPr>
              <a:xfrm>
                <a:off x="2167127" y="40251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" name="sleeve"/>
              <p:cNvSpPr/>
              <p:nvPr/>
            </p:nvSpPr>
            <p:spPr>
              <a:xfrm>
                <a:off x="2126894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" name="sleeve"/>
              <p:cNvSpPr/>
              <p:nvPr/>
            </p:nvSpPr>
            <p:spPr>
              <a:xfrm>
                <a:off x="2298801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" name="neck"/>
              <p:cNvSpPr/>
              <p:nvPr/>
            </p:nvSpPr>
            <p:spPr>
              <a:xfrm>
                <a:off x="2221991" y="39995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" name="head"/>
              <p:cNvSpPr/>
              <p:nvPr/>
            </p:nvSpPr>
            <p:spPr>
              <a:xfrm>
                <a:off x="2176271" y="38862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" name="hair"/>
              <p:cNvSpPr/>
              <p:nvPr/>
            </p:nvSpPr>
            <p:spPr>
              <a:xfrm rot="16200000">
                <a:off x="2212847" y="38459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" name="eye"/>
              <p:cNvSpPr/>
              <p:nvPr/>
            </p:nvSpPr>
            <p:spPr>
              <a:xfrm>
                <a:off x="2209190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" name="eye"/>
              <p:cNvSpPr/>
              <p:nvPr/>
            </p:nvSpPr>
            <p:spPr>
              <a:xfrm>
                <a:off x="2260396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" name="smile"/>
              <p:cNvSpPr/>
              <p:nvPr/>
            </p:nvSpPr>
            <p:spPr>
              <a:xfrm>
                <a:off x="2214676" y="39593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5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456078" y="3845966"/>
              <a:ext cx="226771" cy="607162"/>
              <a:chOff x="2456078" y="3845966"/>
              <a:chExt cx="226771" cy="607162"/>
            </a:xfrm>
          </p:grpSpPr>
          <p:sp>
            <p:nvSpPr>
              <p:cNvPr id="654" name="arm"/>
              <p:cNvSpPr/>
              <p:nvPr/>
            </p:nvSpPr>
            <p:spPr>
              <a:xfrm>
                <a:off x="2463393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" name="arm"/>
              <p:cNvSpPr/>
              <p:nvPr/>
            </p:nvSpPr>
            <p:spPr>
              <a:xfrm>
                <a:off x="2635300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" name="pant leg"/>
              <p:cNvSpPr/>
              <p:nvPr/>
            </p:nvSpPr>
            <p:spPr>
              <a:xfrm>
                <a:off x="2503627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" name="pant leg"/>
              <p:cNvSpPr/>
              <p:nvPr/>
            </p:nvSpPr>
            <p:spPr>
              <a:xfrm>
                <a:off x="2573121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" name="hips"/>
              <p:cNvSpPr/>
              <p:nvPr/>
            </p:nvSpPr>
            <p:spPr>
              <a:xfrm>
                <a:off x="2503627" y="42007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" name="shoe"/>
              <p:cNvSpPr/>
              <p:nvPr/>
            </p:nvSpPr>
            <p:spPr>
              <a:xfrm>
                <a:off x="2485339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" name="shoe"/>
              <p:cNvSpPr/>
              <p:nvPr/>
            </p:nvSpPr>
            <p:spPr>
              <a:xfrm>
                <a:off x="2580436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" name="shirt"/>
              <p:cNvSpPr/>
              <p:nvPr/>
            </p:nvSpPr>
            <p:spPr>
              <a:xfrm>
                <a:off x="2496312" y="40251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" name="sleeve"/>
              <p:cNvSpPr/>
              <p:nvPr/>
            </p:nvSpPr>
            <p:spPr>
              <a:xfrm>
                <a:off x="2456078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" name="sleeve"/>
              <p:cNvSpPr/>
              <p:nvPr/>
            </p:nvSpPr>
            <p:spPr>
              <a:xfrm>
                <a:off x="2627985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" name="neck"/>
              <p:cNvSpPr/>
              <p:nvPr/>
            </p:nvSpPr>
            <p:spPr>
              <a:xfrm>
                <a:off x="2551176" y="39995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" name="head"/>
              <p:cNvSpPr/>
              <p:nvPr/>
            </p:nvSpPr>
            <p:spPr>
              <a:xfrm>
                <a:off x="2505456" y="38862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" name="hair"/>
              <p:cNvSpPr/>
              <p:nvPr/>
            </p:nvSpPr>
            <p:spPr>
              <a:xfrm rot="16200000">
                <a:off x="2542032" y="38459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" name="eye"/>
              <p:cNvSpPr/>
              <p:nvPr/>
            </p:nvSpPr>
            <p:spPr>
              <a:xfrm>
                <a:off x="2538374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" name="eye"/>
              <p:cNvSpPr/>
              <p:nvPr/>
            </p:nvSpPr>
            <p:spPr>
              <a:xfrm>
                <a:off x="2589580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" name="smile"/>
              <p:cNvSpPr/>
              <p:nvPr/>
            </p:nvSpPr>
            <p:spPr>
              <a:xfrm>
                <a:off x="2543860" y="39593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7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85262" y="3845966"/>
              <a:ext cx="226771" cy="607162"/>
              <a:chOff x="2785262" y="3845966"/>
              <a:chExt cx="226771" cy="607162"/>
            </a:xfrm>
          </p:grpSpPr>
          <p:sp>
            <p:nvSpPr>
              <p:cNvPr id="671" name="arm"/>
              <p:cNvSpPr/>
              <p:nvPr/>
            </p:nvSpPr>
            <p:spPr>
              <a:xfrm>
                <a:off x="2792577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" name="arm"/>
              <p:cNvSpPr/>
              <p:nvPr/>
            </p:nvSpPr>
            <p:spPr>
              <a:xfrm>
                <a:off x="2964484" y="40361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" name="pant leg"/>
              <p:cNvSpPr/>
              <p:nvPr/>
            </p:nvSpPr>
            <p:spPr>
              <a:xfrm>
                <a:off x="2832811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" name="pant leg"/>
              <p:cNvSpPr/>
              <p:nvPr/>
            </p:nvSpPr>
            <p:spPr>
              <a:xfrm>
                <a:off x="2902305" y="42062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" name="hips"/>
              <p:cNvSpPr/>
              <p:nvPr/>
            </p:nvSpPr>
            <p:spPr>
              <a:xfrm>
                <a:off x="2832811" y="42007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" name="shoe"/>
              <p:cNvSpPr/>
              <p:nvPr/>
            </p:nvSpPr>
            <p:spPr>
              <a:xfrm>
                <a:off x="2814523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" name="shoe"/>
              <p:cNvSpPr/>
              <p:nvPr/>
            </p:nvSpPr>
            <p:spPr>
              <a:xfrm>
                <a:off x="2909620" y="44165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" name="shirt"/>
              <p:cNvSpPr/>
              <p:nvPr/>
            </p:nvSpPr>
            <p:spPr>
              <a:xfrm>
                <a:off x="2825496" y="40251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" name="sleeve"/>
              <p:cNvSpPr/>
              <p:nvPr/>
            </p:nvSpPr>
            <p:spPr>
              <a:xfrm>
                <a:off x="2785262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" name="sleeve"/>
              <p:cNvSpPr/>
              <p:nvPr/>
            </p:nvSpPr>
            <p:spPr>
              <a:xfrm>
                <a:off x="2957169" y="40325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" name="neck"/>
              <p:cNvSpPr/>
              <p:nvPr/>
            </p:nvSpPr>
            <p:spPr>
              <a:xfrm>
                <a:off x="2880360" y="39995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" name="head"/>
              <p:cNvSpPr/>
              <p:nvPr/>
            </p:nvSpPr>
            <p:spPr>
              <a:xfrm>
                <a:off x="2834640" y="38862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" name="hair"/>
              <p:cNvSpPr/>
              <p:nvPr/>
            </p:nvSpPr>
            <p:spPr>
              <a:xfrm rot="16200000">
                <a:off x="2871216" y="38459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" name="eye"/>
              <p:cNvSpPr/>
              <p:nvPr/>
            </p:nvSpPr>
            <p:spPr>
              <a:xfrm>
                <a:off x="2867558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" name="eye"/>
              <p:cNvSpPr/>
              <p:nvPr/>
            </p:nvSpPr>
            <p:spPr>
              <a:xfrm>
                <a:off x="2918764" y="39575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" name="smile"/>
              <p:cNvSpPr/>
              <p:nvPr/>
            </p:nvSpPr>
            <p:spPr>
              <a:xfrm>
                <a:off x="2873044" y="39593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8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0974" y="4531766"/>
              <a:ext cx="226771" cy="607162"/>
              <a:chOff x="480974" y="4531766"/>
              <a:chExt cx="226771" cy="607162"/>
            </a:xfrm>
          </p:grpSpPr>
          <p:sp>
            <p:nvSpPr>
              <p:cNvPr id="688" name="arm"/>
              <p:cNvSpPr/>
              <p:nvPr/>
            </p:nvSpPr>
            <p:spPr>
              <a:xfrm>
                <a:off x="488289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" name="arm"/>
              <p:cNvSpPr/>
              <p:nvPr/>
            </p:nvSpPr>
            <p:spPr>
              <a:xfrm>
                <a:off x="660196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" name="pant leg"/>
              <p:cNvSpPr/>
              <p:nvPr/>
            </p:nvSpPr>
            <p:spPr>
              <a:xfrm>
                <a:off x="528523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" name="pant leg"/>
              <p:cNvSpPr/>
              <p:nvPr/>
            </p:nvSpPr>
            <p:spPr>
              <a:xfrm>
                <a:off x="598017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" name="hips"/>
              <p:cNvSpPr/>
              <p:nvPr/>
            </p:nvSpPr>
            <p:spPr>
              <a:xfrm>
                <a:off x="528523" y="4886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" name="shoe"/>
              <p:cNvSpPr/>
              <p:nvPr/>
            </p:nvSpPr>
            <p:spPr>
              <a:xfrm>
                <a:off x="510235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" name="shoe"/>
              <p:cNvSpPr/>
              <p:nvPr/>
            </p:nvSpPr>
            <p:spPr>
              <a:xfrm>
                <a:off x="605332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" name="shirt"/>
              <p:cNvSpPr/>
              <p:nvPr/>
            </p:nvSpPr>
            <p:spPr>
              <a:xfrm>
                <a:off x="521208" y="4710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" name="sleeve"/>
              <p:cNvSpPr/>
              <p:nvPr/>
            </p:nvSpPr>
            <p:spPr>
              <a:xfrm>
                <a:off x="480974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" name="sleeve"/>
              <p:cNvSpPr/>
              <p:nvPr/>
            </p:nvSpPr>
            <p:spPr>
              <a:xfrm>
                <a:off x="652881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" name="neck"/>
              <p:cNvSpPr/>
              <p:nvPr/>
            </p:nvSpPr>
            <p:spPr>
              <a:xfrm>
                <a:off x="576072" y="4685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" name="head"/>
              <p:cNvSpPr/>
              <p:nvPr/>
            </p:nvSpPr>
            <p:spPr>
              <a:xfrm>
                <a:off x="530352" y="4572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" name="hair"/>
              <p:cNvSpPr/>
              <p:nvPr/>
            </p:nvSpPr>
            <p:spPr>
              <a:xfrm rot="16200000">
                <a:off x="566928" y="4531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" name="eye"/>
              <p:cNvSpPr/>
              <p:nvPr/>
            </p:nvSpPr>
            <p:spPr>
              <a:xfrm>
                <a:off x="563270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" name="eye"/>
              <p:cNvSpPr/>
              <p:nvPr/>
            </p:nvSpPr>
            <p:spPr>
              <a:xfrm>
                <a:off x="614476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" name="smile"/>
              <p:cNvSpPr/>
              <p:nvPr/>
            </p:nvSpPr>
            <p:spPr>
              <a:xfrm>
                <a:off x="568756" y="4645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0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10158" y="4531766"/>
              <a:ext cx="226771" cy="607162"/>
              <a:chOff x="810158" y="4531766"/>
              <a:chExt cx="226771" cy="607162"/>
            </a:xfrm>
          </p:grpSpPr>
          <p:sp>
            <p:nvSpPr>
              <p:cNvPr id="705" name="arm"/>
              <p:cNvSpPr/>
              <p:nvPr/>
            </p:nvSpPr>
            <p:spPr>
              <a:xfrm>
                <a:off x="817473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" name="arm"/>
              <p:cNvSpPr/>
              <p:nvPr/>
            </p:nvSpPr>
            <p:spPr>
              <a:xfrm>
                <a:off x="989380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" name="pant leg"/>
              <p:cNvSpPr/>
              <p:nvPr/>
            </p:nvSpPr>
            <p:spPr>
              <a:xfrm>
                <a:off x="857707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" name="pant leg"/>
              <p:cNvSpPr/>
              <p:nvPr/>
            </p:nvSpPr>
            <p:spPr>
              <a:xfrm>
                <a:off x="927201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" name="hips"/>
              <p:cNvSpPr/>
              <p:nvPr/>
            </p:nvSpPr>
            <p:spPr>
              <a:xfrm>
                <a:off x="857707" y="4886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shoe"/>
              <p:cNvSpPr/>
              <p:nvPr/>
            </p:nvSpPr>
            <p:spPr>
              <a:xfrm>
                <a:off x="839419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shoe"/>
              <p:cNvSpPr/>
              <p:nvPr/>
            </p:nvSpPr>
            <p:spPr>
              <a:xfrm>
                <a:off x="934516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" name="shirt"/>
              <p:cNvSpPr/>
              <p:nvPr/>
            </p:nvSpPr>
            <p:spPr>
              <a:xfrm>
                <a:off x="850392" y="4710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" name="sleeve"/>
              <p:cNvSpPr/>
              <p:nvPr/>
            </p:nvSpPr>
            <p:spPr>
              <a:xfrm>
                <a:off x="810158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" name="sleeve"/>
              <p:cNvSpPr/>
              <p:nvPr/>
            </p:nvSpPr>
            <p:spPr>
              <a:xfrm>
                <a:off x="982065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" name="neck"/>
              <p:cNvSpPr/>
              <p:nvPr/>
            </p:nvSpPr>
            <p:spPr>
              <a:xfrm>
                <a:off x="905256" y="4685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" name="head"/>
              <p:cNvSpPr/>
              <p:nvPr/>
            </p:nvSpPr>
            <p:spPr>
              <a:xfrm>
                <a:off x="859536" y="4572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" name="hair"/>
              <p:cNvSpPr/>
              <p:nvPr/>
            </p:nvSpPr>
            <p:spPr>
              <a:xfrm rot="16200000">
                <a:off x="896112" y="4531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" name="eye"/>
              <p:cNvSpPr/>
              <p:nvPr/>
            </p:nvSpPr>
            <p:spPr>
              <a:xfrm>
                <a:off x="892454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" name="eye"/>
              <p:cNvSpPr/>
              <p:nvPr/>
            </p:nvSpPr>
            <p:spPr>
              <a:xfrm>
                <a:off x="943660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" name="smile"/>
              <p:cNvSpPr/>
              <p:nvPr/>
            </p:nvSpPr>
            <p:spPr>
              <a:xfrm>
                <a:off x="897940" y="4645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2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139342" y="4531766"/>
              <a:ext cx="226771" cy="607162"/>
              <a:chOff x="1139342" y="4531766"/>
              <a:chExt cx="226771" cy="607162"/>
            </a:xfrm>
          </p:grpSpPr>
          <p:sp>
            <p:nvSpPr>
              <p:cNvPr id="722" name="arm"/>
              <p:cNvSpPr/>
              <p:nvPr/>
            </p:nvSpPr>
            <p:spPr>
              <a:xfrm>
                <a:off x="1146657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" name="arm"/>
              <p:cNvSpPr/>
              <p:nvPr/>
            </p:nvSpPr>
            <p:spPr>
              <a:xfrm>
                <a:off x="1318564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" name="pant leg"/>
              <p:cNvSpPr/>
              <p:nvPr/>
            </p:nvSpPr>
            <p:spPr>
              <a:xfrm>
                <a:off x="1186891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" name="pant leg"/>
              <p:cNvSpPr/>
              <p:nvPr/>
            </p:nvSpPr>
            <p:spPr>
              <a:xfrm>
                <a:off x="1256385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" name="hips"/>
              <p:cNvSpPr/>
              <p:nvPr/>
            </p:nvSpPr>
            <p:spPr>
              <a:xfrm>
                <a:off x="1186891" y="4886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" name="shoe"/>
              <p:cNvSpPr/>
              <p:nvPr/>
            </p:nvSpPr>
            <p:spPr>
              <a:xfrm>
                <a:off x="1168603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" name="shoe"/>
              <p:cNvSpPr/>
              <p:nvPr/>
            </p:nvSpPr>
            <p:spPr>
              <a:xfrm>
                <a:off x="1263700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" name="shirt"/>
              <p:cNvSpPr/>
              <p:nvPr/>
            </p:nvSpPr>
            <p:spPr>
              <a:xfrm>
                <a:off x="1179576" y="4710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" name="sleeve"/>
              <p:cNvSpPr/>
              <p:nvPr/>
            </p:nvSpPr>
            <p:spPr>
              <a:xfrm>
                <a:off x="1139342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" name="sleeve"/>
              <p:cNvSpPr/>
              <p:nvPr/>
            </p:nvSpPr>
            <p:spPr>
              <a:xfrm>
                <a:off x="1311249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" name="neck"/>
              <p:cNvSpPr/>
              <p:nvPr/>
            </p:nvSpPr>
            <p:spPr>
              <a:xfrm>
                <a:off x="1234440" y="4685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" name="head"/>
              <p:cNvSpPr/>
              <p:nvPr/>
            </p:nvSpPr>
            <p:spPr>
              <a:xfrm>
                <a:off x="1188720" y="4572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" name="hair"/>
              <p:cNvSpPr/>
              <p:nvPr/>
            </p:nvSpPr>
            <p:spPr>
              <a:xfrm rot="16200000">
                <a:off x="1225296" y="4531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" name="eye"/>
              <p:cNvSpPr/>
              <p:nvPr/>
            </p:nvSpPr>
            <p:spPr>
              <a:xfrm>
                <a:off x="1221638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" name="eye"/>
              <p:cNvSpPr/>
              <p:nvPr/>
            </p:nvSpPr>
            <p:spPr>
              <a:xfrm>
                <a:off x="1272844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" name="smile"/>
              <p:cNvSpPr/>
              <p:nvPr/>
            </p:nvSpPr>
            <p:spPr>
              <a:xfrm>
                <a:off x="1227124" y="4645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3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468526" y="4531766"/>
              <a:ext cx="226771" cy="607162"/>
              <a:chOff x="1468526" y="4531766"/>
              <a:chExt cx="226771" cy="607162"/>
            </a:xfrm>
          </p:grpSpPr>
          <p:sp>
            <p:nvSpPr>
              <p:cNvPr id="739" name="arm"/>
              <p:cNvSpPr/>
              <p:nvPr/>
            </p:nvSpPr>
            <p:spPr>
              <a:xfrm>
                <a:off x="1475841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" name="arm"/>
              <p:cNvSpPr/>
              <p:nvPr/>
            </p:nvSpPr>
            <p:spPr>
              <a:xfrm>
                <a:off x="1647748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" name="pant leg"/>
              <p:cNvSpPr/>
              <p:nvPr/>
            </p:nvSpPr>
            <p:spPr>
              <a:xfrm>
                <a:off x="1516075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" name="pant leg"/>
              <p:cNvSpPr/>
              <p:nvPr/>
            </p:nvSpPr>
            <p:spPr>
              <a:xfrm>
                <a:off x="1585569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" name="hips"/>
              <p:cNvSpPr/>
              <p:nvPr/>
            </p:nvSpPr>
            <p:spPr>
              <a:xfrm>
                <a:off x="1516075" y="4886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" name="shoe"/>
              <p:cNvSpPr/>
              <p:nvPr/>
            </p:nvSpPr>
            <p:spPr>
              <a:xfrm>
                <a:off x="1497787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" name="shoe"/>
              <p:cNvSpPr/>
              <p:nvPr/>
            </p:nvSpPr>
            <p:spPr>
              <a:xfrm>
                <a:off x="1592884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" name="shirt"/>
              <p:cNvSpPr/>
              <p:nvPr/>
            </p:nvSpPr>
            <p:spPr>
              <a:xfrm>
                <a:off x="1508760" y="4710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" name="sleeve"/>
              <p:cNvSpPr/>
              <p:nvPr/>
            </p:nvSpPr>
            <p:spPr>
              <a:xfrm>
                <a:off x="1468526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" name="sleeve"/>
              <p:cNvSpPr/>
              <p:nvPr/>
            </p:nvSpPr>
            <p:spPr>
              <a:xfrm>
                <a:off x="1640433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" name="neck"/>
              <p:cNvSpPr/>
              <p:nvPr/>
            </p:nvSpPr>
            <p:spPr>
              <a:xfrm>
                <a:off x="1563624" y="4685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" name="head"/>
              <p:cNvSpPr/>
              <p:nvPr/>
            </p:nvSpPr>
            <p:spPr>
              <a:xfrm>
                <a:off x="1517904" y="4572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" name="hair"/>
              <p:cNvSpPr/>
              <p:nvPr/>
            </p:nvSpPr>
            <p:spPr>
              <a:xfrm rot="16200000">
                <a:off x="1554480" y="4531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" name="eye"/>
              <p:cNvSpPr/>
              <p:nvPr/>
            </p:nvSpPr>
            <p:spPr>
              <a:xfrm>
                <a:off x="1550822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" name="eye"/>
              <p:cNvSpPr/>
              <p:nvPr/>
            </p:nvSpPr>
            <p:spPr>
              <a:xfrm>
                <a:off x="1602028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" name="smile"/>
              <p:cNvSpPr/>
              <p:nvPr/>
            </p:nvSpPr>
            <p:spPr>
              <a:xfrm>
                <a:off x="1556308" y="4645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5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797710" y="4531766"/>
              <a:ext cx="226771" cy="607162"/>
              <a:chOff x="1797710" y="4531766"/>
              <a:chExt cx="226771" cy="607162"/>
            </a:xfrm>
          </p:grpSpPr>
          <p:sp>
            <p:nvSpPr>
              <p:cNvPr id="756" name="arm"/>
              <p:cNvSpPr/>
              <p:nvPr/>
            </p:nvSpPr>
            <p:spPr>
              <a:xfrm>
                <a:off x="1805025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" name="arm"/>
              <p:cNvSpPr/>
              <p:nvPr/>
            </p:nvSpPr>
            <p:spPr>
              <a:xfrm>
                <a:off x="1976932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" name="pant leg"/>
              <p:cNvSpPr/>
              <p:nvPr/>
            </p:nvSpPr>
            <p:spPr>
              <a:xfrm>
                <a:off x="1845259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" name="pant leg"/>
              <p:cNvSpPr/>
              <p:nvPr/>
            </p:nvSpPr>
            <p:spPr>
              <a:xfrm>
                <a:off x="1914753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" name="hips"/>
              <p:cNvSpPr/>
              <p:nvPr/>
            </p:nvSpPr>
            <p:spPr>
              <a:xfrm>
                <a:off x="1845259" y="4886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" name="shoe"/>
              <p:cNvSpPr/>
              <p:nvPr/>
            </p:nvSpPr>
            <p:spPr>
              <a:xfrm>
                <a:off x="1826971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" name="shoe"/>
              <p:cNvSpPr/>
              <p:nvPr/>
            </p:nvSpPr>
            <p:spPr>
              <a:xfrm>
                <a:off x="1922068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" name="shirt"/>
              <p:cNvSpPr/>
              <p:nvPr/>
            </p:nvSpPr>
            <p:spPr>
              <a:xfrm>
                <a:off x="1837943" y="4710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" name="sleeve"/>
              <p:cNvSpPr/>
              <p:nvPr/>
            </p:nvSpPr>
            <p:spPr>
              <a:xfrm>
                <a:off x="1797710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" name="sleeve"/>
              <p:cNvSpPr/>
              <p:nvPr/>
            </p:nvSpPr>
            <p:spPr>
              <a:xfrm>
                <a:off x="1969617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" name="neck"/>
              <p:cNvSpPr/>
              <p:nvPr/>
            </p:nvSpPr>
            <p:spPr>
              <a:xfrm>
                <a:off x="1892807" y="4685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" name="head"/>
              <p:cNvSpPr/>
              <p:nvPr/>
            </p:nvSpPr>
            <p:spPr>
              <a:xfrm>
                <a:off x="1847088" y="4572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" name="hair"/>
              <p:cNvSpPr/>
              <p:nvPr/>
            </p:nvSpPr>
            <p:spPr>
              <a:xfrm rot="16200000">
                <a:off x="1883664" y="4531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" name="eye"/>
              <p:cNvSpPr/>
              <p:nvPr/>
            </p:nvSpPr>
            <p:spPr>
              <a:xfrm>
                <a:off x="1880006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" name="eye"/>
              <p:cNvSpPr/>
              <p:nvPr/>
            </p:nvSpPr>
            <p:spPr>
              <a:xfrm>
                <a:off x="1931212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" name="smile"/>
              <p:cNvSpPr/>
              <p:nvPr/>
            </p:nvSpPr>
            <p:spPr>
              <a:xfrm>
                <a:off x="1885492" y="4645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7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126894" y="4531766"/>
              <a:ext cx="226771" cy="607162"/>
              <a:chOff x="2126894" y="4531766"/>
              <a:chExt cx="226771" cy="607162"/>
            </a:xfrm>
          </p:grpSpPr>
          <p:sp>
            <p:nvSpPr>
              <p:cNvPr id="773" name="arm"/>
              <p:cNvSpPr/>
              <p:nvPr/>
            </p:nvSpPr>
            <p:spPr>
              <a:xfrm>
                <a:off x="2134209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" name="arm"/>
              <p:cNvSpPr/>
              <p:nvPr/>
            </p:nvSpPr>
            <p:spPr>
              <a:xfrm>
                <a:off x="2306116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" name="pant leg"/>
              <p:cNvSpPr/>
              <p:nvPr/>
            </p:nvSpPr>
            <p:spPr>
              <a:xfrm>
                <a:off x="2174443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" name="pant leg"/>
              <p:cNvSpPr/>
              <p:nvPr/>
            </p:nvSpPr>
            <p:spPr>
              <a:xfrm>
                <a:off x="2243937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" name="hips"/>
              <p:cNvSpPr/>
              <p:nvPr/>
            </p:nvSpPr>
            <p:spPr>
              <a:xfrm>
                <a:off x="2174443" y="4886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" name="shoe"/>
              <p:cNvSpPr/>
              <p:nvPr/>
            </p:nvSpPr>
            <p:spPr>
              <a:xfrm>
                <a:off x="2156155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" name="shoe"/>
              <p:cNvSpPr/>
              <p:nvPr/>
            </p:nvSpPr>
            <p:spPr>
              <a:xfrm>
                <a:off x="2251252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" name="shirt"/>
              <p:cNvSpPr/>
              <p:nvPr/>
            </p:nvSpPr>
            <p:spPr>
              <a:xfrm>
                <a:off x="2167127" y="4710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" name="sleeve"/>
              <p:cNvSpPr/>
              <p:nvPr/>
            </p:nvSpPr>
            <p:spPr>
              <a:xfrm>
                <a:off x="2126894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" name="sleeve"/>
              <p:cNvSpPr/>
              <p:nvPr/>
            </p:nvSpPr>
            <p:spPr>
              <a:xfrm>
                <a:off x="2298801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" name="neck"/>
              <p:cNvSpPr/>
              <p:nvPr/>
            </p:nvSpPr>
            <p:spPr>
              <a:xfrm>
                <a:off x="2221991" y="4685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" name="head"/>
              <p:cNvSpPr/>
              <p:nvPr/>
            </p:nvSpPr>
            <p:spPr>
              <a:xfrm>
                <a:off x="2176271" y="4572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" name="hair"/>
              <p:cNvSpPr/>
              <p:nvPr/>
            </p:nvSpPr>
            <p:spPr>
              <a:xfrm rot="16200000">
                <a:off x="2212847" y="4531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" name="eye"/>
              <p:cNvSpPr/>
              <p:nvPr/>
            </p:nvSpPr>
            <p:spPr>
              <a:xfrm>
                <a:off x="2209190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" name="eye"/>
              <p:cNvSpPr/>
              <p:nvPr/>
            </p:nvSpPr>
            <p:spPr>
              <a:xfrm>
                <a:off x="2260396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" name="smile"/>
              <p:cNvSpPr/>
              <p:nvPr/>
            </p:nvSpPr>
            <p:spPr>
              <a:xfrm>
                <a:off x="2214676" y="4645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8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456078" y="4531766"/>
              <a:ext cx="226771" cy="607162"/>
              <a:chOff x="2456078" y="4531766"/>
              <a:chExt cx="226771" cy="607162"/>
            </a:xfrm>
          </p:grpSpPr>
          <p:sp>
            <p:nvSpPr>
              <p:cNvPr id="790" name="arm"/>
              <p:cNvSpPr/>
              <p:nvPr/>
            </p:nvSpPr>
            <p:spPr>
              <a:xfrm>
                <a:off x="2463393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" name="arm"/>
              <p:cNvSpPr/>
              <p:nvPr/>
            </p:nvSpPr>
            <p:spPr>
              <a:xfrm>
                <a:off x="2635300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" name="pant leg"/>
              <p:cNvSpPr/>
              <p:nvPr/>
            </p:nvSpPr>
            <p:spPr>
              <a:xfrm>
                <a:off x="2503627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" name="pant leg"/>
              <p:cNvSpPr/>
              <p:nvPr/>
            </p:nvSpPr>
            <p:spPr>
              <a:xfrm>
                <a:off x="2573121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" name="hips"/>
              <p:cNvSpPr/>
              <p:nvPr/>
            </p:nvSpPr>
            <p:spPr>
              <a:xfrm>
                <a:off x="2503627" y="4886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" name="shoe"/>
              <p:cNvSpPr/>
              <p:nvPr/>
            </p:nvSpPr>
            <p:spPr>
              <a:xfrm>
                <a:off x="2485339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" name="shoe"/>
              <p:cNvSpPr/>
              <p:nvPr/>
            </p:nvSpPr>
            <p:spPr>
              <a:xfrm>
                <a:off x="2580436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" name="shirt"/>
              <p:cNvSpPr/>
              <p:nvPr/>
            </p:nvSpPr>
            <p:spPr>
              <a:xfrm>
                <a:off x="2496312" y="4710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" name="sleeve"/>
              <p:cNvSpPr/>
              <p:nvPr/>
            </p:nvSpPr>
            <p:spPr>
              <a:xfrm>
                <a:off x="2456078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" name="sleeve"/>
              <p:cNvSpPr/>
              <p:nvPr/>
            </p:nvSpPr>
            <p:spPr>
              <a:xfrm>
                <a:off x="2627985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" name="neck"/>
              <p:cNvSpPr/>
              <p:nvPr/>
            </p:nvSpPr>
            <p:spPr>
              <a:xfrm>
                <a:off x="2551176" y="4685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" name="head"/>
              <p:cNvSpPr/>
              <p:nvPr/>
            </p:nvSpPr>
            <p:spPr>
              <a:xfrm>
                <a:off x="2505456" y="4572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" name="hair"/>
              <p:cNvSpPr/>
              <p:nvPr/>
            </p:nvSpPr>
            <p:spPr>
              <a:xfrm rot="16200000">
                <a:off x="2542032" y="4531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" name="eye"/>
              <p:cNvSpPr/>
              <p:nvPr/>
            </p:nvSpPr>
            <p:spPr>
              <a:xfrm>
                <a:off x="2538374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" name="eye"/>
              <p:cNvSpPr/>
              <p:nvPr/>
            </p:nvSpPr>
            <p:spPr>
              <a:xfrm>
                <a:off x="2589580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" name="smile"/>
              <p:cNvSpPr/>
              <p:nvPr/>
            </p:nvSpPr>
            <p:spPr>
              <a:xfrm>
                <a:off x="2543860" y="4645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0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85262" y="4531766"/>
              <a:ext cx="226771" cy="607162"/>
              <a:chOff x="2785262" y="4531766"/>
              <a:chExt cx="226771" cy="607162"/>
            </a:xfrm>
          </p:grpSpPr>
          <p:sp>
            <p:nvSpPr>
              <p:cNvPr id="807" name="arm"/>
              <p:cNvSpPr/>
              <p:nvPr/>
            </p:nvSpPr>
            <p:spPr>
              <a:xfrm>
                <a:off x="2792577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" name="arm"/>
              <p:cNvSpPr/>
              <p:nvPr/>
            </p:nvSpPr>
            <p:spPr>
              <a:xfrm>
                <a:off x="2964484" y="472196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" name="pant leg"/>
              <p:cNvSpPr/>
              <p:nvPr/>
            </p:nvSpPr>
            <p:spPr>
              <a:xfrm>
                <a:off x="2832811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" name="pant leg"/>
              <p:cNvSpPr/>
              <p:nvPr/>
            </p:nvSpPr>
            <p:spPr>
              <a:xfrm>
                <a:off x="2902305" y="489204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" name="hips"/>
              <p:cNvSpPr/>
              <p:nvPr/>
            </p:nvSpPr>
            <p:spPr>
              <a:xfrm>
                <a:off x="2832811" y="488655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" name="shoe"/>
              <p:cNvSpPr/>
              <p:nvPr/>
            </p:nvSpPr>
            <p:spPr>
              <a:xfrm>
                <a:off x="2814523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" name="shoe"/>
              <p:cNvSpPr/>
              <p:nvPr/>
            </p:nvSpPr>
            <p:spPr>
              <a:xfrm>
                <a:off x="2909620" y="510235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" name="shirt"/>
              <p:cNvSpPr/>
              <p:nvPr/>
            </p:nvSpPr>
            <p:spPr>
              <a:xfrm>
                <a:off x="2825496" y="471098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" name="sleeve"/>
              <p:cNvSpPr/>
              <p:nvPr/>
            </p:nvSpPr>
            <p:spPr>
              <a:xfrm>
                <a:off x="2785262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" name="sleeve"/>
              <p:cNvSpPr/>
              <p:nvPr/>
            </p:nvSpPr>
            <p:spPr>
              <a:xfrm>
                <a:off x="2957169" y="471830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" name="neck"/>
              <p:cNvSpPr/>
              <p:nvPr/>
            </p:nvSpPr>
            <p:spPr>
              <a:xfrm>
                <a:off x="2880360" y="468538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" name="head"/>
              <p:cNvSpPr/>
              <p:nvPr/>
            </p:nvSpPr>
            <p:spPr>
              <a:xfrm>
                <a:off x="2834640" y="457200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" name="hair"/>
              <p:cNvSpPr/>
              <p:nvPr/>
            </p:nvSpPr>
            <p:spPr>
              <a:xfrm rot="16200000">
                <a:off x="2871216" y="453176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" name="eye"/>
              <p:cNvSpPr/>
              <p:nvPr/>
            </p:nvSpPr>
            <p:spPr>
              <a:xfrm>
                <a:off x="2867558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" name="eye"/>
              <p:cNvSpPr/>
              <p:nvPr/>
            </p:nvSpPr>
            <p:spPr>
              <a:xfrm>
                <a:off x="2918764" y="464332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" name="smile"/>
              <p:cNvSpPr/>
              <p:nvPr/>
            </p:nvSpPr>
            <p:spPr>
              <a:xfrm>
                <a:off x="2873044" y="464515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823" name="Sample box"/>
          <p:cNvSpPr/>
          <p:nvPr/>
        </p:nvSpPr>
        <p:spPr>
          <a:xfrm>
            <a:off x="7680960" y="868680"/>
            <a:ext cx="4160520" cy="448056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TextBox 823"/>
          <p:cNvSpPr txBox="1"/>
          <p:nvPr/>
        </p:nvSpPr>
        <p:spPr>
          <a:xfrm>
            <a:off x="9098280" y="941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333333"/>
                </a:solidFill>
                <a:latin typeface="Arial"/>
              </a:rPr>
              <a:t>Sample: 3 from each</a:t>
            </a:r>
          </a:p>
        </p:txBody>
      </p:sp>
      <p:grpSp>
        <p:nvGrpSpPr>
          <p:cNvPr id="825" name="Sample - 12 students" descr="Sample of 12 figures: 3 from each class year."/>
          <p:cNvGrpSpPr/>
          <p:nvPr/>
        </p:nvGrpSpPr>
        <p:grpSpPr>
          <a:xfrm>
            <a:off x="9204350" y="1212494"/>
            <a:ext cx="994867" cy="4036162"/>
            <a:chOff x="9204350" y="1212494"/>
            <a:chExt cx="994867" cy="4036162"/>
          </a:xfrm>
        </p:grpSpPr>
        <p:grpSp>
          <p:nvGrpSpPr>
            <p:cNvPr id="103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204350" y="1212494"/>
              <a:ext cx="226771" cy="607161"/>
              <a:chOff x="9204350" y="1212494"/>
              <a:chExt cx="226771" cy="607161"/>
            </a:xfrm>
          </p:grpSpPr>
          <p:sp>
            <p:nvSpPr>
              <p:cNvPr id="1036" name="arm"/>
              <p:cNvSpPr/>
              <p:nvPr/>
            </p:nvSpPr>
            <p:spPr>
              <a:xfrm>
                <a:off x="9211665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" name="arm"/>
              <p:cNvSpPr/>
              <p:nvPr/>
            </p:nvSpPr>
            <p:spPr>
              <a:xfrm>
                <a:off x="9383572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" name="pant leg"/>
              <p:cNvSpPr/>
              <p:nvPr/>
            </p:nvSpPr>
            <p:spPr>
              <a:xfrm>
                <a:off x="9251899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" name="pant leg"/>
              <p:cNvSpPr/>
              <p:nvPr/>
            </p:nvSpPr>
            <p:spPr>
              <a:xfrm>
                <a:off x="9321393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" name="hips"/>
              <p:cNvSpPr/>
              <p:nvPr/>
            </p:nvSpPr>
            <p:spPr>
              <a:xfrm>
                <a:off x="9251899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" name="shoe"/>
              <p:cNvSpPr/>
              <p:nvPr/>
            </p:nvSpPr>
            <p:spPr>
              <a:xfrm>
                <a:off x="9233611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" name="shoe"/>
              <p:cNvSpPr/>
              <p:nvPr/>
            </p:nvSpPr>
            <p:spPr>
              <a:xfrm>
                <a:off x="9328708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" name="shirt"/>
              <p:cNvSpPr/>
              <p:nvPr/>
            </p:nvSpPr>
            <p:spPr>
              <a:xfrm>
                <a:off x="9244584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" name="sleeve"/>
              <p:cNvSpPr/>
              <p:nvPr/>
            </p:nvSpPr>
            <p:spPr>
              <a:xfrm>
                <a:off x="9204350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" name="sleeve"/>
              <p:cNvSpPr/>
              <p:nvPr/>
            </p:nvSpPr>
            <p:spPr>
              <a:xfrm>
                <a:off x="9376257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" name="neck"/>
              <p:cNvSpPr/>
              <p:nvPr/>
            </p:nvSpPr>
            <p:spPr>
              <a:xfrm>
                <a:off x="9299448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" name="head"/>
              <p:cNvSpPr/>
              <p:nvPr/>
            </p:nvSpPr>
            <p:spPr>
              <a:xfrm>
                <a:off x="9253728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" name="hair"/>
              <p:cNvSpPr/>
              <p:nvPr/>
            </p:nvSpPr>
            <p:spPr>
              <a:xfrm rot="16200000">
                <a:off x="9290304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" name="eye"/>
              <p:cNvSpPr/>
              <p:nvPr/>
            </p:nvSpPr>
            <p:spPr>
              <a:xfrm>
                <a:off x="9286646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" name="eye"/>
              <p:cNvSpPr/>
              <p:nvPr/>
            </p:nvSpPr>
            <p:spPr>
              <a:xfrm>
                <a:off x="9337852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" name="smile"/>
              <p:cNvSpPr/>
              <p:nvPr/>
            </p:nvSpPr>
            <p:spPr>
              <a:xfrm>
                <a:off x="9292132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5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588398" y="1212494"/>
              <a:ext cx="226771" cy="607161"/>
              <a:chOff x="9588398" y="1212494"/>
              <a:chExt cx="226771" cy="607161"/>
            </a:xfrm>
          </p:grpSpPr>
          <p:sp>
            <p:nvSpPr>
              <p:cNvPr id="1053" name="arm"/>
              <p:cNvSpPr/>
              <p:nvPr/>
            </p:nvSpPr>
            <p:spPr>
              <a:xfrm>
                <a:off x="9595713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" name="arm"/>
              <p:cNvSpPr/>
              <p:nvPr/>
            </p:nvSpPr>
            <p:spPr>
              <a:xfrm>
                <a:off x="9767620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" name="pant leg"/>
              <p:cNvSpPr/>
              <p:nvPr/>
            </p:nvSpPr>
            <p:spPr>
              <a:xfrm>
                <a:off x="963594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" name="pant leg"/>
              <p:cNvSpPr/>
              <p:nvPr/>
            </p:nvSpPr>
            <p:spPr>
              <a:xfrm>
                <a:off x="9705441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" name="hips"/>
              <p:cNvSpPr/>
              <p:nvPr/>
            </p:nvSpPr>
            <p:spPr>
              <a:xfrm>
                <a:off x="9635947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" name="shoe"/>
              <p:cNvSpPr/>
              <p:nvPr/>
            </p:nvSpPr>
            <p:spPr>
              <a:xfrm>
                <a:off x="9617659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" name="shoe"/>
              <p:cNvSpPr/>
              <p:nvPr/>
            </p:nvSpPr>
            <p:spPr>
              <a:xfrm>
                <a:off x="9712756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" name="shirt"/>
              <p:cNvSpPr/>
              <p:nvPr/>
            </p:nvSpPr>
            <p:spPr>
              <a:xfrm>
                <a:off x="9628632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" name="sleeve"/>
              <p:cNvSpPr/>
              <p:nvPr/>
            </p:nvSpPr>
            <p:spPr>
              <a:xfrm>
                <a:off x="9588398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" name="sleeve"/>
              <p:cNvSpPr/>
              <p:nvPr/>
            </p:nvSpPr>
            <p:spPr>
              <a:xfrm>
                <a:off x="9760305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" name="neck"/>
              <p:cNvSpPr/>
              <p:nvPr/>
            </p:nvSpPr>
            <p:spPr>
              <a:xfrm>
                <a:off x="9683496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" name="head"/>
              <p:cNvSpPr/>
              <p:nvPr/>
            </p:nvSpPr>
            <p:spPr>
              <a:xfrm>
                <a:off x="9637776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" name="hair"/>
              <p:cNvSpPr/>
              <p:nvPr/>
            </p:nvSpPr>
            <p:spPr>
              <a:xfrm rot="16200000">
                <a:off x="9674352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" name="eye"/>
              <p:cNvSpPr/>
              <p:nvPr/>
            </p:nvSpPr>
            <p:spPr>
              <a:xfrm>
                <a:off x="9670694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" name="eye"/>
              <p:cNvSpPr/>
              <p:nvPr/>
            </p:nvSpPr>
            <p:spPr>
              <a:xfrm>
                <a:off x="9721900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" name="smile"/>
              <p:cNvSpPr/>
              <p:nvPr/>
            </p:nvSpPr>
            <p:spPr>
              <a:xfrm>
                <a:off x="9676180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6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972446" y="1212494"/>
              <a:ext cx="226771" cy="607161"/>
              <a:chOff x="9972446" y="1212494"/>
              <a:chExt cx="226771" cy="607161"/>
            </a:xfrm>
          </p:grpSpPr>
          <p:sp>
            <p:nvSpPr>
              <p:cNvPr id="1070" name="arm"/>
              <p:cNvSpPr/>
              <p:nvPr/>
            </p:nvSpPr>
            <p:spPr>
              <a:xfrm>
                <a:off x="9979761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" name="arm"/>
              <p:cNvSpPr/>
              <p:nvPr/>
            </p:nvSpPr>
            <p:spPr>
              <a:xfrm>
                <a:off x="10151668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" name="pant leg"/>
              <p:cNvSpPr/>
              <p:nvPr/>
            </p:nvSpPr>
            <p:spPr>
              <a:xfrm>
                <a:off x="10019995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" name="pant leg"/>
              <p:cNvSpPr/>
              <p:nvPr/>
            </p:nvSpPr>
            <p:spPr>
              <a:xfrm>
                <a:off x="10089489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" name="hips"/>
              <p:cNvSpPr/>
              <p:nvPr/>
            </p:nvSpPr>
            <p:spPr>
              <a:xfrm>
                <a:off x="10019995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" name="shoe"/>
              <p:cNvSpPr/>
              <p:nvPr/>
            </p:nvSpPr>
            <p:spPr>
              <a:xfrm>
                <a:off x="10001707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" name="shoe"/>
              <p:cNvSpPr/>
              <p:nvPr/>
            </p:nvSpPr>
            <p:spPr>
              <a:xfrm>
                <a:off x="10096804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" name="shirt"/>
              <p:cNvSpPr/>
              <p:nvPr/>
            </p:nvSpPr>
            <p:spPr>
              <a:xfrm>
                <a:off x="10012680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" name="sleeve"/>
              <p:cNvSpPr/>
              <p:nvPr/>
            </p:nvSpPr>
            <p:spPr>
              <a:xfrm>
                <a:off x="9972446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" name="sleeve"/>
              <p:cNvSpPr/>
              <p:nvPr/>
            </p:nvSpPr>
            <p:spPr>
              <a:xfrm>
                <a:off x="10144353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" name="neck"/>
              <p:cNvSpPr/>
              <p:nvPr/>
            </p:nvSpPr>
            <p:spPr>
              <a:xfrm>
                <a:off x="10067544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" name="head"/>
              <p:cNvSpPr/>
              <p:nvPr/>
            </p:nvSpPr>
            <p:spPr>
              <a:xfrm>
                <a:off x="10021824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" name="hair"/>
              <p:cNvSpPr/>
              <p:nvPr/>
            </p:nvSpPr>
            <p:spPr>
              <a:xfrm rot="16200000">
                <a:off x="10058400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" name="eye"/>
              <p:cNvSpPr/>
              <p:nvPr/>
            </p:nvSpPr>
            <p:spPr>
              <a:xfrm>
                <a:off x="10054742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" name="eye"/>
              <p:cNvSpPr/>
              <p:nvPr/>
            </p:nvSpPr>
            <p:spPr>
              <a:xfrm>
                <a:off x="10105948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" name="smile"/>
              <p:cNvSpPr/>
              <p:nvPr/>
            </p:nvSpPr>
            <p:spPr>
              <a:xfrm>
                <a:off x="10060228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9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204350" y="2355494"/>
              <a:ext cx="226771" cy="607162"/>
              <a:chOff x="9204350" y="2355494"/>
              <a:chExt cx="226771" cy="607162"/>
            </a:xfrm>
          </p:grpSpPr>
          <p:sp>
            <p:nvSpPr>
              <p:cNvPr id="1296" name="arm"/>
              <p:cNvSpPr/>
              <p:nvPr/>
            </p:nvSpPr>
            <p:spPr>
              <a:xfrm>
                <a:off x="9211665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7" name="arm"/>
              <p:cNvSpPr/>
              <p:nvPr/>
            </p:nvSpPr>
            <p:spPr>
              <a:xfrm>
                <a:off x="9383572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8" name="pant leg"/>
              <p:cNvSpPr/>
              <p:nvPr/>
            </p:nvSpPr>
            <p:spPr>
              <a:xfrm>
                <a:off x="9251899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9" name="pant leg"/>
              <p:cNvSpPr/>
              <p:nvPr/>
            </p:nvSpPr>
            <p:spPr>
              <a:xfrm>
                <a:off x="9321393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0" name="hips"/>
              <p:cNvSpPr/>
              <p:nvPr/>
            </p:nvSpPr>
            <p:spPr>
              <a:xfrm>
                <a:off x="9251899" y="2710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1" name="shoe"/>
              <p:cNvSpPr/>
              <p:nvPr/>
            </p:nvSpPr>
            <p:spPr>
              <a:xfrm>
                <a:off x="9233611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2" name="shoe"/>
              <p:cNvSpPr/>
              <p:nvPr/>
            </p:nvSpPr>
            <p:spPr>
              <a:xfrm>
                <a:off x="9328708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3" name="shirt"/>
              <p:cNvSpPr/>
              <p:nvPr/>
            </p:nvSpPr>
            <p:spPr>
              <a:xfrm>
                <a:off x="9244584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4" name="sleeve"/>
              <p:cNvSpPr/>
              <p:nvPr/>
            </p:nvSpPr>
            <p:spPr>
              <a:xfrm>
                <a:off x="9204350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5" name="sleeve"/>
              <p:cNvSpPr/>
              <p:nvPr/>
            </p:nvSpPr>
            <p:spPr>
              <a:xfrm>
                <a:off x="9376257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6" name="neck"/>
              <p:cNvSpPr/>
              <p:nvPr/>
            </p:nvSpPr>
            <p:spPr>
              <a:xfrm>
                <a:off x="9299448" y="2509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7" name="head"/>
              <p:cNvSpPr/>
              <p:nvPr/>
            </p:nvSpPr>
            <p:spPr>
              <a:xfrm>
                <a:off x="9253728" y="2395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8" name="hair"/>
              <p:cNvSpPr/>
              <p:nvPr/>
            </p:nvSpPr>
            <p:spPr>
              <a:xfrm rot="16200000">
                <a:off x="9290304" y="2355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9" name="eye"/>
              <p:cNvSpPr/>
              <p:nvPr/>
            </p:nvSpPr>
            <p:spPr>
              <a:xfrm>
                <a:off x="9286646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0" name="eye"/>
              <p:cNvSpPr/>
              <p:nvPr/>
            </p:nvSpPr>
            <p:spPr>
              <a:xfrm>
                <a:off x="9337852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1" name="smile"/>
              <p:cNvSpPr/>
              <p:nvPr/>
            </p:nvSpPr>
            <p:spPr>
              <a:xfrm>
                <a:off x="9292132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1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588398" y="2355494"/>
              <a:ext cx="226771" cy="607162"/>
              <a:chOff x="9588398" y="2355494"/>
              <a:chExt cx="226771" cy="607162"/>
            </a:xfrm>
          </p:grpSpPr>
          <p:sp>
            <p:nvSpPr>
              <p:cNvPr id="1313" name="arm"/>
              <p:cNvSpPr/>
              <p:nvPr/>
            </p:nvSpPr>
            <p:spPr>
              <a:xfrm>
                <a:off x="9595713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4" name="arm"/>
              <p:cNvSpPr/>
              <p:nvPr/>
            </p:nvSpPr>
            <p:spPr>
              <a:xfrm>
                <a:off x="9767620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5" name="pant leg"/>
              <p:cNvSpPr/>
              <p:nvPr/>
            </p:nvSpPr>
            <p:spPr>
              <a:xfrm>
                <a:off x="9635947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6" name="pant leg"/>
              <p:cNvSpPr/>
              <p:nvPr/>
            </p:nvSpPr>
            <p:spPr>
              <a:xfrm>
                <a:off x="9705441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7" name="hips"/>
              <p:cNvSpPr/>
              <p:nvPr/>
            </p:nvSpPr>
            <p:spPr>
              <a:xfrm>
                <a:off x="9635947" y="2710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8" name="shoe"/>
              <p:cNvSpPr/>
              <p:nvPr/>
            </p:nvSpPr>
            <p:spPr>
              <a:xfrm>
                <a:off x="9617659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9" name="shoe"/>
              <p:cNvSpPr/>
              <p:nvPr/>
            </p:nvSpPr>
            <p:spPr>
              <a:xfrm>
                <a:off x="9712756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0" name="shirt"/>
              <p:cNvSpPr/>
              <p:nvPr/>
            </p:nvSpPr>
            <p:spPr>
              <a:xfrm>
                <a:off x="9628632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1" name="sleeve"/>
              <p:cNvSpPr/>
              <p:nvPr/>
            </p:nvSpPr>
            <p:spPr>
              <a:xfrm>
                <a:off x="9588398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2" name="sleeve"/>
              <p:cNvSpPr/>
              <p:nvPr/>
            </p:nvSpPr>
            <p:spPr>
              <a:xfrm>
                <a:off x="9760305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3" name="neck"/>
              <p:cNvSpPr/>
              <p:nvPr/>
            </p:nvSpPr>
            <p:spPr>
              <a:xfrm>
                <a:off x="9683496" y="2509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4" name="head"/>
              <p:cNvSpPr/>
              <p:nvPr/>
            </p:nvSpPr>
            <p:spPr>
              <a:xfrm>
                <a:off x="9637776" y="2395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5" name="hair"/>
              <p:cNvSpPr/>
              <p:nvPr/>
            </p:nvSpPr>
            <p:spPr>
              <a:xfrm rot="16200000">
                <a:off x="9674352" y="2355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6" name="eye"/>
              <p:cNvSpPr/>
              <p:nvPr/>
            </p:nvSpPr>
            <p:spPr>
              <a:xfrm>
                <a:off x="9670694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7" name="eye"/>
              <p:cNvSpPr/>
              <p:nvPr/>
            </p:nvSpPr>
            <p:spPr>
              <a:xfrm>
                <a:off x="9721900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8" name="smile"/>
              <p:cNvSpPr/>
              <p:nvPr/>
            </p:nvSpPr>
            <p:spPr>
              <a:xfrm>
                <a:off x="9676180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2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972446" y="2355494"/>
              <a:ext cx="226771" cy="607162"/>
              <a:chOff x="9972446" y="2355494"/>
              <a:chExt cx="226771" cy="607162"/>
            </a:xfrm>
          </p:grpSpPr>
          <p:sp>
            <p:nvSpPr>
              <p:cNvPr id="1330" name="arm"/>
              <p:cNvSpPr/>
              <p:nvPr/>
            </p:nvSpPr>
            <p:spPr>
              <a:xfrm>
                <a:off x="9979761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1" name="arm"/>
              <p:cNvSpPr/>
              <p:nvPr/>
            </p:nvSpPr>
            <p:spPr>
              <a:xfrm>
                <a:off x="10151668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2" name="pant leg"/>
              <p:cNvSpPr/>
              <p:nvPr/>
            </p:nvSpPr>
            <p:spPr>
              <a:xfrm>
                <a:off x="10019995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3" name="pant leg"/>
              <p:cNvSpPr/>
              <p:nvPr/>
            </p:nvSpPr>
            <p:spPr>
              <a:xfrm>
                <a:off x="10089489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4" name="hips"/>
              <p:cNvSpPr/>
              <p:nvPr/>
            </p:nvSpPr>
            <p:spPr>
              <a:xfrm>
                <a:off x="10019995" y="2710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5" name="shoe"/>
              <p:cNvSpPr/>
              <p:nvPr/>
            </p:nvSpPr>
            <p:spPr>
              <a:xfrm>
                <a:off x="10001707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6" name="shoe"/>
              <p:cNvSpPr/>
              <p:nvPr/>
            </p:nvSpPr>
            <p:spPr>
              <a:xfrm>
                <a:off x="10096804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7" name="shirt"/>
              <p:cNvSpPr/>
              <p:nvPr/>
            </p:nvSpPr>
            <p:spPr>
              <a:xfrm>
                <a:off x="10012680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8" name="sleeve"/>
              <p:cNvSpPr/>
              <p:nvPr/>
            </p:nvSpPr>
            <p:spPr>
              <a:xfrm>
                <a:off x="9972446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9" name="sleeve"/>
              <p:cNvSpPr/>
              <p:nvPr/>
            </p:nvSpPr>
            <p:spPr>
              <a:xfrm>
                <a:off x="10144353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0" name="neck"/>
              <p:cNvSpPr/>
              <p:nvPr/>
            </p:nvSpPr>
            <p:spPr>
              <a:xfrm>
                <a:off x="10067544" y="2509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1" name="head"/>
              <p:cNvSpPr/>
              <p:nvPr/>
            </p:nvSpPr>
            <p:spPr>
              <a:xfrm>
                <a:off x="10021824" y="2395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2" name="hair"/>
              <p:cNvSpPr/>
              <p:nvPr/>
            </p:nvSpPr>
            <p:spPr>
              <a:xfrm rot="16200000">
                <a:off x="10058400" y="2355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3" name="eye"/>
              <p:cNvSpPr/>
              <p:nvPr/>
            </p:nvSpPr>
            <p:spPr>
              <a:xfrm>
                <a:off x="10054742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4" name="eye"/>
              <p:cNvSpPr/>
              <p:nvPr/>
            </p:nvSpPr>
            <p:spPr>
              <a:xfrm>
                <a:off x="10105948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5" name="smile"/>
              <p:cNvSpPr/>
              <p:nvPr/>
            </p:nvSpPr>
            <p:spPr>
              <a:xfrm>
                <a:off x="10060228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5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204350" y="3498494"/>
              <a:ext cx="226771" cy="607162"/>
              <a:chOff x="9204350" y="3498494"/>
              <a:chExt cx="226771" cy="607162"/>
            </a:xfrm>
          </p:grpSpPr>
          <p:sp>
            <p:nvSpPr>
              <p:cNvPr id="1556" name="arm"/>
              <p:cNvSpPr/>
              <p:nvPr/>
            </p:nvSpPr>
            <p:spPr>
              <a:xfrm>
                <a:off x="9211665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7" name="arm"/>
              <p:cNvSpPr/>
              <p:nvPr/>
            </p:nvSpPr>
            <p:spPr>
              <a:xfrm>
                <a:off x="9383572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8" name="pant leg"/>
              <p:cNvSpPr/>
              <p:nvPr/>
            </p:nvSpPr>
            <p:spPr>
              <a:xfrm>
                <a:off x="9251899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9" name="pant leg"/>
              <p:cNvSpPr/>
              <p:nvPr/>
            </p:nvSpPr>
            <p:spPr>
              <a:xfrm>
                <a:off x="9321393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0" name="hips"/>
              <p:cNvSpPr/>
              <p:nvPr/>
            </p:nvSpPr>
            <p:spPr>
              <a:xfrm>
                <a:off x="9251899" y="3853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1" name="shoe"/>
              <p:cNvSpPr/>
              <p:nvPr/>
            </p:nvSpPr>
            <p:spPr>
              <a:xfrm>
                <a:off x="9233611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2" name="shoe"/>
              <p:cNvSpPr/>
              <p:nvPr/>
            </p:nvSpPr>
            <p:spPr>
              <a:xfrm>
                <a:off x="9328708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3" name="shirt"/>
              <p:cNvSpPr/>
              <p:nvPr/>
            </p:nvSpPr>
            <p:spPr>
              <a:xfrm>
                <a:off x="9244584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4" name="sleeve"/>
              <p:cNvSpPr/>
              <p:nvPr/>
            </p:nvSpPr>
            <p:spPr>
              <a:xfrm>
                <a:off x="9204350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5" name="sleeve"/>
              <p:cNvSpPr/>
              <p:nvPr/>
            </p:nvSpPr>
            <p:spPr>
              <a:xfrm>
                <a:off x="9376257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6" name="neck"/>
              <p:cNvSpPr/>
              <p:nvPr/>
            </p:nvSpPr>
            <p:spPr>
              <a:xfrm>
                <a:off x="9299448" y="3652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7" name="head"/>
              <p:cNvSpPr/>
              <p:nvPr/>
            </p:nvSpPr>
            <p:spPr>
              <a:xfrm>
                <a:off x="9253728" y="3538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8" name="hair"/>
              <p:cNvSpPr/>
              <p:nvPr/>
            </p:nvSpPr>
            <p:spPr>
              <a:xfrm rot="16200000">
                <a:off x="9290304" y="3498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9" name="eye"/>
              <p:cNvSpPr/>
              <p:nvPr/>
            </p:nvSpPr>
            <p:spPr>
              <a:xfrm>
                <a:off x="9286646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0" name="eye"/>
              <p:cNvSpPr/>
              <p:nvPr/>
            </p:nvSpPr>
            <p:spPr>
              <a:xfrm>
                <a:off x="9337852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1" name="smile"/>
              <p:cNvSpPr/>
              <p:nvPr/>
            </p:nvSpPr>
            <p:spPr>
              <a:xfrm>
                <a:off x="9292132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7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588398" y="3498494"/>
              <a:ext cx="226771" cy="607162"/>
              <a:chOff x="9588398" y="3498494"/>
              <a:chExt cx="226771" cy="607162"/>
            </a:xfrm>
          </p:grpSpPr>
          <p:sp>
            <p:nvSpPr>
              <p:cNvPr id="1573" name="arm"/>
              <p:cNvSpPr/>
              <p:nvPr/>
            </p:nvSpPr>
            <p:spPr>
              <a:xfrm>
                <a:off x="9595713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4" name="arm"/>
              <p:cNvSpPr/>
              <p:nvPr/>
            </p:nvSpPr>
            <p:spPr>
              <a:xfrm>
                <a:off x="9767620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5" name="pant leg"/>
              <p:cNvSpPr/>
              <p:nvPr/>
            </p:nvSpPr>
            <p:spPr>
              <a:xfrm>
                <a:off x="9635947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6" name="pant leg"/>
              <p:cNvSpPr/>
              <p:nvPr/>
            </p:nvSpPr>
            <p:spPr>
              <a:xfrm>
                <a:off x="9705441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7" name="hips"/>
              <p:cNvSpPr/>
              <p:nvPr/>
            </p:nvSpPr>
            <p:spPr>
              <a:xfrm>
                <a:off x="9635947" y="3853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8" name="shoe"/>
              <p:cNvSpPr/>
              <p:nvPr/>
            </p:nvSpPr>
            <p:spPr>
              <a:xfrm>
                <a:off x="9617659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9" name="shoe"/>
              <p:cNvSpPr/>
              <p:nvPr/>
            </p:nvSpPr>
            <p:spPr>
              <a:xfrm>
                <a:off x="9712756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0" name="shirt"/>
              <p:cNvSpPr/>
              <p:nvPr/>
            </p:nvSpPr>
            <p:spPr>
              <a:xfrm>
                <a:off x="9628632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1" name="sleeve"/>
              <p:cNvSpPr/>
              <p:nvPr/>
            </p:nvSpPr>
            <p:spPr>
              <a:xfrm>
                <a:off x="9588398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2" name="sleeve"/>
              <p:cNvSpPr/>
              <p:nvPr/>
            </p:nvSpPr>
            <p:spPr>
              <a:xfrm>
                <a:off x="9760305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3" name="neck"/>
              <p:cNvSpPr/>
              <p:nvPr/>
            </p:nvSpPr>
            <p:spPr>
              <a:xfrm>
                <a:off x="9683496" y="3652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4" name="head"/>
              <p:cNvSpPr/>
              <p:nvPr/>
            </p:nvSpPr>
            <p:spPr>
              <a:xfrm>
                <a:off x="9637776" y="3538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5" name="hair"/>
              <p:cNvSpPr/>
              <p:nvPr/>
            </p:nvSpPr>
            <p:spPr>
              <a:xfrm rot="16200000">
                <a:off x="9674352" y="3498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6" name="eye"/>
              <p:cNvSpPr/>
              <p:nvPr/>
            </p:nvSpPr>
            <p:spPr>
              <a:xfrm>
                <a:off x="9670694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7" name="eye"/>
              <p:cNvSpPr/>
              <p:nvPr/>
            </p:nvSpPr>
            <p:spPr>
              <a:xfrm>
                <a:off x="9721900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8" name="smile"/>
              <p:cNvSpPr/>
              <p:nvPr/>
            </p:nvSpPr>
            <p:spPr>
              <a:xfrm>
                <a:off x="9676180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8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972446" y="3498494"/>
              <a:ext cx="226771" cy="607162"/>
              <a:chOff x="9972446" y="3498494"/>
              <a:chExt cx="226771" cy="607162"/>
            </a:xfrm>
          </p:grpSpPr>
          <p:sp>
            <p:nvSpPr>
              <p:cNvPr id="1590" name="arm"/>
              <p:cNvSpPr/>
              <p:nvPr/>
            </p:nvSpPr>
            <p:spPr>
              <a:xfrm>
                <a:off x="9979761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1" name="arm"/>
              <p:cNvSpPr/>
              <p:nvPr/>
            </p:nvSpPr>
            <p:spPr>
              <a:xfrm>
                <a:off x="10151668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2" name="pant leg"/>
              <p:cNvSpPr/>
              <p:nvPr/>
            </p:nvSpPr>
            <p:spPr>
              <a:xfrm>
                <a:off x="10019995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3" name="pant leg"/>
              <p:cNvSpPr/>
              <p:nvPr/>
            </p:nvSpPr>
            <p:spPr>
              <a:xfrm>
                <a:off x="10089489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4" name="hips"/>
              <p:cNvSpPr/>
              <p:nvPr/>
            </p:nvSpPr>
            <p:spPr>
              <a:xfrm>
                <a:off x="10019995" y="3853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5" name="shoe"/>
              <p:cNvSpPr/>
              <p:nvPr/>
            </p:nvSpPr>
            <p:spPr>
              <a:xfrm>
                <a:off x="10001707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6" name="shoe"/>
              <p:cNvSpPr/>
              <p:nvPr/>
            </p:nvSpPr>
            <p:spPr>
              <a:xfrm>
                <a:off x="10096804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7" name="shirt"/>
              <p:cNvSpPr/>
              <p:nvPr/>
            </p:nvSpPr>
            <p:spPr>
              <a:xfrm>
                <a:off x="10012680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8" name="sleeve"/>
              <p:cNvSpPr/>
              <p:nvPr/>
            </p:nvSpPr>
            <p:spPr>
              <a:xfrm>
                <a:off x="9972446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9" name="sleeve"/>
              <p:cNvSpPr/>
              <p:nvPr/>
            </p:nvSpPr>
            <p:spPr>
              <a:xfrm>
                <a:off x="10144353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0" name="neck"/>
              <p:cNvSpPr/>
              <p:nvPr/>
            </p:nvSpPr>
            <p:spPr>
              <a:xfrm>
                <a:off x="10067544" y="3652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1" name="head"/>
              <p:cNvSpPr/>
              <p:nvPr/>
            </p:nvSpPr>
            <p:spPr>
              <a:xfrm>
                <a:off x="10021824" y="3538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2" name="hair"/>
              <p:cNvSpPr/>
              <p:nvPr/>
            </p:nvSpPr>
            <p:spPr>
              <a:xfrm rot="16200000">
                <a:off x="10058400" y="3498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3" name="eye"/>
              <p:cNvSpPr/>
              <p:nvPr/>
            </p:nvSpPr>
            <p:spPr>
              <a:xfrm>
                <a:off x="10054742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4" name="eye"/>
              <p:cNvSpPr/>
              <p:nvPr/>
            </p:nvSpPr>
            <p:spPr>
              <a:xfrm>
                <a:off x="10105948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5" name="smile"/>
              <p:cNvSpPr/>
              <p:nvPr/>
            </p:nvSpPr>
            <p:spPr>
              <a:xfrm>
                <a:off x="10060228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1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204350" y="4641494"/>
              <a:ext cx="226771" cy="607162"/>
              <a:chOff x="9204350" y="4641494"/>
              <a:chExt cx="226771" cy="607162"/>
            </a:xfrm>
          </p:grpSpPr>
          <p:sp>
            <p:nvSpPr>
              <p:cNvPr id="1816" name="arm"/>
              <p:cNvSpPr/>
              <p:nvPr/>
            </p:nvSpPr>
            <p:spPr>
              <a:xfrm>
                <a:off x="9211665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7" name="arm"/>
              <p:cNvSpPr/>
              <p:nvPr/>
            </p:nvSpPr>
            <p:spPr>
              <a:xfrm>
                <a:off x="9383572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8" name="pant leg"/>
              <p:cNvSpPr/>
              <p:nvPr/>
            </p:nvSpPr>
            <p:spPr>
              <a:xfrm>
                <a:off x="9251899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9" name="pant leg"/>
              <p:cNvSpPr/>
              <p:nvPr/>
            </p:nvSpPr>
            <p:spPr>
              <a:xfrm>
                <a:off x="9321393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0" name="hips"/>
              <p:cNvSpPr/>
              <p:nvPr/>
            </p:nvSpPr>
            <p:spPr>
              <a:xfrm>
                <a:off x="9251899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1" name="shoe"/>
              <p:cNvSpPr/>
              <p:nvPr/>
            </p:nvSpPr>
            <p:spPr>
              <a:xfrm>
                <a:off x="9233611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2" name="shoe"/>
              <p:cNvSpPr/>
              <p:nvPr/>
            </p:nvSpPr>
            <p:spPr>
              <a:xfrm>
                <a:off x="9328708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3" name="shirt"/>
              <p:cNvSpPr/>
              <p:nvPr/>
            </p:nvSpPr>
            <p:spPr>
              <a:xfrm>
                <a:off x="9244584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4" name="sleeve"/>
              <p:cNvSpPr/>
              <p:nvPr/>
            </p:nvSpPr>
            <p:spPr>
              <a:xfrm>
                <a:off x="9204350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5" name="sleeve"/>
              <p:cNvSpPr/>
              <p:nvPr/>
            </p:nvSpPr>
            <p:spPr>
              <a:xfrm>
                <a:off x="9376257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6" name="neck"/>
              <p:cNvSpPr/>
              <p:nvPr/>
            </p:nvSpPr>
            <p:spPr>
              <a:xfrm>
                <a:off x="9299448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7" name="head"/>
              <p:cNvSpPr/>
              <p:nvPr/>
            </p:nvSpPr>
            <p:spPr>
              <a:xfrm>
                <a:off x="9253728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8" name="hair"/>
              <p:cNvSpPr/>
              <p:nvPr/>
            </p:nvSpPr>
            <p:spPr>
              <a:xfrm rot="16200000">
                <a:off x="9290304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9" name="eye"/>
              <p:cNvSpPr/>
              <p:nvPr/>
            </p:nvSpPr>
            <p:spPr>
              <a:xfrm>
                <a:off x="9286646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0" name="eye"/>
              <p:cNvSpPr/>
              <p:nvPr/>
            </p:nvSpPr>
            <p:spPr>
              <a:xfrm>
                <a:off x="9337852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1" name="smile"/>
              <p:cNvSpPr/>
              <p:nvPr/>
            </p:nvSpPr>
            <p:spPr>
              <a:xfrm>
                <a:off x="9292132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3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588398" y="4641494"/>
              <a:ext cx="226771" cy="607162"/>
              <a:chOff x="9588398" y="4641494"/>
              <a:chExt cx="226771" cy="607162"/>
            </a:xfrm>
          </p:grpSpPr>
          <p:sp>
            <p:nvSpPr>
              <p:cNvPr id="1833" name="arm"/>
              <p:cNvSpPr/>
              <p:nvPr/>
            </p:nvSpPr>
            <p:spPr>
              <a:xfrm>
                <a:off x="9595713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4" name="arm"/>
              <p:cNvSpPr/>
              <p:nvPr/>
            </p:nvSpPr>
            <p:spPr>
              <a:xfrm>
                <a:off x="9767620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5" name="pant leg"/>
              <p:cNvSpPr/>
              <p:nvPr/>
            </p:nvSpPr>
            <p:spPr>
              <a:xfrm>
                <a:off x="9635947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6" name="pant leg"/>
              <p:cNvSpPr/>
              <p:nvPr/>
            </p:nvSpPr>
            <p:spPr>
              <a:xfrm>
                <a:off x="9705441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7" name="hips"/>
              <p:cNvSpPr/>
              <p:nvPr/>
            </p:nvSpPr>
            <p:spPr>
              <a:xfrm>
                <a:off x="9635947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8" name="shoe"/>
              <p:cNvSpPr/>
              <p:nvPr/>
            </p:nvSpPr>
            <p:spPr>
              <a:xfrm>
                <a:off x="9617659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9" name="shoe"/>
              <p:cNvSpPr/>
              <p:nvPr/>
            </p:nvSpPr>
            <p:spPr>
              <a:xfrm>
                <a:off x="9712756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0" name="shirt"/>
              <p:cNvSpPr/>
              <p:nvPr/>
            </p:nvSpPr>
            <p:spPr>
              <a:xfrm>
                <a:off x="9628632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1" name="sleeve"/>
              <p:cNvSpPr/>
              <p:nvPr/>
            </p:nvSpPr>
            <p:spPr>
              <a:xfrm>
                <a:off x="9588398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2" name="sleeve"/>
              <p:cNvSpPr/>
              <p:nvPr/>
            </p:nvSpPr>
            <p:spPr>
              <a:xfrm>
                <a:off x="9760305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3" name="neck"/>
              <p:cNvSpPr/>
              <p:nvPr/>
            </p:nvSpPr>
            <p:spPr>
              <a:xfrm>
                <a:off x="9683496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4" name="head"/>
              <p:cNvSpPr/>
              <p:nvPr/>
            </p:nvSpPr>
            <p:spPr>
              <a:xfrm>
                <a:off x="9637776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5" name="hair"/>
              <p:cNvSpPr/>
              <p:nvPr/>
            </p:nvSpPr>
            <p:spPr>
              <a:xfrm rot="16200000">
                <a:off x="9674352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6" name="eye"/>
              <p:cNvSpPr/>
              <p:nvPr/>
            </p:nvSpPr>
            <p:spPr>
              <a:xfrm>
                <a:off x="9670694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7" name="eye"/>
              <p:cNvSpPr/>
              <p:nvPr/>
            </p:nvSpPr>
            <p:spPr>
              <a:xfrm>
                <a:off x="9721900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8" name="smile"/>
              <p:cNvSpPr/>
              <p:nvPr/>
            </p:nvSpPr>
            <p:spPr>
              <a:xfrm>
                <a:off x="9676180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4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972446" y="4641494"/>
              <a:ext cx="226771" cy="607162"/>
              <a:chOff x="9972446" y="4641494"/>
              <a:chExt cx="226771" cy="607162"/>
            </a:xfrm>
          </p:grpSpPr>
          <p:sp>
            <p:nvSpPr>
              <p:cNvPr id="1850" name="arm"/>
              <p:cNvSpPr/>
              <p:nvPr/>
            </p:nvSpPr>
            <p:spPr>
              <a:xfrm>
                <a:off x="9979761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1" name="arm"/>
              <p:cNvSpPr/>
              <p:nvPr/>
            </p:nvSpPr>
            <p:spPr>
              <a:xfrm>
                <a:off x="10151668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2" name="pant leg"/>
              <p:cNvSpPr/>
              <p:nvPr/>
            </p:nvSpPr>
            <p:spPr>
              <a:xfrm>
                <a:off x="10019995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3" name="pant leg"/>
              <p:cNvSpPr/>
              <p:nvPr/>
            </p:nvSpPr>
            <p:spPr>
              <a:xfrm>
                <a:off x="10089489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4" name="hips"/>
              <p:cNvSpPr/>
              <p:nvPr/>
            </p:nvSpPr>
            <p:spPr>
              <a:xfrm>
                <a:off x="10019995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5" name="shoe"/>
              <p:cNvSpPr/>
              <p:nvPr/>
            </p:nvSpPr>
            <p:spPr>
              <a:xfrm>
                <a:off x="10001707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6" name="shoe"/>
              <p:cNvSpPr/>
              <p:nvPr/>
            </p:nvSpPr>
            <p:spPr>
              <a:xfrm>
                <a:off x="10096804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7" name="shirt"/>
              <p:cNvSpPr/>
              <p:nvPr/>
            </p:nvSpPr>
            <p:spPr>
              <a:xfrm>
                <a:off x="10012680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8" name="sleeve"/>
              <p:cNvSpPr/>
              <p:nvPr/>
            </p:nvSpPr>
            <p:spPr>
              <a:xfrm>
                <a:off x="9972446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9" name="sleeve"/>
              <p:cNvSpPr/>
              <p:nvPr/>
            </p:nvSpPr>
            <p:spPr>
              <a:xfrm>
                <a:off x="10144353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0" name="neck"/>
              <p:cNvSpPr/>
              <p:nvPr/>
            </p:nvSpPr>
            <p:spPr>
              <a:xfrm>
                <a:off x="10067544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1" name="head"/>
              <p:cNvSpPr/>
              <p:nvPr/>
            </p:nvSpPr>
            <p:spPr>
              <a:xfrm>
                <a:off x="10021824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2" name="hair"/>
              <p:cNvSpPr/>
              <p:nvPr/>
            </p:nvSpPr>
            <p:spPr>
              <a:xfrm rot="16200000">
                <a:off x="10058400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3" name="eye"/>
              <p:cNvSpPr/>
              <p:nvPr/>
            </p:nvSpPr>
            <p:spPr>
              <a:xfrm>
                <a:off x="10054742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4" name="eye"/>
              <p:cNvSpPr/>
              <p:nvPr/>
            </p:nvSpPr>
            <p:spPr>
              <a:xfrm>
                <a:off x="10105948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5" name="smile"/>
              <p:cNvSpPr/>
              <p:nvPr/>
            </p:nvSpPr>
            <p:spPr>
              <a:xfrm>
                <a:off x="10060228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826" name="First-years box"/>
          <p:cNvSpPr/>
          <p:nvPr/>
        </p:nvSpPr>
        <p:spPr>
          <a:xfrm>
            <a:off x="3749039" y="868680"/>
            <a:ext cx="3291840" cy="105156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TextBox 826"/>
          <p:cNvSpPr txBox="1"/>
          <p:nvPr/>
        </p:nvSpPr>
        <p:spPr>
          <a:xfrm>
            <a:off x="3858768" y="9235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Arial"/>
              </a:rPr>
              <a:t>First-years (12)</a:t>
            </a:r>
          </a:p>
        </p:txBody>
      </p:sp>
      <p:grpSp>
        <p:nvGrpSpPr>
          <p:cNvPr id="828" name="First-years stratum" descr="12 figures in the first-years shirt color; 3 are in full color (randomly selected) and 9 are grayed out."/>
          <p:cNvGrpSpPr/>
          <p:nvPr/>
        </p:nvGrpSpPr>
        <p:grpSpPr>
          <a:xfrm>
            <a:off x="3873398" y="1212494"/>
            <a:ext cx="3043123" cy="607161"/>
            <a:chOff x="3873398" y="1212494"/>
            <a:chExt cx="3043123" cy="607161"/>
          </a:xfrm>
        </p:grpSpPr>
        <p:grpSp>
          <p:nvGrpSpPr>
            <p:cNvPr id="829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3873398" y="1212494"/>
              <a:ext cx="226771" cy="607161"/>
              <a:chOff x="3873398" y="1212494"/>
              <a:chExt cx="226771" cy="607161"/>
            </a:xfrm>
          </p:grpSpPr>
          <p:sp>
            <p:nvSpPr>
              <p:cNvPr id="830" name="arm"/>
              <p:cNvSpPr/>
              <p:nvPr/>
            </p:nvSpPr>
            <p:spPr>
              <a:xfrm>
                <a:off x="3880713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" name="arm"/>
              <p:cNvSpPr/>
              <p:nvPr/>
            </p:nvSpPr>
            <p:spPr>
              <a:xfrm>
                <a:off x="4052620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" name="pant leg"/>
              <p:cNvSpPr/>
              <p:nvPr/>
            </p:nvSpPr>
            <p:spPr>
              <a:xfrm>
                <a:off x="392094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" name="pant leg"/>
              <p:cNvSpPr/>
              <p:nvPr/>
            </p:nvSpPr>
            <p:spPr>
              <a:xfrm>
                <a:off x="3990441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" name="hips"/>
              <p:cNvSpPr/>
              <p:nvPr/>
            </p:nvSpPr>
            <p:spPr>
              <a:xfrm>
                <a:off x="3920947" y="1567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" name="shoe"/>
              <p:cNvSpPr/>
              <p:nvPr/>
            </p:nvSpPr>
            <p:spPr>
              <a:xfrm>
                <a:off x="3902659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" name="shoe"/>
              <p:cNvSpPr/>
              <p:nvPr/>
            </p:nvSpPr>
            <p:spPr>
              <a:xfrm>
                <a:off x="3997756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" name="shirt"/>
              <p:cNvSpPr/>
              <p:nvPr/>
            </p:nvSpPr>
            <p:spPr>
              <a:xfrm>
                <a:off x="3913631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" name="sleeve"/>
              <p:cNvSpPr/>
              <p:nvPr/>
            </p:nvSpPr>
            <p:spPr>
              <a:xfrm>
                <a:off x="3873398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" name="sleeve"/>
              <p:cNvSpPr/>
              <p:nvPr/>
            </p:nvSpPr>
            <p:spPr>
              <a:xfrm>
                <a:off x="4045305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" name="neck"/>
              <p:cNvSpPr/>
              <p:nvPr/>
            </p:nvSpPr>
            <p:spPr>
              <a:xfrm>
                <a:off x="3968496" y="1366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" name="head"/>
              <p:cNvSpPr/>
              <p:nvPr/>
            </p:nvSpPr>
            <p:spPr>
              <a:xfrm>
                <a:off x="3922776" y="1252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" name="hair"/>
              <p:cNvSpPr/>
              <p:nvPr/>
            </p:nvSpPr>
            <p:spPr>
              <a:xfrm rot="16200000">
                <a:off x="3959352" y="1212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" name="eye"/>
              <p:cNvSpPr/>
              <p:nvPr/>
            </p:nvSpPr>
            <p:spPr>
              <a:xfrm>
                <a:off x="3955694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" name="eye"/>
              <p:cNvSpPr/>
              <p:nvPr/>
            </p:nvSpPr>
            <p:spPr>
              <a:xfrm>
                <a:off x="4006900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" name="smile"/>
              <p:cNvSpPr/>
              <p:nvPr/>
            </p:nvSpPr>
            <p:spPr>
              <a:xfrm>
                <a:off x="3961180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46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4129430" y="1212494"/>
              <a:ext cx="226771" cy="607161"/>
              <a:chOff x="4129430" y="1212494"/>
              <a:chExt cx="226771" cy="607161"/>
            </a:xfrm>
          </p:grpSpPr>
          <p:sp>
            <p:nvSpPr>
              <p:cNvPr id="847" name="arm"/>
              <p:cNvSpPr/>
              <p:nvPr/>
            </p:nvSpPr>
            <p:spPr>
              <a:xfrm>
                <a:off x="4136745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" name="arm"/>
              <p:cNvSpPr/>
              <p:nvPr/>
            </p:nvSpPr>
            <p:spPr>
              <a:xfrm>
                <a:off x="4308652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" name="pant leg"/>
              <p:cNvSpPr/>
              <p:nvPr/>
            </p:nvSpPr>
            <p:spPr>
              <a:xfrm>
                <a:off x="4176979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" name="pant leg"/>
              <p:cNvSpPr/>
              <p:nvPr/>
            </p:nvSpPr>
            <p:spPr>
              <a:xfrm>
                <a:off x="4246473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" name="hips"/>
              <p:cNvSpPr/>
              <p:nvPr/>
            </p:nvSpPr>
            <p:spPr>
              <a:xfrm>
                <a:off x="4176979" y="1567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" name="shoe"/>
              <p:cNvSpPr/>
              <p:nvPr/>
            </p:nvSpPr>
            <p:spPr>
              <a:xfrm>
                <a:off x="4158691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" name="shoe"/>
              <p:cNvSpPr/>
              <p:nvPr/>
            </p:nvSpPr>
            <p:spPr>
              <a:xfrm>
                <a:off x="4253788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" name="shirt"/>
              <p:cNvSpPr/>
              <p:nvPr/>
            </p:nvSpPr>
            <p:spPr>
              <a:xfrm>
                <a:off x="4169663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" name="sleeve"/>
              <p:cNvSpPr/>
              <p:nvPr/>
            </p:nvSpPr>
            <p:spPr>
              <a:xfrm>
                <a:off x="4129430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" name="sleeve"/>
              <p:cNvSpPr/>
              <p:nvPr/>
            </p:nvSpPr>
            <p:spPr>
              <a:xfrm>
                <a:off x="4301337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" name="neck"/>
              <p:cNvSpPr/>
              <p:nvPr/>
            </p:nvSpPr>
            <p:spPr>
              <a:xfrm>
                <a:off x="4224528" y="1366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" name="head"/>
              <p:cNvSpPr/>
              <p:nvPr/>
            </p:nvSpPr>
            <p:spPr>
              <a:xfrm>
                <a:off x="4178808" y="1252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" name="hair"/>
              <p:cNvSpPr/>
              <p:nvPr/>
            </p:nvSpPr>
            <p:spPr>
              <a:xfrm rot="16200000">
                <a:off x="4215384" y="1212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" name="eye"/>
              <p:cNvSpPr/>
              <p:nvPr/>
            </p:nvSpPr>
            <p:spPr>
              <a:xfrm>
                <a:off x="4211726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" name="eye"/>
              <p:cNvSpPr/>
              <p:nvPr/>
            </p:nvSpPr>
            <p:spPr>
              <a:xfrm>
                <a:off x="4262932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" name="smile"/>
              <p:cNvSpPr/>
              <p:nvPr/>
            </p:nvSpPr>
            <p:spPr>
              <a:xfrm>
                <a:off x="4217212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63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4385462" y="1212494"/>
              <a:ext cx="226771" cy="607161"/>
              <a:chOff x="4385462" y="1212494"/>
              <a:chExt cx="226771" cy="607161"/>
            </a:xfrm>
          </p:grpSpPr>
          <p:sp>
            <p:nvSpPr>
              <p:cNvPr id="864" name="arm"/>
              <p:cNvSpPr/>
              <p:nvPr/>
            </p:nvSpPr>
            <p:spPr>
              <a:xfrm>
                <a:off x="4392777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" name="arm"/>
              <p:cNvSpPr/>
              <p:nvPr/>
            </p:nvSpPr>
            <p:spPr>
              <a:xfrm>
                <a:off x="4564684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" name="pant leg"/>
              <p:cNvSpPr/>
              <p:nvPr/>
            </p:nvSpPr>
            <p:spPr>
              <a:xfrm>
                <a:off x="4433011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" name="pant leg"/>
              <p:cNvSpPr/>
              <p:nvPr/>
            </p:nvSpPr>
            <p:spPr>
              <a:xfrm>
                <a:off x="4502505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" name="hips"/>
              <p:cNvSpPr/>
              <p:nvPr/>
            </p:nvSpPr>
            <p:spPr>
              <a:xfrm>
                <a:off x="4433011" y="1567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" name="shoe"/>
              <p:cNvSpPr/>
              <p:nvPr/>
            </p:nvSpPr>
            <p:spPr>
              <a:xfrm>
                <a:off x="4414723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" name="shoe"/>
              <p:cNvSpPr/>
              <p:nvPr/>
            </p:nvSpPr>
            <p:spPr>
              <a:xfrm>
                <a:off x="4509820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" name="shirt"/>
              <p:cNvSpPr/>
              <p:nvPr/>
            </p:nvSpPr>
            <p:spPr>
              <a:xfrm>
                <a:off x="4425695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" name="sleeve"/>
              <p:cNvSpPr/>
              <p:nvPr/>
            </p:nvSpPr>
            <p:spPr>
              <a:xfrm>
                <a:off x="4385462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" name="sleeve"/>
              <p:cNvSpPr/>
              <p:nvPr/>
            </p:nvSpPr>
            <p:spPr>
              <a:xfrm>
                <a:off x="4557369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" name="neck"/>
              <p:cNvSpPr/>
              <p:nvPr/>
            </p:nvSpPr>
            <p:spPr>
              <a:xfrm>
                <a:off x="4480559" y="1366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" name="head"/>
              <p:cNvSpPr/>
              <p:nvPr/>
            </p:nvSpPr>
            <p:spPr>
              <a:xfrm>
                <a:off x="4434840" y="1252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" name="hair"/>
              <p:cNvSpPr/>
              <p:nvPr/>
            </p:nvSpPr>
            <p:spPr>
              <a:xfrm rot="16200000">
                <a:off x="4471416" y="1212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" name="eye"/>
              <p:cNvSpPr/>
              <p:nvPr/>
            </p:nvSpPr>
            <p:spPr>
              <a:xfrm>
                <a:off x="4467758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" name="eye"/>
              <p:cNvSpPr/>
              <p:nvPr/>
            </p:nvSpPr>
            <p:spPr>
              <a:xfrm>
                <a:off x="4518964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" name="smile"/>
              <p:cNvSpPr/>
              <p:nvPr/>
            </p:nvSpPr>
            <p:spPr>
              <a:xfrm>
                <a:off x="4473244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80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4641494" y="1212494"/>
              <a:ext cx="226771" cy="607161"/>
              <a:chOff x="4641494" y="1212494"/>
              <a:chExt cx="226771" cy="607161"/>
            </a:xfrm>
          </p:grpSpPr>
          <p:sp>
            <p:nvSpPr>
              <p:cNvPr id="881" name="arm"/>
              <p:cNvSpPr/>
              <p:nvPr/>
            </p:nvSpPr>
            <p:spPr>
              <a:xfrm>
                <a:off x="4648809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" name="arm"/>
              <p:cNvSpPr/>
              <p:nvPr/>
            </p:nvSpPr>
            <p:spPr>
              <a:xfrm>
                <a:off x="4820716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" name="pant leg"/>
              <p:cNvSpPr/>
              <p:nvPr/>
            </p:nvSpPr>
            <p:spPr>
              <a:xfrm>
                <a:off x="4689043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" name="pant leg"/>
              <p:cNvSpPr/>
              <p:nvPr/>
            </p:nvSpPr>
            <p:spPr>
              <a:xfrm>
                <a:off x="475853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" name="hips"/>
              <p:cNvSpPr/>
              <p:nvPr/>
            </p:nvSpPr>
            <p:spPr>
              <a:xfrm>
                <a:off x="4689043" y="1567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" name="shoe"/>
              <p:cNvSpPr/>
              <p:nvPr/>
            </p:nvSpPr>
            <p:spPr>
              <a:xfrm>
                <a:off x="4670755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" name="shoe"/>
              <p:cNvSpPr/>
              <p:nvPr/>
            </p:nvSpPr>
            <p:spPr>
              <a:xfrm>
                <a:off x="4765852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" name="shirt"/>
              <p:cNvSpPr/>
              <p:nvPr/>
            </p:nvSpPr>
            <p:spPr>
              <a:xfrm>
                <a:off x="4681727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" name="sleeve"/>
              <p:cNvSpPr/>
              <p:nvPr/>
            </p:nvSpPr>
            <p:spPr>
              <a:xfrm>
                <a:off x="4641494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" name="sleeve"/>
              <p:cNvSpPr/>
              <p:nvPr/>
            </p:nvSpPr>
            <p:spPr>
              <a:xfrm>
                <a:off x="4813401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" name="neck"/>
              <p:cNvSpPr/>
              <p:nvPr/>
            </p:nvSpPr>
            <p:spPr>
              <a:xfrm>
                <a:off x="4736592" y="1366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" name="head"/>
              <p:cNvSpPr/>
              <p:nvPr/>
            </p:nvSpPr>
            <p:spPr>
              <a:xfrm>
                <a:off x="4690872" y="1252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" name="hair"/>
              <p:cNvSpPr/>
              <p:nvPr/>
            </p:nvSpPr>
            <p:spPr>
              <a:xfrm rot="16200000">
                <a:off x="4727448" y="1212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" name="eye"/>
              <p:cNvSpPr/>
              <p:nvPr/>
            </p:nvSpPr>
            <p:spPr>
              <a:xfrm>
                <a:off x="4723790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" name="eye"/>
              <p:cNvSpPr/>
              <p:nvPr/>
            </p:nvSpPr>
            <p:spPr>
              <a:xfrm>
                <a:off x="4774996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" name="smile"/>
              <p:cNvSpPr/>
              <p:nvPr/>
            </p:nvSpPr>
            <p:spPr>
              <a:xfrm>
                <a:off x="4729276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9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97526" y="1212494"/>
              <a:ext cx="226771" cy="607161"/>
              <a:chOff x="4897526" y="1212494"/>
              <a:chExt cx="226771" cy="607161"/>
            </a:xfrm>
          </p:grpSpPr>
          <p:sp>
            <p:nvSpPr>
              <p:cNvPr id="898" name="arm"/>
              <p:cNvSpPr/>
              <p:nvPr/>
            </p:nvSpPr>
            <p:spPr>
              <a:xfrm>
                <a:off x="4904841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" name="arm"/>
              <p:cNvSpPr/>
              <p:nvPr/>
            </p:nvSpPr>
            <p:spPr>
              <a:xfrm>
                <a:off x="5076748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" name="pant leg"/>
              <p:cNvSpPr/>
              <p:nvPr/>
            </p:nvSpPr>
            <p:spPr>
              <a:xfrm>
                <a:off x="4945075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" name="pant leg"/>
              <p:cNvSpPr/>
              <p:nvPr/>
            </p:nvSpPr>
            <p:spPr>
              <a:xfrm>
                <a:off x="5014569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" name="hips"/>
              <p:cNvSpPr/>
              <p:nvPr/>
            </p:nvSpPr>
            <p:spPr>
              <a:xfrm>
                <a:off x="4945075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" name="shoe"/>
              <p:cNvSpPr/>
              <p:nvPr/>
            </p:nvSpPr>
            <p:spPr>
              <a:xfrm>
                <a:off x="4926787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" name="shoe"/>
              <p:cNvSpPr/>
              <p:nvPr/>
            </p:nvSpPr>
            <p:spPr>
              <a:xfrm>
                <a:off x="5021884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" name="shirt"/>
              <p:cNvSpPr/>
              <p:nvPr/>
            </p:nvSpPr>
            <p:spPr>
              <a:xfrm>
                <a:off x="4937759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" name="sleeve"/>
              <p:cNvSpPr/>
              <p:nvPr/>
            </p:nvSpPr>
            <p:spPr>
              <a:xfrm>
                <a:off x="4897526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" name="sleeve"/>
              <p:cNvSpPr/>
              <p:nvPr/>
            </p:nvSpPr>
            <p:spPr>
              <a:xfrm>
                <a:off x="5069433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" name="neck"/>
              <p:cNvSpPr/>
              <p:nvPr/>
            </p:nvSpPr>
            <p:spPr>
              <a:xfrm>
                <a:off x="4992624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" name="head"/>
              <p:cNvSpPr/>
              <p:nvPr/>
            </p:nvSpPr>
            <p:spPr>
              <a:xfrm>
                <a:off x="4946904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" name="hair"/>
              <p:cNvSpPr/>
              <p:nvPr/>
            </p:nvSpPr>
            <p:spPr>
              <a:xfrm rot="16200000">
                <a:off x="4983480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" name="eye"/>
              <p:cNvSpPr/>
              <p:nvPr/>
            </p:nvSpPr>
            <p:spPr>
              <a:xfrm>
                <a:off x="4979822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" name="eye"/>
              <p:cNvSpPr/>
              <p:nvPr/>
            </p:nvSpPr>
            <p:spPr>
              <a:xfrm>
                <a:off x="5031028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" name="smile"/>
              <p:cNvSpPr/>
              <p:nvPr/>
            </p:nvSpPr>
            <p:spPr>
              <a:xfrm>
                <a:off x="4985308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14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5153558" y="1212494"/>
              <a:ext cx="226771" cy="607161"/>
              <a:chOff x="5153558" y="1212494"/>
              <a:chExt cx="226771" cy="607161"/>
            </a:xfrm>
          </p:grpSpPr>
          <p:sp>
            <p:nvSpPr>
              <p:cNvPr id="915" name="arm"/>
              <p:cNvSpPr/>
              <p:nvPr/>
            </p:nvSpPr>
            <p:spPr>
              <a:xfrm>
                <a:off x="5160873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" name="arm"/>
              <p:cNvSpPr/>
              <p:nvPr/>
            </p:nvSpPr>
            <p:spPr>
              <a:xfrm>
                <a:off x="5332780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" name="pant leg"/>
              <p:cNvSpPr/>
              <p:nvPr/>
            </p:nvSpPr>
            <p:spPr>
              <a:xfrm>
                <a:off x="520110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" name="pant leg"/>
              <p:cNvSpPr/>
              <p:nvPr/>
            </p:nvSpPr>
            <p:spPr>
              <a:xfrm>
                <a:off x="5270601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" name="hips"/>
              <p:cNvSpPr/>
              <p:nvPr/>
            </p:nvSpPr>
            <p:spPr>
              <a:xfrm>
                <a:off x="5201107" y="1567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" name="shoe"/>
              <p:cNvSpPr/>
              <p:nvPr/>
            </p:nvSpPr>
            <p:spPr>
              <a:xfrm>
                <a:off x="5182819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" name="shoe"/>
              <p:cNvSpPr/>
              <p:nvPr/>
            </p:nvSpPr>
            <p:spPr>
              <a:xfrm>
                <a:off x="5277916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" name="shirt"/>
              <p:cNvSpPr/>
              <p:nvPr/>
            </p:nvSpPr>
            <p:spPr>
              <a:xfrm>
                <a:off x="5193792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" name="sleeve"/>
              <p:cNvSpPr/>
              <p:nvPr/>
            </p:nvSpPr>
            <p:spPr>
              <a:xfrm>
                <a:off x="5153558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" name="sleeve"/>
              <p:cNvSpPr/>
              <p:nvPr/>
            </p:nvSpPr>
            <p:spPr>
              <a:xfrm>
                <a:off x="5325465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" name="neck"/>
              <p:cNvSpPr/>
              <p:nvPr/>
            </p:nvSpPr>
            <p:spPr>
              <a:xfrm>
                <a:off x="5248656" y="1366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" name="head"/>
              <p:cNvSpPr/>
              <p:nvPr/>
            </p:nvSpPr>
            <p:spPr>
              <a:xfrm>
                <a:off x="5202936" y="1252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" name="hair"/>
              <p:cNvSpPr/>
              <p:nvPr/>
            </p:nvSpPr>
            <p:spPr>
              <a:xfrm rot="16200000">
                <a:off x="5239512" y="1212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" name="eye"/>
              <p:cNvSpPr/>
              <p:nvPr/>
            </p:nvSpPr>
            <p:spPr>
              <a:xfrm>
                <a:off x="5235854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" name="eye"/>
              <p:cNvSpPr/>
              <p:nvPr/>
            </p:nvSpPr>
            <p:spPr>
              <a:xfrm>
                <a:off x="5287060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" name="smile"/>
              <p:cNvSpPr/>
              <p:nvPr/>
            </p:nvSpPr>
            <p:spPr>
              <a:xfrm>
                <a:off x="5241340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31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5409590" y="1212494"/>
              <a:ext cx="226771" cy="607161"/>
              <a:chOff x="5409590" y="1212494"/>
              <a:chExt cx="226771" cy="607161"/>
            </a:xfrm>
          </p:grpSpPr>
          <p:sp>
            <p:nvSpPr>
              <p:cNvPr id="932" name="arm"/>
              <p:cNvSpPr/>
              <p:nvPr/>
            </p:nvSpPr>
            <p:spPr>
              <a:xfrm>
                <a:off x="5416905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" name="arm"/>
              <p:cNvSpPr/>
              <p:nvPr/>
            </p:nvSpPr>
            <p:spPr>
              <a:xfrm>
                <a:off x="5588812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" name="pant leg"/>
              <p:cNvSpPr/>
              <p:nvPr/>
            </p:nvSpPr>
            <p:spPr>
              <a:xfrm>
                <a:off x="5457139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" name="pant leg"/>
              <p:cNvSpPr/>
              <p:nvPr/>
            </p:nvSpPr>
            <p:spPr>
              <a:xfrm>
                <a:off x="5526633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" name="hips"/>
              <p:cNvSpPr/>
              <p:nvPr/>
            </p:nvSpPr>
            <p:spPr>
              <a:xfrm>
                <a:off x="5457139" y="1567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" name="shoe"/>
              <p:cNvSpPr/>
              <p:nvPr/>
            </p:nvSpPr>
            <p:spPr>
              <a:xfrm>
                <a:off x="5438851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" name="shoe"/>
              <p:cNvSpPr/>
              <p:nvPr/>
            </p:nvSpPr>
            <p:spPr>
              <a:xfrm>
                <a:off x="5533948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" name="shirt"/>
              <p:cNvSpPr/>
              <p:nvPr/>
            </p:nvSpPr>
            <p:spPr>
              <a:xfrm>
                <a:off x="5449824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" name="sleeve"/>
              <p:cNvSpPr/>
              <p:nvPr/>
            </p:nvSpPr>
            <p:spPr>
              <a:xfrm>
                <a:off x="5409590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" name="sleeve"/>
              <p:cNvSpPr/>
              <p:nvPr/>
            </p:nvSpPr>
            <p:spPr>
              <a:xfrm>
                <a:off x="5581497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" name="neck"/>
              <p:cNvSpPr/>
              <p:nvPr/>
            </p:nvSpPr>
            <p:spPr>
              <a:xfrm>
                <a:off x="5504688" y="1366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" name="head"/>
              <p:cNvSpPr/>
              <p:nvPr/>
            </p:nvSpPr>
            <p:spPr>
              <a:xfrm>
                <a:off x="5458968" y="1252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" name="hair"/>
              <p:cNvSpPr/>
              <p:nvPr/>
            </p:nvSpPr>
            <p:spPr>
              <a:xfrm rot="16200000">
                <a:off x="5495544" y="1212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" name="eye"/>
              <p:cNvSpPr/>
              <p:nvPr/>
            </p:nvSpPr>
            <p:spPr>
              <a:xfrm>
                <a:off x="5491886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" name="eye"/>
              <p:cNvSpPr/>
              <p:nvPr/>
            </p:nvSpPr>
            <p:spPr>
              <a:xfrm>
                <a:off x="5543092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" name="smile"/>
              <p:cNvSpPr/>
              <p:nvPr/>
            </p:nvSpPr>
            <p:spPr>
              <a:xfrm>
                <a:off x="5497372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4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665622" y="1212494"/>
              <a:ext cx="226771" cy="607161"/>
              <a:chOff x="5665622" y="1212494"/>
              <a:chExt cx="226771" cy="607161"/>
            </a:xfrm>
          </p:grpSpPr>
          <p:sp>
            <p:nvSpPr>
              <p:cNvPr id="949" name="arm"/>
              <p:cNvSpPr/>
              <p:nvPr/>
            </p:nvSpPr>
            <p:spPr>
              <a:xfrm>
                <a:off x="5672937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" name="arm"/>
              <p:cNvSpPr/>
              <p:nvPr/>
            </p:nvSpPr>
            <p:spPr>
              <a:xfrm>
                <a:off x="5844844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" name="pant leg"/>
              <p:cNvSpPr/>
              <p:nvPr/>
            </p:nvSpPr>
            <p:spPr>
              <a:xfrm>
                <a:off x="5713171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" name="pant leg"/>
              <p:cNvSpPr/>
              <p:nvPr/>
            </p:nvSpPr>
            <p:spPr>
              <a:xfrm>
                <a:off x="5782665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" name="hips"/>
              <p:cNvSpPr/>
              <p:nvPr/>
            </p:nvSpPr>
            <p:spPr>
              <a:xfrm>
                <a:off x="5713171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" name="shoe"/>
              <p:cNvSpPr/>
              <p:nvPr/>
            </p:nvSpPr>
            <p:spPr>
              <a:xfrm>
                <a:off x="5694883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" name="shoe"/>
              <p:cNvSpPr/>
              <p:nvPr/>
            </p:nvSpPr>
            <p:spPr>
              <a:xfrm>
                <a:off x="5789980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" name="shirt"/>
              <p:cNvSpPr/>
              <p:nvPr/>
            </p:nvSpPr>
            <p:spPr>
              <a:xfrm>
                <a:off x="5705855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" name="sleeve"/>
              <p:cNvSpPr/>
              <p:nvPr/>
            </p:nvSpPr>
            <p:spPr>
              <a:xfrm>
                <a:off x="5665622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" name="sleeve"/>
              <p:cNvSpPr/>
              <p:nvPr/>
            </p:nvSpPr>
            <p:spPr>
              <a:xfrm>
                <a:off x="5837529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" name="neck"/>
              <p:cNvSpPr/>
              <p:nvPr/>
            </p:nvSpPr>
            <p:spPr>
              <a:xfrm>
                <a:off x="5760720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" name="head"/>
              <p:cNvSpPr/>
              <p:nvPr/>
            </p:nvSpPr>
            <p:spPr>
              <a:xfrm>
                <a:off x="5715000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" name="hair"/>
              <p:cNvSpPr/>
              <p:nvPr/>
            </p:nvSpPr>
            <p:spPr>
              <a:xfrm rot="16200000">
                <a:off x="5751576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" name="eye"/>
              <p:cNvSpPr/>
              <p:nvPr/>
            </p:nvSpPr>
            <p:spPr>
              <a:xfrm>
                <a:off x="5747918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" name="eye"/>
              <p:cNvSpPr/>
              <p:nvPr/>
            </p:nvSpPr>
            <p:spPr>
              <a:xfrm>
                <a:off x="5799124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" name="smile"/>
              <p:cNvSpPr/>
              <p:nvPr/>
            </p:nvSpPr>
            <p:spPr>
              <a:xfrm>
                <a:off x="5753404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65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5921654" y="1212494"/>
              <a:ext cx="226771" cy="607161"/>
              <a:chOff x="5921654" y="1212494"/>
              <a:chExt cx="226771" cy="607161"/>
            </a:xfrm>
          </p:grpSpPr>
          <p:sp>
            <p:nvSpPr>
              <p:cNvPr id="966" name="arm"/>
              <p:cNvSpPr/>
              <p:nvPr/>
            </p:nvSpPr>
            <p:spPr>
              <a:xfrm>
                <a:off x="5928969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" name="arm"/>
              <p:cNvSpPr/>
              <p:nvPr/>
            </p:nvSpPr>
            <p:spPr>
              <a:xfrm>
                <a:off x="6100876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" name="pant leg"/>
              <p:cNvSpPr/>
              <p:nvPr/>
            </p:nvSpPr>
            <p:spPr>
              <a:xfrm>
                <a:off x="5969203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" name="pant leg"/>
              <p:cNvSpPr/>
              <p:nvPr/>
            </p:nvSpPr>
            <p:spPr>
              <a:xfrm>
                <a:off x="603869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" name="hips"/>
              <p:cNvSpPr/>
              <p:nvPr/>
            </p:nvSpPr>
            <p:spPr>
              <a:xfrm>
                <a:off x="5969203" y="1567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" name="shoe"/>
              <p:cNvSpPr/>
              <p:nvPr/>
            </p:nvSpPr>
            <p:spPr>
              <a:xfrm>
                <a:off x="5950915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" name="shoe"/>
              <p:cNvSpPr/>
              <p:nvPr/>
            </p:nvSpPr>
            <p:spPr>
              <a:xfrm>
                <a:off x="6046012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" name="shirt"/>
              <p:cNvSpPr/>
              <p:nvPr/>
            </p:nvSpPr>
            <p:spPr>
              <a:xfrm>
                <a:off x="5961888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" name="sleeve"/>
              <p:cNvSpPr/>
              <p:nvPr/>
            </p:nvSpPr>
            <p:spPr>
              <a:xfrm>
                <a:off x="5921654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" name="sleeve"/>
              <p:cNvSpPr/>
              <p:nvPr/>
            </p:nvSpPr>
            <p:spPr>
              <a:xfrm>
                <a:off x="6093561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" name="neck"/>
              <p:cNvSpPr/>
              <p:nvPr/>
            </p:nvSpPr>
            <p:spPr>
              <a:xfrm>
                <a:off x="6016752" y="1366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" name="head"/>
              <p:cNvSpPr/>
              <p:nvPr/>
            </p:nvSpPr>
            <p:spPr>
              <a:xfrm>
                <a:off x="5971032" y="1252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" name="hair"/>
              <p:cNvSpPr/>
              <p:nvPr/>
            </p:nvSpPr>
            <p:spPr>
              <a:xfrm rot="16200000">
                <a:off x="6007608" y="1212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" name="eye"/>
              <p:cNvSpPr/>
              <p:nvPr/>
            </p:nvSpPr>
            <p:spPr>
              <a:xfrm>
                <a:off x="6003950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" name="eye"/>
              <p:cNvSpPr/>
              <p:nvPr/>
            </p:nvSpPr>
            <p:spPr>
              <a:xfrm>
                <a:off x="6055156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" name="smile"/>
              <p:cNvSpPr/>
              <p:nvPr/>
            </p:nvSpPr>
            <p:spPr>
              <a:xfrm>
                <a:off x="6009436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82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6177686" y="1212494"/>
              <a:ext cx="226771" cy="607161"/>
              <a:chOff x="6177686" y="1212494"/>
              <a:chExt cx="226771" cy="607161"/>
            </a:xfrm>
          </p:grpSpPr>
          <p:sp>
            <p:nvSpPr>
              <p:cNvPr id="983" name="arm"/>
              <p:cNvSpPr/>
              <p:nvPr/>
            </p:nvSpPr>
            <p:spPr>
              <a:xfrm>
                <a:off x="6185001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" name="arm"/>
              <p:cNvSpPr/>
              <p:nvPr/>
            </p:nvSpPr>
            <p:spPr>
              <a:xfrm>
                <a:off x="6356908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" name="pant leg"/>
              <p:cNvSpPr/>
              <p:nvPr/>
            </p:nvSpPr>
            <p:spPr>
              <a:xfrm>
                <a:off x="6225235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" name="pant leg"/>
              <p:cNvSpPr/>
              <p:nvPr/>
            </p:nvSpPr>
            <p:spPr>
              <a:xfrm>
                <a:off x="6294729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" name="hips"/>
              <p:cNvSpPr/>
              <p:nvPr/>
            </p:nvSpPr>
            <p:spPr>
              <a:xfrm>
                <a:off x="6225235" y="1567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" name="shoe"/>
              <p:cNvSpPr/>
              <p:nvPr/>
            </p:nvSpPr>
            <p:spPr>
              <a:xfrm>
                <a:off x="6206947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" name="shoe"/>
              <p:cNvSpPr/>
              <p:nvPr/>
            </p:nvSpPr>
            <p:spPr>
              <a:xfrm>
                <a:off x="6302044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" name="shirt"/>
              <p:cNvSpPr/>
              <p:nvPr/>
            </p:nvSpPr>
            <p:spPr>
              <a:xfrm>
                <a:off x="6217920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" name="sleeve"/>
              <p:cNvSpPr/>
              <p:nvPr/>
            </p:nvSpPr>
            <p:spPr>
              <a:xfrm>
                <a:off x="6177686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" name="sleeve"/>
              <p:cNvSpPr/>
              <p:nvPr/>
            </p:nvSpPr>
            <p:spPr>
              <a:xfrm>
                <a:off x="6349593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" name="neck"/>
              <p:cNvSpPr/>
              <p:nvPr/>
            </p:nvSpPr>
            <p:spPr>
              <a:xfrm>
                <a:off x="6272784" y="1366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" name="head"/>
              <p:cNvSpPr/>
              <p:nvPr/>
            </p:nvSpPr>
            <p:spPr>
              <a:xfrm>
                <a:off x="6227064" y="1252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" name="hair"/>
              <p:cNvSpPr/>
              <p:nvPr/>
            </p:nvSpPr>
            <p:spPr>
              <a:xfrm rot="16200000">
                <a:off x="6263640" y="1212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" name="eye"/>
              <p:cNvSpPr/>
              <p:nvPr/>
            </p:nvSpPr>
            <p:spPr>
              <a:xfrm>
                <a:off x="6259982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" name="eye"/>
              <p:cNvSpPr/>
              <p:nvPr/>
            </p:nvSpPr>
            <p:spPr>
              <a:xfrm>
                <a:off x="6311188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" name="smile"/>
              <p:cNvSpPr/>
              <p:nvPr/>
            </p:nvSpPr>
            <p:spPr>
              <a:xfrm>
                <a:off x="6265468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9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433718" y="1212494"/>
              <a:ext cx="226771" cy="607161"/>
              <a:chOff x="6433718" y="1212494"/>
              <a:chExt cx="226771" cy="607161"/>
            </a:xfrm>
          </p:grpSpPr>
          <p:sp>
            <p:nvSpPr>
              <p:cNvPr id="1000" name="arm"/>
              <p:cNvSpPr/>
              <p:nvPr/>
            </p:nvSpPr>
            <p:spPr>
              <a:xfrm>
                <a:off x="6441033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" name="arm"/>
              <p:cNvSpPr/>
              <p:nvPr/>
            </p:nvSpPr>
            <p:spPr>
              <a:xfrm>
                <a:off x="6612940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" name="pant leg"/>
              <p:cNvSpPr/>
              <p:nvPr/>
            </p:nvSpPr>
            <p:spPr>
              <a:xfrm>
                <a:off x="648126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" name="pant leg"/>
              <p:cNvSpPr/>
              <p:nvPr/>
            </p:nvSpPr>
            <p:spPr>
              <a:xfrm>
                <a:off x="6550761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" name="hips"/>
              <p:cNvSpPr/>
              <p:nvPr/>
            </p:nvSpPr>
            <p:spPr>
              <a:xfrm>
                <a:off x="6481267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" name="shoe"/>
              <p:cNvSpPr/>
              <p:nvPr/>
            </p:nvSpPr>
            <p:spPr>
              <a:xfrm>
                <a:off x="6462979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" name="shoe"/>
              <p:cNvSpPr/>
              <p:nvPr/>
            </p:nvSpPr>
            <p:spPr>
              <a:xfrm>
                <a:off x="6558076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" name="shirt"/>
              <p:cNvSpPr/>
              <p:nvPr/>
            </p:nvSpPr>
            <p:spPr>
              <a:xfrm>
                <a:off x="6473951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" name="sleeve"/>
              <p:cNvSpPr/>
              <p:nvPr/>
            </p:nvSpPr>
            <p:spPr>
              <a:xfrm>
                <a:off x="6433718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" name="sleeve"/>
              <p:cNvSpPr/>
              <p:nvPr/>
            </p:nvSpPr>
            <p:spPr>
              <a:xfrm>
                <a:off x="6605625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" name="neck"/>
              <p:cNvSpPr/>
              <p:nvPr/>
            </p:nvSpPr>
            <p:spPr>
              <a:xfrm>
                <a:off x="6528816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" name="head"/>
              <p:cNvSpPr/>
              <p:nvPr/>
            </p:nvSpPr>
            <p:spPr>
              <a:xfrm>
                <a:off x="6483096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" name="hair"/>
              <p:cNvSpPr/>
              <p:nvPr/>
            </p:nvSpPr>
            <p:spPr>
              <a:xfrm rot="16200000">
                <a:off x="6519672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" name="eye"/>
              <p:cNvSpPr/>
              <p:nvPr/>
            </p:nvSpPr>
            <p:spPr>
              <a:xfrm>
                <a:off x="6516014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" name="eye"/>
              <p:cNvSpPr/>
              <p:nvPr/>
            </p:nvSpPr>
            <p:spPr>
              <a:xfrm>
                <a:off x="6567220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" name="smile"/>
              <p:cNvSpPr/>
              <p:nvPr/>
            </p:nvSpPr>
            <p:spPr>
              <a:xfrm>
                <a:off x="6521500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16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6689750" y="1212494"/>
              <a:ext cx="226771" cy="607161"/>
              <a:chOff x="6689750" y="1212494"/>
              <a:chExt cx="226771" cy="607161"/>
            </a:xfrm>
          </p:grpSpPr>
          <p:sp>
            <p:nvSpPr>
              <p:cNvPr id="1017" name="arm"/>
              <p:cNvSpPr/>
              <p:nvPr/>
            </p:nvSpPr>
            <p:spPr>
              <a:xfrm>
                <a:off x="6697065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" name="arm"/>
              <p:cNvSpPr/>
              <p:nvPr/>
            </p:nvSpPr>
            <p:spPr>
              <a:xfrm>
                <a:off x="6868972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" name="pant leg"/>
              <p:cNvSpPr/>
              <p:nvPr/>
            </p:nvSpPr>
            <p:spPr>
              <a:xfrm>
                <a:off x="6737299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" name="pant leg"/>
              <p:cNvSpPr/>
              <p:nvPr/>
            </p:nvSpPr>
            <p:spPr>
              <a:xfrm>
                <a:off x="6806793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" name="hips"/>
              <p:cNvSpPr/>
              <p:nvPr/>
            </p:nvSpPr>
            <p:spPr>
              <a:xfrm>
                <a:off x="6737299" y="1567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" name="shoe"/>
              <p:cNvSpPr/>
              <p:nvPr/>
            </p:nvSpPr>
            <p:spPr>
              <a:xfrm>
                <a:off x="6719011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" name="shoe"/>
              <p:cNvSpPr/>
              <p:nvPr/>
            </p:nvSpPr>
            <p:spPr>
              <a:xfrm>
                <a:off x="6814108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" name="shirt"/>
              <p:cNvSpPr/>
              <p:nvPr/>
            </p:nvSpPr>
            <p:spPr>
              <a:xfrm>
                <a:off x="6729983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" name="sleeve"/>
              <p:cNvSpPr/>
              <p:nvPr/>
            </p:nvSpPr>
            <p:spPr>
              <a:xfrm>
                <a:off x="6689750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" name="sleeve"/>
              <p:cNvSpPr/>
              <p:nvPr/>
            </p:nvSpPr>
            <p:spPr>
              <a:xfrm>
                <a:off x="6861657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" name="neck"/>
              <p:cNvSpPr/>
              <p:nvPr/>
            </p:nvSpPr>
            <p:spPr>
              <a:xfrm>
                <a:off x="6784848" y="1366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" name="head"/>
              <p:cNvSpPr/>
              <p:nvPr/>
            </p:nvSpPr>
            <p:spPr>
              <a:xfrm>
                <a:off x="6739128" y="1252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" name="hair"/>
              <p:cNvSpPr/>
              <p:nvPr/>
            </p:nvSpPr>
            <p:spPr>
              <a:xfrm rot="16200000">
                <a:off x="6775704" y="1212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" name="eye"/>
              <p:cNvSpPr/>
              <p:nvPr/>
            </p:nvSpPr>
            <p:spPr>
              <a:xfrm>
                <a:off x="6772046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" name="eye"/>
              <p:cNvSpPr/>
              <p:nvPr/>
            </p:nvSpPr>
            <p:spPr>
              <a:xfrm>
                <a:off x="6823252" y="1324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" name="smile"/>
              <p:cNvSpPr/>
              <p:nvPr/>
            </p:nvSpPr>
            <p:spPr>
              <a:xfrm>
                <a:off x="6777532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033" name="Connector 1032"/>
          <p:cNvCxnSpPr/>
          <p:nvPr/>
        </p:nvCxnSpPr>
        <p:spPr>
          <a:xfrm>
            <a:off x="7086600" y="1527048"/>
            <a:ext cx="548640" cy="0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TextBox 1033"/>
          <p:cNvSpPr txBox="1"/>
          <p:nvPr/>
        </p:nvSpPr>
        <p:spPr>
          <a:xfrm>
            <a:off x="7818120" y="141731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Arial"/>
              </a:rPr>
              <a:t>First-years</a:t>
            </a:r>
          </a:p>
        </p:txBody>
      </p:sp>
      <p:sp>
        <p:nvSpPr>
          <p:cNvPr id="1086" name="Sophomores box"/>
          <p:cNvSpPr/>
          <p:nvPr/>
        </p:nvSpPr>
        <p:spPr>
          <a:xfrm>
            <a:off x="3749039" y="2011680"/>
            <a:ext cx="3291840" cy="105156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TextBox 1086"/>
          <p:cNvSpPr txBox="1"/>
          <p:nvPr/>
        </p:nvSpPr>
        <p:spPr>
          <a:xfrm>
            <a:off x="3858768" y="20665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Arial"/>
              </a:rPr>
              <a:t>Sophomores (12)</a:t>
            </a:r>
          </a:p>
        </p:txBody>
      </p:sp>
      <p:grpSp>
        <p:nvGrpSpPr>
          <p:cNvPr id="1088" name="Sophomores stratum" descr="12 figures in the sophomores shirt color; 3 are in full color (randomly selected) and 9 are grayed out."/>
          <p:cNvGrpSpPr/>
          <p:nvPr/>
        </p:nvGrpSpPr>
        <p:grpSpPr>
          <a:xfrm>
            <a:off x="3873398" y="2355494"/>
            <a:ext cx="3043123" cy="607162"/>
            <a:chOff x="3873398" y="2355494"/>
            <a:chExt cx="3043123" cy="607162"/>
          </a:xfrm>
        </p:grpSpPr>
        <p:grpSp>
          <p:nvGrpSpPr>
            <p:cNvPr id="1089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3873398" y="2355494"/>
              <a:ext cx="226771" cy="607162"/>
              <a:chOff x="3873398" y="2355494"/>
              <a:chExt cx="226771" cy="607162"/>
            </a:xfrm>
          </p:grpSpPr>
          <p:sp>
            <p:nvSpPr>
              <p:cNvPr id="1090" name="arm"/>
              <p:cNvSpPr/>
              <p:nvPr/>
            </p:nvSpPr>
            <p:spPr>
              <a:xfrm>
                <a:off x="3880713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" name="arm"/>
              <p:cNvSpPr/>
              <p:nvPr/>
            </p:nvSpPr>
            <p:spPr>
              <a:xfrm>
                <a:off x="4052620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" name="pant leg"/>
              <p:cNvSpPr/>
              <p:nvPr/>
            </p:nvSpPr>
            <p:spPr>
              <a:xfrm>
                <a:off x="3920947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" name="pant leg"/>
              <p:cNvSpPr/>
              <p:nvPr/>
            </p:nvSpPr>
            <p:spPr>
              <a:xfrm>
                <a:off x="3990441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" name="hips"/>
              <p:cNvSpPr/>
              <p:nvPr/>
            </p:nvSpPr>
            <p:spPr>
              <a:xfrm>
                <a:off x="3920947" y="2710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" name="shoe"/>
              <p:cNvSpPr/>
              <p:nvPr/>
            </p:nvSpPr>
            <p:spPr>
              <a:xfrm>
                <a:off x="3902659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" name="shoe"/>
              <p:cNvSpPr/>
              <p:nvPr/>
            </p:nvSpPr>
            <p:spPr>
              <a:xfrm>
                <a:off x="3997756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" name="shirt"/>
              <p:cNvSpPr/>
              <p:nvPr/>
            </p:nvSpPr>
            <p:spPr>
              <a:xfrm>
                <a:off x="3913631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" name="sleeve"/>
              <p:cNvSpPr/>
              <p:nvPr/>
            </p:nvSpPr>
            <p:spPr>
              <a:xfrm>
                <a:off x="3873398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" name="sleeve"/>
              <p:cNvSpPr/>
              <p:nvPr/>
            </p:nvSpPr>
            <p:spPr>
              <a:xfrm>
                <a:off x="4045305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" name="neck"/>
              <p:cNvSpPr/>
              <p:nvPr/>
            </p:nvSpPr>
            <p:spPr>
              <a:xfrm>
                <a:off x="3968496" y="2509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" name="head"/>
              <p:cNvSpPr/>
              <p:nvPr/>
            </p:nvSpPr>
            <p:spPr>
              <a:xfrm>
                <a:off x="3922776" y="2395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" name="hair"/>
              <p:cNvSpPr/>
              <p:nvPr/>
            </p:nvSpPr>
            <p:spPr>
              <a:xfrm rot="16200000">
                <a:off x="3959352" y="2355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" name="eye"/>
              <p:cNvSpPr/>
              <p:nvPr/>
            </p:nvSpPr>
            <p:spPr>
              <a:xfrm>
                <a:off x="3955694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" name="eye"/>
              <p:cNvSpPr/>
              <p:nvPr/>
            </p:nvSpPr>
            <p:spPr>
              <a:xfrm>
                <a:off x="4006900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" name="smile"/>
              <p:cNvSpPr/>
              <p:nvPr/>
            </p:nvSpPr>
            <p:spPr>
              <a:xfrm>
                <a:off x="3961180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0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129430" y="2355494"/>
              <a:ext cx="226771" cy="607162"/>
              <a:chOff x="4129430" y="2355494"/>
              <a:chExt cx="226771" cy="607162"/>
            </a:xfrm>
          </p:grpSpPr>
          <p:sp>
            <p:nvSpPr>
              <p:cNvPr id="1107" name="arm"/>
              <p:cNvSpPr/>
              <p:nvPr/>
            </p:nvSpPr>
            <p:spPr>
              <a:xfrm>
                <a:off x="4136745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" name="arm"/>
              <p:cNvSpPr/>
              <p:nvPr/>
            </p:nvSpPr>
            <p:spPr>
              <a:xfrm>
                <a:off x="4308652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" name="pant leg"/>
              <p:cNvSpPr/>
              <p:nvPr/>
            </p:nvSpPr>
            <p:spPr>
              <a:xfrm>
                <a:off x="4176979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" name="pant leg"/>
              <p:cNvSpPr/>
              <p:nvPr/>
            </p:nvSpPr>
            <p:spPr>
              <a:xfrm>
                <a:off x="4246473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" name="hips"/>
              <p:cNvSpPr/>
              <p:nvPr/>
            </p:nvSpPr>
            <p:spPr>
              <a:xfrm>
                <a:off x="4176979" y="2710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" name="shoe"/>
              <p:cNvSpPr/>
              <p:nvPr/>
            </p:nvSpPr>
            <p:spPr>
              <a:xfrm>
                <a:off x="4158691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" name="shoe"/>
              <p:cNvSpPr/>
              <p:nvPr/>
            </p:nvSpPr>
            <p:spPr>
              <a:xfrm>
                <a:off x="4253788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" name="shirt"/>
              <p:cNvSpPr/>
              <p:nvPr/>
            </p:nvSpPr>
            <p:spPr>
              <a:xfrm>
                <a:off x="4169663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5" name="sleeve"/>
              <p:cNvSpPr/>
              <p:nvPr/>
            </p:nvSpPr>
            <p:spPr>
              <a:xfrm>
                <a:off x="4129430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6" name="sleeve"/>
              <p:cNvSpPr/>
              <p:nvPr/>
            </p:nvSpPr>
            <p:spPr>
              <a:xfrm>
                <a:off x="4301337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7" name="neck"/>
              <p:cNvSpPr/>
              <p:nvPr/>
            </p:nvSpPr>
            <p:spPr>
              <a:xfrm>
                <a:off x="4224528" y="2509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8" name="head"/>
              <p:cNvSpPr/>
              <p:nvPr/>
            </p:nvSpPr>
            <p:spPr>
              <a:xfrm>
                <a:off x="4178808" y="2395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9" name="hair"/>
              <p:cNvSpPr/>
              <p:nvPr/>
            </p:nvSpPr>
            <p:spPr>
              <a:xfrm rot="16200000">
                <a:off x="4215384" y="2355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0" name="eye"/>
              <p:cNvSpPr/>
              <p:nvPr/>
            </p:nvSpPr>
            <p:spPr>
              <a:xfrm>
                <a:off x="4211726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1" name="eye"/>
              <p:cNvSpPr/>
              <p:nvPr/>
            </p:nvSpPr>
            <p:spPr>
              <a:xfrm>
                <a:off x="4262932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2" name="smile"/>
              <p:cNvSpPr/>
              <p:nvPr/>
            </p:nvSpPr>
            <p:spPr>
              <a:xfrm>
                <a:off x="4217212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23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4385462" y="2355494"/>
              <a:ext cx="226771" cy="607162"/>
              <a:chOff x="4385462" y="2355494"/>
              <a:chExt cx="226771" cy="607162"/>
            </a:xfrm>
          </p:grpSpPr>
          <p:sp>
            <p:nvSpPr>
              <p:cNvPr id="1124" name="arm"/>
              <p:cNvSpPr/>
              <p:nvPr/>
            </p:nvSpPr>
            <p:spPr>
              <a:xfrm>
                <a:off x="4392777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5" name="arm"/>
              <p:cNvSpPr/>
              <p:nvPr/>
            </p:nvSpPr>
            <p:spPr>
              <a:xfrm>
                <a:off x="4564684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6" name="pant leg"/>
              <p:cNvSpPr/>
              <p:nvPr/>
            </p:nvSpPr>
            <p:spPr>
              <a:xfrm>
                <a:off x="4433011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7" name="pant leg"/>
              <p:cNvSpPr/>
              <p:nvPr/>
            </p:nvSpPr>
            <p:spPr>
              <a:xfrm>
                <a:off x="4502505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8" name="hips"/>
              <p:cNvSpPr/>
              <p:nvPr/>
            </p:nvSpPr>
            <p:spPr>
              <a:xfrm>
                <a:off x="4433011" y="2710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9" name="shoe"/>
              <p:cNvSpPr/>
              <p:nvPr/>
            </p:nvSpPr>
            <p:spPr>
              <a:xfrm>
                <a:off x="4414723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" name="shoe"/>
              <p:cNvSpPr/>
              <p:nvPr/>
            </p:nvSpPr>
            <p:spPr>
              <a:xfrm>
                <a:off x="4509820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1" name="shirt"/>
              <p:cNvSpPr/>
              <p:nvPr/>
            </p:nvSpPr>
            <p:spPr>
              <a:xfrm>
                <a:off x="4425695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2" name="sleeve"/>
              <p:cNvSpPr/>
              <p:nvPr/>
            </p:nvSpPr>
            <p:spPr>
              <a:xfrm>
                <a:off x="4385462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3" name="sleeve"/>
              <p:cNvSpPr/>
              <p:nvPr/>
            </p:nvSpPr>
            <p:spPr>
              <a:xfrm>
                <a:off x="4557369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4" name="neck"/>
              <p:cNvSpPr/>
              <p:nvPr/>
            </p:nvSpPr>
            <p:spPr>
              <a:xfrm>
                <a:off x="4480559" y="2509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5" name="head"/>
              <p:cNvSpPr/>
              <p:nvPr/>
            </p:nvSpPr>
            <p:spPr>
              <a:xfrm>
                <a:off x="4434840" y="2395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6" name="hair"/>
              <p:cNvSpPr/>
              <p:nvPr/>
            </p:nvSpPr>
            <p:spPr>
              <a:xfrm rot="16200000">
                <a:off x="4471416" y="2355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7" name="eye"/>
              <p:cNvSpPr/>
              <p:nvPr/>
            </p:nvSpPr>
            <p:spPr>
              <a:xfrm>
                <a:off x="4467758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8" name="eye"/>
              <p:cNvSpPr/>
              <p:nvPr/>
            </p:nvSpPr>
            <p:spPr>
              <a:xfrm>
                <a:off x="4518964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9" name="smile"/>
              <p:cNvSpPr/>
              <p:nvPr/>
            </p:nvSpPr>
            <p:spPr>
              <a:xfrm>
                <a:off x="4473244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40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4641494" y="2355494"/>
              <a:ext cx="226771" cy="607162"/>
              <a:chOff x="4641494" y="2355494"/>
              <a:chExt cx="226771" cy="607162"/>
            </a:xfrm>
          </p:grpSpPr>
          <p:sp>
            <p:nvSpPr>
              <p:cNvPr id="1141" name="arm"/>
              <p:cNvSpPr/>
              <p:nvPr/>
            </p:nvSpPr>
            <p:spPr>
              <a:xfrm>
                <a:off x="4648809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2" name="arm"/>
              <p:cNvSpPr/>
              <p:nvPr/>
            </p:nvSpPr>
            <p:spPr>
              <a:xfrm>
                <a:off x="4820716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3" name="pant leg"/>
              <p:cNvSpPr/>
              <p:nvPr/>
            </p:nvSpPr>
            <p:spPr>
              <a:xfrm>
                <a:off x="4689043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4" name="pant leg"/>
              <p:cNvSpPr/>
              <p:nvPr/>
            </p:nvSpPr>
            <p:spPr>
              <a:xfrm>
                <a:off x="4758537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5" name="hips"/>
              <p:cNvSpPr/>
              <p:nvPr/>
            </p:nvSpPr>
            <p:spPr>
              <a:xfrm>
                <a:off x="4689043" y="2710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6" name="shoe"/>
              <p:cNvSpPr/>
              <p:nvPr/>
            </p:nvSpPr>
            <p:spPr>
              <a:xfrm>
                <a:off x="4670755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7" name="shoe"/>
              <p:cNvSpPr/>
              <p:nvPr/>
            </p:nvSpPr>
            <p:spPr>
              <a:xfrm>
                <a:off x="4765852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8" name="shirt"/>
              <p:cNvSpPr/>
              <p:nvPr/>
            </p:nvSpPr>
            <p:spPr>
              <a:xfrm>
                <a:off x="4681727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9" name="sleeve"/>
              <p:cNvSpPr/>
              <p:nvPr/>
            </p:nvSpPr>
            <p:spPr>
              <a:xfrm>
                <a:off x="4641494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0" name="sleeve"/>
              <p:cNvSpPr/>
              <p:nvPr/>
            </p:nvSpPr>
            <p:spPr>
              <a:xfrm>
                <a:off x="4813401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1" name="neck"/>
              <p:cNvSpPr/>
              <p:nvPr/>
            </p:nvSpPr>
            <p:spPr>
              <a:xfrm>
                <a:off x="4736592" y="2509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" name="head"/>
              <p:cNvSpPr/>
              <p:nvPr/>
            </p:nvSpPr>
            <p:spPr>
              <a:xfrm>
                <a:off x="4690872" y="2395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" name="hair"/>
              <p:cNvSpPr/>
              <p:nvPr/>
            </p:nvSpPr>
            <p:spPr>
              <a:xfrm rot="16200000">
                <a:off x="4727448" y="2355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" name="eye"/>
              <p:cNvSpPr/>
              <p:nvPr/>
            </p:nvSpPr>
            <p:spPr>
              <a:xfrm>
                <a:off x="4723790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" name="eye"/>
              <p:cNvSpPr/>
              <p:nvPr/>
            </p:nvSpPr>
            <p:spPr>
              <a:xfrm>
                <a:off x="4774996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" name="smile"/>
              <p:cNvSpPr/>
              <p:nvPr/>
            </p:nvSpPr>
            <p:spPr>
              <a:xfrm>
                <a:off x="4729276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57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4897526" y="2355494"/>
              <a:ext cx="226771" cy="607162"/>
              <a:chOff x="4897526" y="2355494"/>
              <a:chExt cx="226771" cy="607162"/>
            </a:xfrm>
          </p:grpSpPr>
          <p:sp>
            <p:nvSpPr>
              <p:cNvPr id="1158" name="arm"/>
              <p:cNvSpPr/>
              <p:nvPr/>
            </p:nvSpPr>
            <p:spPr>
              <a:xfrm>
                <a:off x="4904841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9" name="arm"/>
              <p:cNvSpPr/>
              <p:nvPr/>
            </p:nvSpPr>
            <p:spPr>
              <a:xfrm>
                <a:off x="5076748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" name="pant leg"/>
              <p:cNvSpPr/>
              <p:nvPr/>
            </p:nvSpPr>
            <p:spPr>
              <a:xfrm>
                <a:off x="4945075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1" name="pant leg"/>
              <p:cNvSpPr/>
              <p:nvPr/>
            </p:nvSpPr>
            <p:spPr>
              <a:xfrm>
                <a:off x="5014569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2" name="hips"/>
              <p:cNvSpPr/>
              <p:nvPr/>
            </p:nvSpPr>
            <p:spPr>
              <a:xfrm>
                <a:off x="4945075" y="2710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3" name="shoe"/>
              <p:cNvSpPr/>
              <p:nvPr/>
            </p:nvSpPr>
            <p:spPr>
              <a:xfrm>
                <a:off x="4926787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4" name="shoe"/>
              <p:cNvSpPr/>
              <p:nvPr/>
            </p:nvSpPr>
            <p:spPr>
              <a:xfrm>
                <a:off x="5021884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5" name="shirt"/>
              <p:cNvSpPr/>
              <p:nvPr/>
            </p:nvSpPr>
            <p:spPr>
              <a:xfrm>
                <a:off x="4937759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6" name="sleeve"/>
              <p:cNvSpPr/>
              <p:nvPr/>
            </p:nvSpPr>
            <p:spPr>
              <a:xfrm>
                <a:off x="4897526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" name="sleeve"/>
              <p:cNvSpPr/>
              <p:nvPr/>
            </p:nvSpPr>
            <p:spPr>
              <a:xfrm>
                <a:off x="5069433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8" name="neck"/>
              <p:cNvSpPr/>
              <p:nvPr/>
            </p:nvSpPr>
            <p:spPr>
              <a:xfrm>
                <a:off x="4992624" y="2509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9" name="head"/>
              <p:cNvSpPr/>
              <p:nvPr/>
            </p:nvSpPr>
            <p:spPr>
              <a:xfrm>
                <a:off x="4946904" y="2395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0" name="hair"/>
              <p:cNvSpPr/>
              <p:nvPr/>
            </p:nvSpPr>
            <p:spPr>
              <a:xfrm rot="16200000">
                <a:off x="4983480" y="2355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1" name="eye"/>
              <p:cNvSpPr/>
              <p:nvPr/>
            </p:nvSpPr>
            <p:spPr>
              <a:xfrm>
                <a:off x="4979822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" name="eye"/>
              <p:cNvSpPr/>
              <p:nvPr/>
            </p:nvSpPr>
            <p:spPr>
              <a:xfrm>
                <a:off x="5031028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3" name="smile"/>
              <p:cNvSpPr/>
              <p:nvPr/>
            </p:nvSpPr>
            <p:spPr>
              <a:xfrm>
                <a:off x="4985308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74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5153558" y="2355494"/>
              <a:ext cx="226771" cy="607162"/>
              <a:chOff x="5153558" y="2355494"/>
              <a:chExt cx="226771" cy="607162"/>
            </a:xfrm>
          </p:grpSpPr>
          <p:sp>
            <p:nvSpPr>
              <p:cNvPr id="1175" name="arm"/>
              <p:cNvSpPr/>
              <p:nvPr/>
            </p:nvSpPr>
            <p:spPr>
              <a:xfrm>
                <a:off x="5160873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6" name="arm"/>
              <p:cNvSpPr/>
              <p:nvPr/>
            </p:nvSpPr>
            <p:spPr>
              <a:xfrm>
                <a:off x="5332780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7" name="pant leg"/>
              <p:cNvSpPr/>
              <p:nvPr/>
            </p:nvSpPr>
            <p:spPr>
              <a:xfrm>
                <a:off x="5201107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8" name="pant leg"/>
              <p:cNvSpPr/>
              <p:nvPr/>
            </p:nvSpPr>
            <p:spPr>
              <a:xfrm>
                <a:off x="5270601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9" name="hips"/>
              <p:cNvSpPr/>
              <p:nvPr/>
            </p:nvSpPr>
            <p:spPr>
              <a:xfrm>
                <a:off x="5201107" y="2710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0" name="shoe"/>
              <p:cNvSpPr/>
              <p:nvPr/>
            </p:nvSpPr>
            <p:spPr>
              <a:xfrm>
                <a:off x="5182819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1" name="shoe"/>
              <p:cNvSpPr/>
              <p:nvPr/>
            </p:nvSpPr>
            <p:spPr>
              <a:xfrm>
                <a:off x="5277916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2" name="shirt"/>
              <p:cNvSpPr/>
              <p:nvPr/>
            </p:nvSpPr>
            <p:spPr>
              <a:xfrm>
                <a:off x="5193792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3" name="sleeve"/>
              <p:cNvSpPr/>
              <p:nvPr/>
            </p:nvSpPr>
            <p:spPr>
              <a:xfrm>
                <a:off x="5153558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4" name="sleeve"/>
              <p:cNvSpPr/>
              <p:nvPr/>
            </p:nvSpPr>
            <p:spPr>
              <a:xfrm>
                <a:off x="5325465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5" name="neck"/>
              <p:cNvSpPr/>
              <p:nvPr/>
            </p:nvSpPr>
            <p:spPr>
              <a:xfrm>
                <a:off x="5248656" y="2509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6" name="head"/>
              <p:cNvSpPr/>
              <p:nvPr/>
            </p:nvSpPr>
            <p:spPr>
              <a:xfrm>
                <a:off x="5202936" y="2395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7" name="hair"/>
              <p:cNvSpPr/>
              <p:nvPr/>
            </p:nvSpPr>
            <p:spPr>
              <a:xfrm rot="16200000">
                <a:off x="5239512" y="2355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8" name="eye"/>
              <p:cNvSpPr/>
              <p:nvPr/>
            </p:nvSpPr>
            <p:spPr>
              <a:xfrm>
                <a:off x="5235854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9" name="eye"/>
              <p:cNvSpPr/>
              <p:nvPr/>
            </p:nvSpPr>
            <p:spPr>
              <a:xfrm>
                <a:off x="5287060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0" name="smile"/>
              <p:cNvSpPr/>
              <p:nvPr/>
            </p:nvSpPr>
            <p:spPr>
              <a:xfrm>
                <a:off x="5241340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9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409590" y="2355494"/>
              <a:ext cx="226771" cy="607162"/>
              <a:chOff x="5409590" y="2355494"/>
              <a:chExt cx="226771" cy="607162"/>
            </a:xfrm>
          </p:grpSpPr>
          <p:sp>
            <p:nvSpPr>
              <p:cNvPr id="1192" name="arm"/>
              <p:cNvSpPr/>
              <p:nvPr/>
            </p:nvSpPr>
            <p:spPr>
              <a:xfrm>
                <a:off x="5416905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3" name="arm"/>
              <p:cNvSpPr/>
              <p:nvPr/>
            </p:nvSpPr>
            <p:spPr>
              <a:xfrm>
                <a:off x="5588812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4" name="pant leg"/>
              <p:cNvSpPr/>
              <p:nvPr/>
            </p:nvSpPr>
            <p:spPr>
              <a:xfrm>
                <a:off x="5457139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5" name="pant leg"/>
              <p:cNvSpPr/>
              <p:nvPr/>
            </p:nvSpPr>
            <p:spPr>
              <a:xfrm>
                <a:off x="5526633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6" name="hips"/>
              <p:cNvSpPr/>
              <p:nvPr/>
            </p:nvSpPr>
            <p:spPr>
              <a:xfrm>
                <a:off x="5457139" y="2710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7" name="shoe"/>
              <p:cNvSpPr/>
              <p:nvPr/>
            </p:nvSpPr>
            <p:spPr>
              <a:xfrm>
                <a:off x="5438851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8" name="shoe"/>
              <p:cNvSpPr/>
              <p:nvPr/>
            </p:nvSpPr>
            <p:spPr>
              <a:xfrm>
                <a:off x="5533948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9" name="shirt"/>
              <p:cNvSpPr/>
              <p:nvPr/>
            </p:nvSpPr>
            <p:spPr>
              <a:xfrm>
                <a:off x="5449824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0" name="sleeve"/>
              <p:cNvSpPr/>
              <p:nvPr/>
            </p:nvSpPr>
            <p:spPr>
              <a:xfrm>
                <a:off x="5409590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1" name="sleeve"/>
              <p:cNvSpPr/>
              <p:nvPr/>
            </p:nvSpPr>
            <p:spPr>
              <a:xfrm>
                <a:off x="5581497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2" name="neck"/>
              <p:cNvSpPr/>
              <p:nvPr/>
            </p:nvSpPr>
            <p:spPr>
              <a:xfrm>
                <a:off x="5504688" y="2509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3" name="head"/>
              <p:cNvSpPr/>
              <p:nvPr/>
            </p:nvSpPr>
            <p:spPr>
              <a:xfrm>
                <a:off x="5458968" y="2395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4" name="hair"/>
              <p:cNvSpPr/>
              <p:nvPr/>
            </p:nvSpPr>
            <p:spPr>
              <a:xfrm rot="16200000">
                <a:off x="5495544" y="2355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5" name="eye"/>
              <p:cNvSpPr/>
              <p:nvPr/>
            </p:nvSpPr>
            <p:spPr>
              <a:xfrm>
                <a:off x="5491886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6" name="eye"/>
              <p:cNvSpPr/>
              <p:nvPr/>
            </p:nvSpPr>
            <p:spPr>
              <a:xfrm>
                <a:off x="5543092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7" name="smile"/>
              <p:cNvSpPr/>
              <p:nvPr/>
            </p:nvSpPr>
            <p:spPr>
              <a:xfrm>
                <a:off x="5497372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08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5665622" y="2355494"/>
              <a:ext cx="226771" cy="607162"/>
              <a:chOff x="5665622" y="2355494"/>
              <a:chExt cx="226771" cy="607162"/>
            </a:xfrm>
          </p:grpSpPr>
          <p:sp>
            <p:nvSpPr>
              <p:cNvPr id="1209" name="arm"/>
              <p:cNvSpPr/>
              <p:nvPr/>
            </p:nvSpPr>
            <p:spPr>
              <a:xfrm>
                <a:off x="5672937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0" name="arm"/>
              <p:cNvSpPr/>
              <p:nvPr/>
            </p:nvSpPr>
            <p:spPr>
              <a:xfrm>
                <a:off x="5844844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1" name="pant leg"/>
              <p:cNvSpPr/>
              <p:nvPr/>
            </p:nvSpPr>
            <p:spPr>
              <a:xfrm>
                <a:off x="5713171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2" name="pant leg"/>
              <p:cNvSpPr/>
              <p:nvPr/>
            </p:nvSpPr>
            <p:spPr>
              <a:xfrm>
                <a:off x="5782665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3" name="hips"/>
              <p:cNvSpPr/>
              <p:nvPr/>
            </p:nvSpPr>
            <p:spPr>
              <a:xfrm>
                <a:off x="5713171" y="2710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4" name="shoe"/>
              <p:cNvSpPr/>
              <p:nvPr/>
            </p:nvSpPr>
            <p:spPr>
              <a:xfrm>
                <a:off x="5694883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5" name="shoe"/>
              <p:cNvSpPr/>
              <p:nvPr/>
            </p:nvSpPr>
            <p:spPr>
              <a:xfrm>
                <a:off x="5789980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6" name="shirt"/>
              <p:cNvSpPr/>
              <p:nvPr/>
            </p:nvSpPr>
            <p:spPr>
              <a:xfrm>
                <a:off x="5705855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7" name="sleeve"/>
              <p:cNvSpPr/>
              <p:nvPr/>
            </p:nvSpPr>
            <p:spPr>
              <a:xfrm>
                <a:off x="5665622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8" name="sleeve"/>
              <p:cNvSpPr/>
              <p:nvPr/>
            </p:nvSpPr>
            <p:spPr>
              <a:xfrm>
                <a:off x="5837529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9" name="neck"/>
              <p:cNvSpPr/>
              <p:nvPr/>
            </p:nvSpPr>
            <p:spPr>
              <a:xfrm>
                <a:off x="5760720" y="2509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0" name="head"/>
              <p:cNvSpPr/>
              <p:nvPr/>
            </p:nvSpPr>
            <p:spPr>
              <a:xfrm>
                <a:off x="5715000" y="2395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1" name="hair"/>
              <p:cNvSpPr/>
              <p:nvPr/>
            </p:nvSpPr>
            <p:spPr>
              <a:xfrm rot="16200000">
                <a:off x="5751576" y="2355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2" name="eye"/>
              <p:cNvSpPr/>
              <p:nvPr/>
            </p:nvSpPr>
            <p:spPr>
              <a:xfrm>
                <a:off x="5747918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3" name="eye"/>
              <p:cNvSpPr/>
              <p:nvPr/>
            </p:nvSpPr>
            <p:spPr>
              <a:xfrm>
                <a:off x="5799124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4" name="smile"/>
              <p:cNvSpPr/>
              <p:nvPr/>
            </p:nvSpPr>
            <p:spPr>
              <a:xfrm>
                <a:off x="5753404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2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921654" y="2355494"/>
              <a:ext cx="226771" cy="607162"/>
              <a:chOff x="5921654" y="2355494"/>
              <a:chExt cx="226771" cy="607162"/>
            </a:xfrm>
          </p:grpSpPr>
          <p:sp>
            <p:nvSpPr>
              <p:cNvPr id="1226" name="arm"/>
              <p:cNvSpPr/>
              <p:nvPr/>
            </p:nvSpPr>
            <p:spPr>
              <a:xfrm>
                <a:off x="5928969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7" name="arm"/>
              <p:cNvSpPr/>
              <p:nvPr/>
            </p:nvSpPr>
            <p:spPr>
              <a:xfrm>
                <a:off x="6100876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8" name="pant leg"/>
              <p:cNvSpPr/>
              <p:nvPr/>
            </p:nvSpPr>
            <p:spPr>
              <a:xfrm>
                <a:off x="5969203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9" name="pant leg"/>
              <p:cNvSpPr/>
              <p:nvPr/>
            </p:nvSpPr>
            <p:spPr>
              <a:xfrm>
                <a:off x="6038697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0" name="hips"/>
              <p:cNvSpPr/>
              <p:nvPr/>
            </p:nvSpPr>
            <p:spPr>
              <a:xfrm>
                <a:off x="5969203" y="2710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1" name="shoe"/>
              <p:cNvSpPr/>
              <p:nvPr/>
            </p:nvSpPr>
            <p:spPr>
              <a:xfrm>
                <a:off x="5950915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2" name="shoe"/>
              <p:cNvSpPr/>
              <p:nvPr/>
            </p:nvSpPr>
            <p:spPr>
              <a:xfrm>
                <a:off x="6046012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3" name="shirt"/>
              <p:cNvSpPr/>
              <p:nvPr/>
            </p:nvSpPr>
            <p:spPr>
              <a:xfrm>
                <a:off x="5961888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4" name="sleeve"/>
              <p:cNvSpPr/>
              <p:nvPr/>
            </p:nvSpPr>
            <p:spPr>
              <a:xfrm>
                <a:off x="5921654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5" name="sleeve"/>
              <p:cNvSpPr/>
              <p:nvPr/>
            </p:nvSpPr>
            <p:spPr>
              <a:xfrm>
                <a:off x="6093561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6" name="neck"/>
              <p:cNvSpPr/>
              <p:nvPr/>
            </p:nvSpPr>
            <p:spPr>
              <a:xfrm>
                <a:off x="6016752" y="2509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7" name="head"/>
              <p:cNvSpPr/>
              <p:nvPr/>
            </p:nvSpPr>
            <p:spPr>
              <a:xfrm>
                <a:off x="5971032" y="2395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8" name="hair"/>
              <p:cNvSpPr/>
              <p:nvPr/>
            </p:nvSpPr>
            <p:spPr>
              <a:xfrm rot="16200000">
                <a:off x="6007608" y="2355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9" name="eye"/>
              <p:cNvSpPr/>
              <p:nvPr/>
            </p:nvSpPr>
            <p:spPr>
              <a:xfrm>
                <a:off x="6003950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0" name="eye"/>
              <p:cNvSpPr/>
              <p:nvPr/>
            </p:nvSpPr>
            <p:spPr>
              <a:xfrm>
                <a:off x="6055156" y="2467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1" name="smile"/>
              <p:cNvSpPr/>
              <p:nvPr/>
            </p:nvSpPr>
            <p:spPr>
              <a:xfrm>
                <a:off x="6009436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42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6177686" y="2355494"/>
              <a:ext cx="226771" cy="607162"/>
              <a:chOff x="6177686" y="2355494"/>
              <a:chExt cx="226771" cy="607162"/>
            </a:xfrm>
          </p:grpSpPr>
          <p:sp>
            <p:nvSpPr>
              <p:cNvPr id="1243" name="arm"/>
              <p:cNvSpPr/>
              <p:nvPr/>
            </p:nvSpPr>
            <p:spPr>
              <a:xfrm>
                <a:off x="6185001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4" name="arm"/>
              <p:cNvSpPr/>
              <p:nvPr/>
            </p:nvSpPr>
            <p:spPr>
              <a:xfrm>
                <a:off x="6356908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5" name="pant leg"/>
              <p:cNvSpPr/>
              <p:nvPr/>
            </p:nvSpPr>
            <p:spPr>
              <a:xfrm>
                <a:off x="6225235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6" name="pant leg"/>
              <p:cNvSpPr/>
              <p:nvPr/>
            </p:nvSpPr>
            <p:spPr>
              <a:xfrm>
                <a:off x="6294729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7" name="hips"/>
              <p:cNvSpPr/>
              <p:nvPr/>
            </p:nvSpPr>
            <p:spPr>
              <a:xfrm>
                <a:off x="6225235" y="2710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8" name="shoe"/>
              <p:cNvSpPr/>
              <p:nvPr/>
            </p:nvSpPr>
            <p:spPr>
              <a:xfrm>
                <a:off x="6206947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9" name="shoe"/>
              <p:cNvSpPr/>
              <p:nvPr/>
            </p:nvSpPr>
            <p:spPr>
              <a:xfrm>
                <a:off x="6302044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0" name="shirt"/>
              <p:cNvSpPr/>
              <p:nvPr/>
            </p:nvSpPr>
            <p:spPr>
              <a:xfrm>
                <a:off x="6217920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1" name="sleeve"/>
              <p:cNvSpPr/>
              <p:nvPr/>
            </p:nvSpPr>
            <p:spPr>
              <a:xfrm>
                <a:off x="6177686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2" name="sleeve"/>
              <p:cNvSpPr/>
              <p:nvPr/>
            </p:nvSpPr>
            <p:spPr>
              <a:xfrm>
                <a:off x="6349593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3" name="neck"/>
              <p:cNvSpPr/>
              <p:nvPr/>
            </p:nvSpPr>
            <p:spPr>
              <a:xfrm>
                <a:off x="6272784" y="2509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4" name="head"/>
              <p:cNvSpPr/>
              <p:nvPr/>
            </p:nvSpPr>
            <p:spPr>
              <a:xfrm>
                <a:off x="6227064" y="2395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5" name="hair"/>
              <p:cNvSpPr/>
              <p:nvPr/>
            </p:nvSpPr>
            <p:spPr>
              <a:xfrm rot="16200000">
                <a:off x="6263640" y="2355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6" name="eye"/>
              <p:cNvSpPr/>
              <p:nvPr/>
            </p:nvSpPr>
            <p:spPr>
              <a:xfrm>
                <a:off x="6259982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7" name="eye"/>
              <p:cNvSpPr/>
              <p:nvPr/>
            </p:nvSpPr>
            <p:spPr>
              <a:xfrm>
                <a:off x="6311188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8" name="smile"/>
              <p:cNvSpPr/>
              <p:nvPr/>
            </p:nvSpPr>
            <p:spPr>
              <a:xfrm>
                <a:off x="6265468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59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6433718" y="2355494"/>
              <a:ext cx="226771" cy="607162"/>
              <a:chOff x="6433718" y="2355494"/>
              <a:chExt cx="226771" cy="607162"/>
            </a:xfrm>
          </p:grpSpPr>
          <p:sp>
            <p:nvSpPr>
              <p:cNvPr id="1260" name="arm"/>
              <p:cNvSpPr/>
              <p:nvPr/>
            </p:nvSpPr>
            <p:spPr>
              <a:xfrm>
                <a:off x="6441033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1" name="arm"/>
              <p:cNvSpPr/>
              <p:nvPr/>
            </p:nvSpPr>
            <p:spPr>
              <a:xfrm>
                <a:off x="6612940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2" name="pant leg"/>
              <p:cNvSpPr/>
              <p:nvPr/>
            </p:nvSpPr>
            <p:spPr>
              <a:xfrm>
                <a:off x="6481267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3" name="pant leg"/>
              <p:cNvSpPr/>
              <p:nvPr/>
            </p:nvSpPr>
            <p:spPr>
              <a:xfrm>
                <a:off x="6550761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4" name="hips"/>
              <p:cNvSpPr/>
              <p:nvPr/>
            </p:nvSpPr>
            <p:spPr>
              <a:xfrm>
                <a:off x="6481267" y="2710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5" name="shoe"/>
              <p:cNvSpPr/>
              <p:nvPr/>
            </p:nvSpPr>
            <p:spPr>
              <a:xfrm>
                <a:off x="6462979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6" name="shoe"/>
              <p:cNvSpPr/>
              <p:nvPr/>
            </p:nvSpPr>
            <p:spPr>
              <a:xfrm>
                <a:off x="6558076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7" name="shirt"/>
              <p:cNvSpPr/>
              <p:nvPr/>
            </p:nvSpPr>
            <p:spPr>
              <a:xfrm>
                <a:off x="6473951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8" name="sleeve"/>
              <p:cNvSpPr/>
              <p:nvPr/>
            </p:nvSpPr>
            <p:spPr>
              <a:xfrm>
                <a:off x="6433718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9" name="sleeve"/>
              <p:cNvSpPr/>
              <p:nvPr/>
            </p:nvSpPr>
            <p:spPr>
              <a:xfrm>
                <a:off x="6605625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0" name="neck"/>
              <p:cNvSpPr/>
              <p:nvPr/>
            </p:nvSpPr>
            <p:spPr>
              <a:xfrm>
                <a:off x="6528816" y="2509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1" name="head"/>
              <p:cNvSpPr/>
              <p:nvPr/>
            </p:nvSpPr>
            <p:spPr>
              <a:xfrm>
                <a:off x="6483096" y="2395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2" name="hair"/>
              <p:cNvSpPr/>
              <p:nvPr/>
            </p:nvSpPr>
            <p:spPr>
              <a:xfrm rot="16200000">
                <a:off x="6519672" y="2355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3" name="eye"/>
              <p:cNvSpPr/>
              <p:nvPr/>
            </p:nvSpPr>
            <p:spPr>
              <a:xfrm>
                <a:off x="6516014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4" name="eye"/>
              <p:cNvSpPr/>
              <p:nvPr/>
            </p:nvSpPr>
            <p:spPr>
              <a:xfrm>
                <a:off x="6567220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5" name="smile"/>
              <p:cNvSpPr/>
              <p:nvPr/>
            </p:nvSpPr>
            <p:spPr>
              <a:xfrm>
                <a:off x="6521500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76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6689750" y="2355494"/>
              <a:ext cx="226771" cy="607162"/>
              <a:chOff x="6689750" y="2355494"/>
              <a:chExt cx="226771" cy="607162"/>
            </a:xfrm>
          </p:grpSpPr>
          <p:sp>
            <p:nvSpPr>
              <p:cNvPr id="1277" name="arm"/>
              <p:cNvSpPr/>
              <p:nvPr/>
            </p:nvSpPr>
            <p:spPr>
              <a:xfrm>
                <a:off x="6697065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8" name="arm"/>
              <p:cNvSpPr/>
              <p:nvPr/>
            </p:nvSpPr>
            <p:spPr>
              <a:xfrm>
                <a:off x="6868972" y="2545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9" name="pant leg"/>
              <p:cNvSpPr/>
              <p:nvPr/>
            </p:nvSpPr>
            <p:spPr>
              <a:xfrm>
                <a:off x="6737299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0" name="pant leg"/>
              <p:cNvSpPr/>
              <p:nvPr/>
            </p:nvSpPr>
            <p:spPr>
              <a:xfrm>
                <a:off x="6806793" y="2715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1" name="hips"/>
              <p:cNvSpPr/>
              <p:nvPr/>
            </p:nvSpPr>
            <p:spPr>
              <a:xfrm>
                <a:off x="6737299" y="2710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2" name="shoe"/>
              <p:cNvSpPr/>
              <p:nvPr/>
            </p:nvSpPr>
            <p:spPr>
              <a:xfrm>
                <a:off x="6719011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3" name="shoe"/>
              <p:cNvSpPr/>
              <p:nvPr/>
            </p:nvSpPr>
            <p:spPr>
              <a:xfrm>
                <a:off x="6814108" y="2926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4" name="shirt"/>
              <p:cNvSpPr/>
              <p:nvPr/>
            </p:nvSpPr>
            <p:spPr>
              <a:xfrm>
                <a:off x="6729983" y="2534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5" name="sleeve"/>
              <p:cNvSpPr/>
              <p:nvPr/>
            </p:nvSpPr>
            <p:spPr>
              <a:xfrm>
                <a:off x="6689750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6" name="sleeve"/>
              <p:cNvSpPr/>
              <p:nvPr/>
            </p:nvSpPr>
            <p:spPr>
              <a:xfrm>
                <a:off x="6861657" y="2542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7" name="neck"/>
              <p:cNvSpPr/>
              <p:nvPr/>
            </p:nvSpPr>
            <p:spPr>
              <a:xfrm>
                <a:off x="6784848" y="2509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8" name="head"/>
              <p:cNvSpPr/>
              <p:nvPr/>
            </p:nvSpPr>
            <p:spPr>
              <a:xfrm>
                <a:off x="6739128" y="2395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9" name="hair"/>
              <p:cNvSpPr/>
              <p:nvPr/>
            </p:nvSpPr>
            <p:spPr>
              <a:xfrm rot="16200000">
                <a:off x="6775704" y="2355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0" name="eye"/>
              <p:cNvSpPr/>
              <p:nvPr/>
            </p:nvSpPr>
            <p:spPr>
              <a:xfrm>
                <a:off x="6772046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1" name="eye"/>
              <p:cNvSpPr/>
              <p:nvPr/>
            </p:nvSpPr>
            <p:spPr>
              <a:xfrm>
                <a:off x="6823252" y="2467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2" name="smile"/>
              <p:cNvSpPr/>
              <p:nvPr/>
            </p:nvSpPr>
            <p:spPr>
              <a:xfrm>
                <a:off x="6777532" y="2468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293" name="Connector 1292"/>
          <p:cNvCxnSpPr/>
          <p:nvPr/>
        </p:nvCxnSpPr>
        <p:spPr>
          <a:xfrm>
            <a:off x="7086600" y="2670048"/>
            <a:ext cx="548640" cy="0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4" name="TextBox 1293"/>
          <p:cNvSpPr txBox="1"/>
          <p:nvPr/>
        </p:nvSpPr>
        <p:spPr>
          <a:xfrm>
            <a:off x="7818120" y="2560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Arial"/>
              </a:rPr>
              <a:t>Sophomores</a:t>
            </a:r>
          </a:p>
        </p:txBody>
      </p:sp>
      <p:sp>
        <p:nvSpPr>
          <p:cNvPr id="1346" name="Juniors box"/>
          <p:cNvSpPr/>
          <p:nvPr/>
        </p:nvSpPr>
        <p:spPr>
          <a:xfrm>
            <a:off x="3749039" y="3154680"/>
            <a:ext cx="3291840" cy="105156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TextBox 1346"/>
          <p:cNvSpPr txBox="1"/>
          <p:nvPr/>
        </p:nvSpPr>
        <p:spPr>
          <a:xfrm>
            <a:off x="3858768" y="32095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Arial"/>
              </a:rPr>
              <a:t>Juniors (12)</a:t>
            </a:r>
          </a:p>
        </p:txBody>
      </p:sp>
      <p:grpSp>
        <p:nvGrpSpPr>
          <p:cNvPr id="1348" name="Juniors stratum" descr="12 figures in the juniors shirt color; 3 are in full color (randomly selected) and 9 are grayed out."/>
          <p:cNvGrpSpPr/>
          <p:nvPr/>
        </p:nvGrpSpPr>
        <p:grpSpPr>
          <a:xfrm>
            <a:off x="3873398" y="3498494"/>
            <a:ext cx="3043123" cy="607162"/>
            <a:chOff x="3873398" y="3498494"/>
            <a:chExt cx="3043123" cy="607162"/>
          </a:xfrm>
        </p:grpSpPr>
        <p:grpSp>
          <p:nvGrpSpPr>
            <p:cNvPr id="1349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3873398" y="3498494"/>
              <a:ext cx="226771" cy="607162"/>
              <a:chOff x="3873398" y="3498494"/>
              <a:chExt cx="226771" cy="607162"/>
            </a:xfrm>
          </p:grpSpPr>
          <p:sp>
            <p:nvSpPr>
              <p:cNvPr id="1350" name="arm"/>
              <p:cNvSpPr/>
              <p:nvPr/>
            </p:nvSpPr>
            <p:spPr>
              <a:xfrm>
                <a:off x="3880713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1" name="arm"/>
              <p:cNvSpPr/>
              <p:nvPr/>
            </p:nvSpPr>
            <p:spPr>
              <a:xfrm>
                <a:off x="4052620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2" name="pant leg"/>
              <p:cNvSpPr/>
              <p:nvPr/>
            </p:nvSpPr>
            <p:spPr>
              <a:xfrm>
                <a:off x="3920947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3" name="pant leg"/>
              <p:cNvSpPr/>
              <p:nvPr/>
            </p:nvSpPr>
            <p:spPr>
              <a:xfrm>
                <a:off x="3990441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4" name="hips"/>
              <p:cNvSpPr/>
              <p:nvPr/>
            </p:nvSpPr>
            <p:spPr>
              <a:xfrm>
                <a:off x="3920947" y="3853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5" name="shoe"/>
              <p:cNvSpPr/>
              <p:nvPr/>
            </p:nvSpPr>
            <p:spPr>
              <a:xfrm>
                <a:off x="3902659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6" name="shoe"/>
              <p:cNvSpPr/>
              <p:nvPr/>
            </p:nvSpPr>
            <p:spPr>
              <a:xfrm>
                <a:off x="3997756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7" name="shirt"/>
              <p:cNvSpPr/>
              <p:nvPr/>
            </p:nvSpPr>
            <p:spPr>
              <a:xfrm>
                <a:off x="3913631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8" name="sleeve"/>
              <p:cNvSpPr/>
              <p:nvPr/>
            </p:nvSpPr>
            <p:spPr>
              <a:xfrm>
                <a:off x="3873398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9" name="sleeve"/>
              <p:cNvSpPr/>
              <p:nvPr/>
            </p:nvSpPr>
            <p:spPr>
              <a:xfrm>
                <a:off x="4045305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0" name="neck"/>
              <p:cNvSpPr/>
              <p:nvPr/>
            </p:nvSpPr>
            <p:spPr>
              <a:xfrm>
                <a:off x="3968496" y="3652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1" name="head"/>
              <p:cNvSpPr/>
              <p:nvPr/>
            </p:nvSpPr>
            <p:spPr>
              <a:xfrm>
                <a:off x="3922776" y="3538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2" name="hair"/>
              <p:cNvSpPr/>
              <p:nvPr/>
            </p:nvSpPr>
            <p:spPr>
              <a:xfrm rot="16200000">
                <a:off x="3959352" y="3498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3" name="eye"/>
              <p:cNvSpPr/>
              <p:nvPr/>
            </p:nvSpPr>
            <p:spPr>
              <a:xfrm>
                <a:off x="3955694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4" name="eye"/>
              <p:cNvSpPr/>
              <p:nvPr/>
            </p:nvSpPr>
            <p:spPr>
              <a:xfrm>
                <a:off x="4006900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5" name="smile"/>
              <p:cNvSpPr/>
              <p:nvPr/>
            </p:nvSpPr>
            <p:spPr>
              <a:xfrm>
                <a:off x="3961180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66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4129430" y="3498494"/>
              <a:ext cx="226771" cy="607162"/>
              <a:chOff x="4129430" y="3498494"/>
              <a:chExt cx="226771" cy="607162"/>
            </a:xfrm>
          </p:grpSpPr>
          <p:sp>
            <p:nvSpPr>
              <p:cNvPr id="1367" name="arm"/>
              <p:cNvSpPr/>
              <p:nvPr/>
            </p:nvSpPr>
            <p:spPr>
              <a:xfrm>
                <a:off x="4136745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8" name="arm"/>
              <p:cNvSpPr/>
              <p:nvPr/>
            </p:nvSpPr>
            <p:spPr>
              <a:xfrm>
                <a:off x="4308652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9" name="pant leg"/>
              <p:cNvSpPr/>
              <p:nvPr/>
            </p:nvSpPr>
            <p:spPr>
              <a:xfrm>
                <a:off x="4176979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0" name="pant leg"/>
              <p:cNvSpPr/>
              <p:nvPr/>
            </p:nvSpPr>
            <p:spPr>
              <a:xfrm>
                <a:off x="4246473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1" name="hips"/>
              <p:cNvSpPr/>
              <p:nvPr/>
            </p:nvSpPr>
            <p:spPr>
              <a:xfrm>
                <a:off x="4176979" y="3853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2" name="shoe"/>
              <p:cNvSpPr/>
              <p:nvPr/>
            </p:nvSpPr>
            <p:spPr>
              <a:xfrm>
                <a:off x="4158691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3" name="shoe"/>
              <p:cNvSpPr/>
              <p:nvPr/>
            </p:nvSpPr>
            <p:spPr>
              <a:xfrm>
                <a:off x="4253788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4" name="shirt"/>
              <p:cNvSpPr/>
              <p:nvPr/>
            </p:nvSpPr>
            <p:spPr>
              <a:xfrm>
                <a:off x="4169663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5" name="sleeve"/>
              <p:cNvSpPr/>
              <p:nvPr/>
            </p:nvSpPr>
            <p:spPr>
              <a:xfrm>
                <a:off x="4129430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6" name="sleeve"/>
              <p:cNvSpPr/>
              <p:nvPr/>
            </p:nvSpPr>
            <p:spPr>
              <a:xfrm>
                <a:off x="4301337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7" name="neck"/>
              <p:cNvSpPr/>
              <p:nvPr/>
            </p:nvSpPr>
            <p:spPr>
              <a:xfrm>
                <a:off x="4224528" y="3652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8" name="head"/>
              <p:cNvSpPr/>
              <p:nvPr/>
            </p:nvSpPr>
            <p:spPr>
              <a:xfrm>
                <a:off x="4178808" y="3538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9" name="hair"/>
              <p:cNvSpPr/>
              <p:nvPr/>
            </p:nvSpPr>
            <p:spPr>
              <a:xfrm rot="16200000">
                <a:off x="4215384" y="3498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0" name="eye"/>
              <p:cNvSpPr/>
              <p:nvPr/>
            </p:nvSpPr>
            <p:spPr>
              <a:xfrm>
                <a:off x="4211726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1" name="eye"/>
              <p:cNvSpPr/>
              <p:nvPr/>
            </p:nvSpPr>
            <p:spPr>
              <a:xfrm>
                <a:off x="4262932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2" name="smile"/>
              <p:cNvSpPr/>
              <p:nvPr/>
            </p:nvSpPr>
            <p:spPr>
              <a:xfrm>
                <a:off x="4217212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83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4385462" y="3498494"/>
              <a:ext cx="226771" cy="607162"/>
              <a:chOff x="4385462" y="3498494"/>
              <a:chExt cx="226771" cy="607162"/>
            </a:xfrm>
          </p:grpSpPr>
          <p:sp>
            <p:nvSpPr>
              <p:cNvPr id="1384" name="arm"/>
              <p:cNvSpPr/>
              <p:nvPr/>
            </p:nvSpPr>
            <p:spPr>
              <a:xfrm>
                <a:off x="4392777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5" name="arm"/>
              <p:cNvSpPr/>
              <p:nvPr/>
            </p:nvSpPr>
            <p:spPr>
              <a:xfrm>
                <a:off x="4564684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6" name="pant leg"/>
              <p:cNvSpPr/>
              <p:nvPr/>
            </p:nvSpPr>
            <p:spPr>
              <a:xfrm>
                <a:off x="4433011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7" name="pant leg"/>
              <p:cNvSpPr/>
              <p:nvPr/>
            </p:nvSpPr>
            <p:spPr>
              <a:xfrm>
                <a:off x="4502505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8" name="hips"/>
              <p:cNvSpPr/>
              <p:nvPr/>
            </p:nvSpPr>
            <p:spPr>
              <a:xfrm>
                <a:off x="4433011" y="3853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9" name="shoe"/>
              <p:cNvSpPr/>
              <p:nvPr/>
            </p:nvSpPr>
            <p:spPr>
              <a:xfrm>
                <a:off x="4414723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0" name="shoe"/>
              <p:cNvSpPr/>
              <p:nvPr/>
            </p:nvSpPr>
            <p:spPr>
              <a:xfrm>
                <a:off x="4509820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1" name="shirt"/>
              <p:cNvSpPr/>
              <p:nvPr/>
            </p:nvSpPr>
            <p:spPr>
              <a:xfrm>
                <a:off x="4425695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2" name="sleeve"/>
              <p:cNvSpPr/>
              <p:nvPr/>
            </p:nvSpPr>
            <p:spPr>
              <a:xfrm>
                <a:off x="4385462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3" name="sleeve"/>
              <p:cNvSpPr/>
              <p:nvPr/>
            </p:nvSpPr>
            <p:spPr>
              <a:xfrm>
                <a:off x="4557369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4" name="neck"/>
              <p:cNvSpPr/>
              <p:nvPr/>
            </p:nvSpPr>
            <p:spPr>
              <a:xfrm>
                <a:off x="4480559" y="3652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5" name="head"/>
              <p:cNvSpPr/>
              <p:nvPr/>
            </p:nvSpPr>
            <p:spPr>
              <a:xfrm>
                <a:off x="4434840" y="3538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6" name="hair"/>
              <p:cNvSpPr/>
              <p:nvPr/>
            </p:nvSpPr>
            <p:spPr>
              <a:xfrm rot="16200000">
                <a:off x="4471416" y="3498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7" name="eye"/>
              <p:cNvSpPr/>
              <p:nvPr/>
            </p:nvSpPr>
            <p:spPr>
              <a:xfrm>
                <a:off x="4467758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8" name="eye"/>
              <p:cNvSpPr/>
              <p:nvPr/>
            </p:nvSpPr>
            <p:spPr>
              <a:xfrm>
                <a:off x="4518964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9" name="smile"/>
              <p:cNvSpPr/>
              <p:nvPr/>
            </p:nvSpPr>
            <p:spPr>
              <a:xfrm>
                <a:off x="4473244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00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4641494" y="3498494"/>
              <a:ext cx="226771" cy="607162"/>
              <a:chOff x="4641494" y="3498494"/>
              <a:chExt cx="226771" cy="607162"/>
            </a:xfrm>
          </p:grpSpPr>
          <p:sp>
            <p:nvSpPr>
              <p:cNvPr id="1401" name="arm"/>
              <p:cNvSpPr/>
              <p:nvPr/>
            </p:nvSpPr>
            <p:spPr>
              <a:xfrm>
                <a:off x="4648809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2" name="arm"/>
              <p:cNvSpPr/>
              <p:nvPr/>
            </p:nvSpPr>
            <p:spPr>
              <a:xfrm>
                <a:off x="4820716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3" name="pant leg"/>
              <p:cNvSpPr/>
              <p:nvPr/>
            </p:nvSpPr>
            <p:spPr>
              <a:xfrm>
                <a:off x="4689043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4" name="pant leg"/>
              <p:cNvSpPr/>
              <p:nvPr/>
            </p:nvSpPr>
            <p:spPr>
              <a:xfrm>
                <a:off x="4758537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5" name="hips"/>
              <p:cNvSpPr/>
              <p:nvPr/>
            </p:nvSpPr>
            <p:spPr>
              <a:xfrm>
                <a:off x="4689043" y="3853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6" name="shoe"/>
              <p:cNvSpPr/>
              <p:nvPr/>
            </p:nvSpPr>
            <p:spPr>
              <a:xfrm>
                <a:off x="4670755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7" name="shoe"/>
              <p:cNvSpPr/>
              <p:nvPr/>
            </p:nvSpPr>
            <p:spPr>
              <a:xfrm>
                <a:off x="4765852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8" name="shirt"/>
              <p:cNvSpPr/>
              <p:nvPr/>
            </p:nvSpPr>
            <p:spPr>
              <a:xfrm>
                <a:off x="4681727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9" name="sleeve"/>
              <p:cNvSpPr/>
              <p:nvPr/>
            </p:nvSpPr>
            <p:spPr>
              <a:xfrm>
                <a:off x="4641494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0" name="sleeve"/>
              <p:cNvSpPr/>
              <p:nvPr/>
            </p:nvSpPr>
            <p:spPr>
              <a:xfrm>
                <a:off x="4813401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1" name="neck"/>
              <p:cNvSpPr/>
              <p:nvPr/>
            </p:nvSpPr>
            <p:spPr>
              <a:xfrm>
                <a:off x="4736592" y="3652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2" name="head"/>
              <p:cNvSpPr/>
              <p:nvPr/>
            </p:nvSpPr>
            <p:spPr>
              <a:xfrm>
                <a:off x="4690872" y="3538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3" name="hair"/>
              <p:cNvSpPr/>
              <p:nvPr/>
            </p:nvSpPr>
            <p:spPr>
              <a:xfrm rot="16200000">
                <a:off x="4727448" y="3498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4" name="eye"/>
              <p:cNvSpPr/>
              <p:nvPr/>
            </p:nvSpPr>
            <p:spPr>
              <a:xfrm>
                <a:off x="4723790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5" name="eye"/>
              <p:cNvSpPr/>
              <p:nvPr/>
            </p:nvSpPr>
            <p:spPr>
              <a:xfrm>
                <a:off x="4774996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6" name="smile"/>
              <p:cNvSpPr/>
              <p:nvPr/>
            </p:nvSpPr>
            <p:spPr>
              <a:xfrm>
                <a:off x="4729276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1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97526" y="3498494"/>
              <a:ext cx="226771" cy="607162"/>
              <a:chOff x="4897526" y="3498494"/>
              <a:chExt cx="226771" cy="607162"/>
            </a:xfrm>
          </p:grpSpPr>
          <p:sp>
            <p:nvSpPr>
              <p:cNvPr id="1418" name="arm"/>
              <p:cNvSpPr/>
              <p:nvPr/>
            </p:nvSpPr>
            <p:spPr>
              <a:xfrm>
                <a:off x="4904841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9" name="arm"/>
              <p:cNvSpPr/>
              <p:nvPr/>
            </p:nvSpPr>
            <p:spPr>
              <a:xfrm>
                <a:off x="5076748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0" name="pant leg"/>
              <p:cNvSpPr/>
              <p:nvPr/>
            </p:nvSpPr>
            <p:spPr>
              <a:xfrm>
                <a:off x="4945075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1" name="pant leg"/>
              <p:cNvSpPr/>
              <p:nvPr/>
            </p:nvSpPr>
            <p:spPr>
              <a:xfrm>
                <a:off x="5014569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2" name="hips"/>
              <p:cNvSpPr/>
              <p:nvPr/>
            </p:nvSpPr>
            <p:spPr>
              <a:xfrm>
                <a:off x="4945075" y="3853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3" name="shoe"/>
              <p:cNvSpPr/>
              <p:nvPr/>
            </p:nvSpPr>
            <p:spPr>
              <a:xfrm>
                <a:off x="4926787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4" name="shoe"/>
              <p:cNvSpPr/>
              <p:nvPr/>
            </p:nvSpPr>
            <p:spPr>
              <a:xfrm>
                <a:off x="5021884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5" name="shirt"/>
              <p:cNvSpPr/>
              <p:nvPr/>
            </p:nvSpPr>
            <p:spPr>
              <a:xfrm>
                <a:off x="4937759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6" name="sleeve"/>
              <p:cNvSpPr/>
              <p:nvPr/>
            </p:nvSpPr>
            <p:spPr>
              <a:xfrm>
                <a:off x="4897526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7" name="sleeve"/>
              <p:cNvSpPr/>
              <p:nvPr/>
            </p:nvSpPr>
            <p:spPr>
              <a:xfrm>
                <a:off x="5069433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8" name="neck"/>
              <p:cNvSpPr/>
              <p:nvPr/>
            </p:nvSpPr>
            <p:spPr>
              <a:xfrm>
                <a:off x="4992624" y="3652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9" name="head"/>
              <p:cNvSpPr/>
              <p:nvPr/>
            </p:nvSpPr>
            <p:spPr>
              <a:xfrm>
                <a:off x="4946904" y="3538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0" name="hair"/>
              <p:cNvSpPr/>
              <p:nvPr/>
            </p:nvSpPr>
            <p:spPr>
              <a:xfrm rot="16200000">
                <a:off x="4983480" y="3498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1" name="eye"/>
              <p:cNvSpPr/>
              <p:nvPr/>
            </p:nvSpPr>
            <p:spPr>
              <a:xfrm>
                <a:off x="4979822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2" name="eye"/>
              <p:cNvSpPr/>
              <p:nvPr/>
            </p:nvSpPr>
            <p:spPr>
              <a:xfrm>
                <a:off x="5031028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3" name="smile"/>
              <p:cNvSpPr/>
              <p:nvPr/>
            </p:nvSpPr>
            <p:spPr>
              <a:xfrm>
                <a:off x="4985308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3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153558" y="3498494"/>
              <a:ext cx="226771" cy="607162"/>
              <a:chOff x="5153558" y="3498494"/>
              <a:chExt cx="226771" cy="607162"/>
            </a:xfrm>
          </p:grpSpPr>
          <p:sp>
            <p:nvSpPr>
              <p:cNvPr id="1435" name="arm"/>
              <p:cNvSpPr/>
              <p:nvPr/>
            </p:nvSpPr>
            <p:spPr>
              <a:xfrm>
                <a:off x="5160873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6" name="arm"/>
              <p:cNvSpPr/>
              <p:nvPr/>
            </p:nvSpPr>
            <p:spPr>
              <a:xfrm>
                <a:off x="5332780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7" name="pant leg"/>
              <p:cNvSpPr/>
              <p:nvPr/>
            </p:nvSpPr>
            <p:spPr>
              <a:xfrm>
                <a:off x="5201107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8" name="pant leg"/>
              <p:cNvSpPr/>
              <p:nvPr/>
            </p:nvSpPr>
            <p:spPr>
              <a:xfrm>
                <a:off x="5270601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9" name="hips"/>
              <p:cNvSpPr/>
              <p:nvPr/>
            </p:nvSpPr>
            <p:spPr>
              <a:xfrm>
                <a:off x="5201107" y="3853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0" name="shoe"/>
              <p:cNvSpPr/>
              <p:nvPr/>
            </p:nvSpPr>
            <p:spPr>
              <a:xfrm>
                <a:off x="5182819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1" name="shoe"/>
              <p:cNvSpPr/>
              <p:nvPr/>
            </p:nvSpPr>
            <p:spPr>
              <a:xfrm>
                <a:off x="5277916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2" name="shirt"/>
              <p:cNvSpPr/>
              <p:nvPr/>
            </p:nvSpPr>
            <p:spPr>
              <a:xfrm>
                <a:off x="5193792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3" name="sleeve"/>
              <p:cNvSpPr/>
              <p:nvPr/>
            </p:nvSpPr>
            <p:spPr>
              <a:xfrm>
                <a:off x="5153558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4" name="sleeve"/>
              <p:cNvSpPr/>
              <p:nvPr/>
            </p:nvSpPr>
            <p:spPr>
              <a:xfrm>
                <a:off x="5325465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5" name="neck"/>
              <p:cNvSpPr/>
              <p:nvPr/>
            </p:nvSpPr>
            <p:spPr>
              <a:xfrm>
                <a:off x="5248656" y="3652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6" name="head"/>
              <p:cNvSpPr/>
              <p:nvPr/>
            </p:nvSpPr>
            <p:spPr>
              <a:xfrm>
                <a:off x="5202936" y="3538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7" name="hair"/>
              <p:cNvSpPr/>
              <p:nvPr/>
            </p:nvSpPr>
            <p:spPr>
              <a:xfrm rot="16200000">
                <a:off x="5239512" y="3498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8" name="eye"/>
              <p:cNvSpPr/>
              <p:nvPr/>
            </p:nvSpPr>
            <p:spPr>
              <a:xfrm>
                <a:off x="5235854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9" name="eye"/>
              <p:cNvSpPr/>
              <p:nvPr/>
            </p:nvSpPr>
            <p:spPr>
              <a:xfrm>
                <a:off x="5287060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0" name="smile"/>
              <p:cNvSpPr/>
              <p:nvPr/>
            </p:nvSpPr>
            <p:spPr>
              <a:xfrm>
                <a:off x="5241340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51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5409590" y="3498494"/>
              <a:ext cx="226771" cy="607162"/>
              <a:chOff x="5409590" y="3498494"/>
              <a:chExt cx="226771" cy="607162"/>
            </a:xfrm>
          </p:grpSpPr>
          <p:sp>
            <p:nvSpPr>
              <p:cNvPr id="1452" name="arm"/>
              <p:cNvSpPr/>
              <p:nvPr/>
            </p:nvSpPr>
            <p:spPr>
              <a:xfrm>
                <a:off x="5416905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3" name="arm"/>
              <p:cNvSpPr/>
              <p:nvPr/>
            </p:nvSpPr>
            <p:spPr>
              <a:xfrm>
                <a:off x="5588812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4" name="pant leg"/>
              <p:cNvSpPr/>
              <p:nvPr/>
            </p:nvSpPr>
            <p:spPr>
              <a:xfrm>
                <a:off x="5457139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5" name="pant leg"/>
              <p:cNvSpPr/>
              <p:nvPr/>
            </p:nvSpPr>
            <p:spPr>
              <a:xfrm>
                <a:off x="5526633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6" name="hips"/>
              <p:cNvSpPr/>
              <p:nvPr/>
            </p:nvSpPr>
            <p:spPr>
              <a:xfrm>
                <a:off x="5457139" y="3853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7" name="shoe"/>
              <p:cNvSpPr/>
              <p:nvPr/>
            </p:nvSpPr>
            <p:spPr>
              <a:xfrm>
                <a:off x="5438851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8" name="shoe"/>
              <p:cNvSpPr/>
              <p:nvPr/>
            </p:nvSpPr>
            <p:spPr>
              <a:xfrm>
                <a:off x="5533948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9" name="shirt"/>
              <p:cNvSpPr/>
              <p:nvPr/>
            </p:nvSpPr>
            <p:spPr>
              <a:xfrm>
                <a:off x="5449824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0" name="sleeve"/>
              <p:cNvSpPr/>
              <p:nvPr/>
            </p:nvSpPr>
            <p:spPr>
              <a:xfrm>
                <a:off x="5409590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1" name="sleeve"/>
              <p:cNvSpPr/>
              <p:nvPr/>
            </p:nvSpPr>
            <p:spPr>
              <a:xfrm>
                <a:off x="5581497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2" name="neck"/>
              <p:cNvSpPr/>
              <p:nvPr/>
            </p:nvSpPr>
            <p:spPr>
              <a:xfrm>
                <a:off x="5504688" y="3652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3" name="head"/>
              <p:cNvSpPr/>
              <p:nvPr/>
            </p:nvSpPr>
            <p:spPr>
              <a:xfrm>
                <a:off x="5458968" y="3538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4" name="hair"/>
              <p:cNvSpPr/>
              <p:nvPr/>
            </p:nvSpPr>
            <p:spPr>
              <a:xfrm rot="16200000">
                <a:off x="5495544" y="3498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5" name="eye"/>
              <p:cNvSpPr/>
              <p:nvPr/>
            </p:nvSpPr>
            <p:spPr>
              <a:xfrm>
                <a:off x="5491886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6" name="eye"/>
              <p:cNvSpPr/>
              <p:nvPr/>
            </p:nvSpPr>
            <p:spPr>
              <a:xfrm>
                <a:off x="5543092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7" name="smile"/>
              <p:cNvSpPr/>
              <p:nvPr/>
            </p:nvSpPr>
            <p:spPr>
              <a:xfrm>
                <a:off x="5497372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68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5665622" y="3498494"/>
              <a:ext cx="226771" cy="607162"/>
              <a:chOff x="5665622" y="3498494"/>
              <a:chExt cx="226771" cy="607162"/>
            </a:xfrm>
          </p:grpSpPr>
          <p:sp>
            <p:nvSpPr>
              <p:cNvPr id="1469" name="arm"/>
              <p:cNvSpPr/>
              <p:nvPr/>
            </p:nvSpPr>
            <p:spPr>
              <a:xfrm>
                <a:off x="5672937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0" name="arm"/>
              <p:cNvSpPr/>
              <p:nvPr/>
            </p:nvSpPr>
            <p:spPr>
              <a:xfrm>
                <a:off x="5844844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1" name="pant leg"/>
              <p:cNvSpPr/>
              <p:nvPr/>
            </p:nvSpPr>
            <p:spPr>
              <a:xfrm>
                <a:off x="5713171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2" name="pant leg"/>
              <p:cNvSpPr/>
              <p:nvPr/>
            </p:nvSpPr>
            <p:spPr>
              <a:xfrm>
                <a:off x="5782665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3" name="hips"/>
              <p:cNvSpPr/>
              <p:nvPr/>
            </p:nvSpPr>
            <p:spPr>
              <a:xfrm>
                <a:off x="5713171" y="3853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4" name="shoe"/>
              <p:cNvSpPr/>
              <p:nvPr/>
            </p:nvSpPr>
            <p:spPr>
              <a:xfrm>
                <a:off x="5694883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5" name="shoe"/>
              <p:cNvSpPr/>
              <p:nvPr/>
            </p:nvSpPr>
            <p:spPr>
              <a:xfrm>
                <a:off x="5789980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6" name="shirt"/>
              <p:cNvSpPr/>
              <p:nvPr/>
            </p:nvSpPr>
            <p:spPr>
              <a:xfrm>
                <a:off x="5705855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7" name="sleeve"/>
              <p:cNvSpPr/>
              <p:nvPr/>
            </p:nvSpPr>
            <p:spPr>
              <a:xfrm>
                <a:off x="5665622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8" name="sleeve"/>
              <p:cNvSpPr/>
              <p:nvPr/>
            </p:nvSpPr>
            <p:spPr>
              <a:xfrm>
                <a:off x="5837529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9" name="neck"/>
              <p:cNvSpPr/>
              <p:nvPr/>
            </p:nvSpPr>
            <p:spPr>
              <a:xfrm>
                <a:off x="5760720" y="3652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0" name="head"/>
              <p:cNvSpPr/>
              <p:nvPr/>
            </p:nvSpPr>
            <p:spPr>
              <a:xfrm>
                <a:off x="5715000" y="3538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1" name="hair"/>
              <p:cNvSpPr/>
              <p:nvPr/>
            </p:nvSpPr>
            <p:spPr>
              <a:xfrm rot="16200000">
                <a:off x="5751576" y="3498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2" name="eye"/>
              <p:cNvSpPr/>
              <p:nvPr/>
            </p:nvSpPr>
            <p:spPr>
              <a:xfrm>
                <a:off x="5747918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3" name="eye"/>
              <p:cNvSpPr/>
              <p:nvPr/>
            </p:nvSpPr>
            <p:spPr>
              <a:xfrm>
                <a:off x="5799124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4" name="smile"/>
              <p:cNvSpPr/>
              <p:nvPr/>
            </p:nvSpPr>
            <p:spPr>
              <a:xfrm>
                <a:off x="5753404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85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5921654" y="3498494"/>
              <a:ext cx="226771" cy="607162"/>
              <a:chOff x="5921654" y="3498494"/>
              <a:chExt cx="226771" cy="607162"/>
            </a:xfrm>
          </p:grpSpPr>
          <p:sp>
            <p:nvSpPr>
              <p:cNvPr id="1486" name="arm"/>
              <p:cNvSpPr/>
              <p:nvPr/>
            </p:nvSpPr>
            <p:spPr>
              <a:xfrm>
                <a:off x="5928969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7" name="arm"/>
              <p:cNvSpPr/>
              <p:nvPr/>
            </p:nvSpPr>
            <p:spPr>
              <a:xfrm>
                <a:off x="6100876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8" name="pant leg"/>
              <p:cNvSpPr/>
              <p:nvPr/>
            </p:nvSpPr>
            <p:spPr>
              <a:xfrm>
                <a:off x="5969203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9" name="pant leg"/>
              <p:cNvSpPr/>
              <p:nvPr/>
            </p:nvSpPr>
            <p:spPr>
              <a:xfrm>
                <a:off x="6038697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0" name="hips"/>
              <p:cNvSpPr/>
              <p:nvPr/>
            </p:nvSpPr>
            <p:spPr>
              <a:xfrm>
                <a:off x="5969203" y="3853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1" name="shoe"/>
              <p:cNvSpPr/>
              <p:nvPr/>
            </p:nvSpPr>
            <p:spPr>
              <a:xfrm>
                <a:off x="5950915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2" name="shoe"/>
              <p:cNvSpPr/>
              <p:nvPr/>
            </p:nvSpPr>
            <p:spPr>
              <a:xfrm>
                <a:off x="6046012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3" name="shirt"/>
              <p:cNvSpPr/>
              <p:nvPr/>
            </p:nvSpPr>
            <p:spPr>
              <a:xfrm>
                <a:off x="5961888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4" name="sleeve"/>
              <p:cNvSpPr/>
              <p:nvPr/>
            </p:nvSpPr>
            <p:spPr>
              <a:xfrm>
                <a:off x="5921654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5" name="sleeve"/>
              <p:cNvSpPr/>
              <p:nvPr/>
            </p:nvSpPr>
            <p:spPr>
              <a:xfrm>
                <a:off x="6093561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6" name="neck"/>
              <p:cNvSpPr/>
              <p:nvPr/>
            </p:nvSpPr>
            <p:spPr>
              <a:xfrm>
                <a:off x="6016752" y="3652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7" name="head"/>
              <p:cNvSpPr/>
              <p:nvPr/>
            </p:nvSpPr>
            <p:spPr>
              <a:xfrm>
                <a:off x="5971032" y="3538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8" name="hair"/>
              <p:cNvSpPr/>
              <p:nvPr/>
            </p:nvSpPr>
            <p:spPr>
              <a:xfrm rot="16200000">
                <a:off x="6007608" y="3498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9" name="eye"/>
              <p:cNvSpPr/>
              <p:nvPr/>
            </p:nvSpPr>
            <p:spPr>
              <a:xfrm>
                <a:off x="6003950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0" name="eye"/>
              <p:cNvSpPr/>
              <p:nvPr/>
            </p:nvSpPr>
            <p:spPr>
              <a:xfrm>
                <a:off x="6055156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1" name="smile"/>
              <p:cNvSpPr/>
              <p:nvPr/>
            </p:nvSpPr>
            <p:spPr>
              <a:xfrm>
                <a:off x="6009436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02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6177686" y="3498494"/>
              <a:ext cx="226771" cy="607162"/>
              <a:chOff x="6177686" y="3498494"/>
              <a:chExt cx="226771" cy="607162"/>
            </a:xfrm>
          </p:grpSpPr>
          <p:sp>
            <p:nvSpPr>
              <p:cNvPr id="1503" name="arm"/>
              <p:cNvSpPr/>
              <p:nvPr/>
            </p:nvSpPr>
            <p:spPr>
              <a:xfrm>
                <a:off x="6185001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4" name="arm"/>
              <p:cNvSpPr/>
              <p:nvPr/>
            </p:nvSpPr>
            <p:spPr>
              <a:xfrm>
                <a:off x="6356908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5" name="pant leg"/>
              <p:cNvSpPr/>
              <p:nvPr/>
            </p:nvSpPr>
            <p:spPr>
              <a:xfrm>
                <a:off x="6225235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6" name="pant leg"/>
              <p:cNvSpPr/>
              <p:nvPr/>
            </p:nvSpPr>
            <p:spPr>
              <a:xfrm>
                <a:off x="6294729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7" name="hips"/>
              <p:cNvSpPr/>
              <p:nvPr/>
            </p:nvSpPr>
            <p:spPr>
              <a:xfrm>
                <a:off x="6225235" y="3853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8" name="shoe"/>
              <p:cNvSpPr/>
              <p:nvPr/>
            </p:nvSpPr>
            <p:spPr>
              <a:xfrm>
                <a:off x="6206947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9" name="shoe"/>
              <p:cNvSpPr/>
              <p:nvPr/>
            </p:nvSpPr>
            <p:spPr>
              <a:xfrm>
                <a:off x="6302044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0" name="shirt"/>
              <p:cNvSpPr/>
              <p:nvPr/>
            </p:nvSpPr>
            <p:spPr>
              <a:xfrm>
                <a:off x="6217920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1" name="sleeve"/>
              <p:cNvSpPr/>
              <p:nvPr/>
            </p:nvSpPr>
            <p:spPr>
              <a:xfrm>
                <a:off x="6177686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2" name="sleeve"/>
              <p:cNvSpPr/>
              <p:nvPr/>
            </p:nvSpPr>
            <p:spPr>
              <a:xfrm>
                <a:off x="6349593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3" name="neck"/>
              <p:cNvSpPr/>
              <p:nvPr/>
            </p:nvSpPr>
            <p:spPr>
              <a:xfrm>
                <a:off x="6272784" y="3652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4" name="head"/>
              <p:cNvSpPr/>
              <p:nvPr/>
            </p:nvSpPr>
            <p:spPr>
              <a:xfrm>
                <a:off x="6227064" y="3538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5" name="hair"/>
              <p:cNvSpPr/>
              <p:nvPr/>
            </p:nvSpPr>
            <p:spPr>
              <a:xfrm rot="16200000">
                <a:off x="6263640" y="3498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6" name="eye"/>
              <p:cNvSpPr/>
              <p:nvPr/>
            </p:nvSpPr>
            <p:spPr>
              <a:xfrm>
                <a:off x="6259982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7" name="eye"/>
              <p:cNvSpPr/>
              <p:nvPr/>
            </p:nvSpPr>
            <p:spPr>
              <a:xfrm>
                <a:off x="6311188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8" name="smile"/>
              <p:cNvSpPr/>
              <p:nvPr/>
            </p:nvSpPr>
            <p:spPr>
              <a:xfrm>
                <a:off x="6265468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19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6433718" y="3498494"/>
              <a:ext cx="226771" cy="607162"/>
              <a:chOff x="6433718" y="3498494"/>
              <a:chExt cx="226771" cy="607162"/>
            </a:xfrm>
          </p:grpSpPr>
          <p:sp>
            <p:nvSpPr>
              <p:cNvPr id="1520" name="arm"/>
              <p:cNvSpPr/>
              <p:nvPr/>
            </p:nvSpPr>
            <p:spPr>
              <a:xfrm>
                <a:off x="6441033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1" name="arm"/>
              <p:cNvSpPr/>
              <p:nvPr/>
            </p:nvSpPr>
            <p:spPr>
              <a:xfrm>
                <a:off x="6612940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2" name="pant leg"/>
              <p:cNvSpPr/>
              <p:nvPr/>
            </p:nvSpPr>
            <p:spPr>
              <a:xfrm>
                <a:off x="6481267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3" name="pant leg"/>
              <p:cNvSpPr/>
              <p:nvPr/>
            </p:nvSpPr>
            <p:spPr>
              <a:xfrm>
                <a:off x="6550761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4" name="hips"/>
              <p:cNvSpPr/>
              <p:nvPr/>
            </p:nvSpPr>
            <p:spPr>
              <a:xfrm>
                <a:off x="6481267" y="3853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5" name="shoe"/>
              <p:cNvSpPr/>
              <p:nvPr/>
            </p:nvSpPr>
            <p:spPr>
              <a:xfrm>
                <a:off x="6462979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6" name="shoe"/>
              <p:cNvSpPr/>
              <p:nvPr/>
            </p:nvSpPr>
            <p:spPr>
              <a:xfrm>
                <a:off x="6558076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7" name="shirt"/>
              <p:cNvSpPr/>
              <p:nvPr/>
            </p:nvSpPr>
            <p:spPr>
              <a:xfrm>
                <a:off x="6473951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8" name="sleeve"/>
              <p:cNvSpPr/>
              <p:nvPr/>
            </p:nvSpPr>
            <p:spPr>
              <a:xfrm>
                <a:off x="6433718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9" name="sleeve"/>
              <p:cNvSpPr/>
              <p:nvPr/>
            </p:nvSpPr>
            <p:spPr>
              <a:xfrm>
                <a:off x="6605625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0" name="neck"/>
              <p:cNvSpPr/>
              <p:nvPr/>
            </p:nvSpPr>
            <p:spPr>
              <a:xfrm>
                <a:off x="6528816" y="3652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1" name="head"/>
              <p:cNvSpPr/>
              <p:nvPr/>
            </p:nvSpPr>
            <p:spPr>
              <a:xfrm>
                <a:off x="6483096" y="3538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2" name="hair"/>
              <p:cNvSpPr/>
              <p:nvPr/>
            </p:nvSpPr>
            <p:spPr>
              <a:xfrm rot="16200000">
                <a:off x="6519672" y="3498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3" name="eye"/>
              <p:cNvSpPr/>
              <p:nvPr/>
            </p:nvSpPr>
            <p:spPr>
              <a:xfrm>
                <a:off x="6516014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4" name="eye"/>
              <p:cNvSpPr/>
              <p:nvPr/>
            </p:nvSpPr>
            <p:spPr>
              <a:xfrm>
                <a:off x="6567220" y="3610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5" name="smile"/>
              <p:cNvSpPr/>
              <p:nvPr/>
            </p:nvSpPr>
            <p:spPr>
              <a:xfrm>
                <a:off x="6521500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3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689750" y="3498494"/>
              <a:ext cx="226771" cy="607162"/>
              <a:chOff x="6689750" y="3498494"/>
              <a:chExt cx="226771" cy="607162"/>
            </a:xfrm>
          </p:grpSpPr>
          <p:sp>
            <p:nvSpPr>
              <p:cNvPr id="1537" name="arm"/>
              <p:cNvSpPr/>
              <p:nvPr/>
            </p:nvSpPr>
            <p:spPr>
              <a:xfrm>
                <a:off x="6697065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8" name="arm"/>
              <p:cNvSpPr/>
              <p:nvPr/>
            </p:nvSpPr>
            <p:spPr>
              <a:xfrm>
                <a:off x="6868972" y="3688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9" name="pant leg"/>
              <p:cNvSpPr/>
              <p:nvPr/>
            </p:nvSpPr>
            <p:spPr>
              <a:xfrm>
                <a:off x="6737299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0" name="pant leg"/>
              <p:cNvSpPr/>
              <p:nvPr/>
            </p:nvSpPr>
            <p:spPr>
              <a:xfrm>
                <a:off x="6806793" y="3858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1" name="hips"/>
              <p:cNvSpPr/>
              <p:nvPr/>
            </p:nvSpPr>
            <p:spPr>
              <a:xfrm>
                <a:off x="6737299" y="3853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2" name="shoe"/>
              <p:cNvSpPr/>
              <p:nvPr/>
            </p:nvSpPr>
            <p:spPr>
              <a:xfrm>
                <a:off x="6719011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3" name="shoe"/>
              <p:cNvSpPr/>
              <p:nvPr/>
            </p:nvSpPr>
            <p:spPr>
              <a:xfrm>
                <a:off x="6814108" y="4069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4" name="shirt"/>
              <p:cNvSpPr/>
              <p:nvPr/>
            </p:nvSpPr>
            <p:spPr>
              <a:xfrm>
                <a:off x="6729983" y="3677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5" name="sleeve"/>
              <p:cNvSpPr/>
              <p:nvPr/>
            </p:nvSpPr>
            <p:spPr>
              <a:xfrm>
                <a:off x="6689750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6" name="sleeve"/>
              <p:cNvSpPr/>
              <p:nvPr/>
            </p:nvSpPr>
            <p:spPr>
              <a:xfrm>
                <a:off x="6861657" y="3685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7" name="neck"/>
              <p:cNvSpPr/>
              <p:nvPr/>
            </p:nvSpPr>
            <p:spPr>
              <a:xfrm>
                <a:off x="6784848" y="3652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" name="head"/>
              <p:cNvSpPr/>
              <p:nvPr/>
            </p:nvSpPr>
            <p:spPr>
              <a:xfrm>
                <a:off x="6739128" y="3538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9" name="hair"/>
              <p:cNvSpPr/>
              <p:nvPr/>
            </p:nvSpPr>
            <p:spPr>
              <a:xfrm rot="16200000">
                <a:off x="6775704" y="3498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" name="eye"/>
              <p:cNvSpPr/>
              <p:nvPr/>
            </p:nvSpPr>
            <p:spPr>
              <a:xfrm>
                <a:off x="6772046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" name="eye"/>
              <p:cNvSpPr/>
              <p:nvPr/>
            </p:nvSpPr>
            <p:spPr>
              <a:xfrm>
                <a:off x="6823252" y="3610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2" name="smile"/>
              <p:cNvSpPr/>
              <p:nvPr/>
            </p:nvSpPr>
            <p:spPr>
              <a:xfrm>
                <a:off x="6777532" y="3611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553" name="Connector 1552"/>
          <p:cNvCxnSpPr/>
          <p:nvPr/>
        </p:nvCxnSpPr>
        <p:spPr>
          <a:xfrm>
            <a:off x="7086600" y="3813048"/>
            <a:ext cx="548640" cy="0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4" name="TextBox 1553"/>
          <p:cNvSpPr txBox="1"/>
          <p:nvPr/>
        </p:nvSpPr>
        <p:spPr>
          <a:xfrm>
            <a:off x="781812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Arial"/>
              </a:rPr>
              <a:t>Juniors</a:t>
            </a:r>
          </a:p>
        </p:txBody>
      </p:sp>
      <p:sp>
        <p:nvSpPr>
          <p:cNvPr id="1606" name="Seniors box"/>
          <p:cNvSpPr/>
          <p:nvPr/>
        </p:nvSpPr>
        <p:spPr>
          <a:xfrm>
            <a:off x="3749039" y="4297680"/>
            <a:ext cx="3291840" cy="105156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TextBox 1606"/>
          <p:cNvSpPr txBox="1"/>
          <p:nvPr/>
        </p:nvSpPr>
        <p:spPr>
          <a:xfrm>
            <a:off x="3858768" y="43525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Arial"/>
              </a:rPr>
              <a:t>Seniors (12)</a:t>
            </a:r>
          </a:p>
        </p:txBody>
      </p:sp>
      <p:grpSp>
        <p:nvGrpSpPr>
          <p:cNvPr id="1608" name="Seniors stratum" descr="12 figures in the seniors shirt color; 3 are in full color (randomly selected) and 9 are grayed out."/>
          <p:cNvGrpSpPr/>
          <p:nvPr/>
        </p:nvGrpSpPr>
        <p:grpSpPr>
          <a:xfrm>
            <a:off x="3873398" y="4641494"/>
            <a:ext cx="3043123" cy="607162"/>
            <a:chOff x="3873398" y="4641494"/>
            <a:chExt cx="3043123" cy="607162"/>
          </a:xfrm>
        </p:grpSpPr>
        <p:grpSp>
          <p:nvGrpSpPr>
            <p:cNvPr id="1609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3873398" y="4641494"/>
              <a:ext cx="226771" cy="607162"/>
              <a:chOff x="3873398" y="4641494"/>
              <a:chExt cx="226771" cy="607162"/>
            </a:xfrm>
          </p:grpSpPr>
          <p:sp>
            <p:nvSpPr>
              <p:cNvPr id="1610" name="arm"/>
              <p:cNvSpPr/>
              <p:nvPr/>
            </p:nvSpPr>
            <p:spPr>
              <a:xfrm>
                <a:off x="3880713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1" name="arm"/>
              <p:cNvSpPr/>
              <p:nvPr/>
            </p:nvSpPr>
            <p:spPr>
              <a:xfrm>
                <a:off x="4052620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2" name="pant leg"/>
              <p:cNvSpPr/>
              <p:nvPr/>
            </p:nvSpPr>
            <p:spPr>
              <a:xfrm>
                <a:off x="3920947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3" name="pant leg"/>
              <p:cNvSpPr/>
              <p:nvPr/>
            </p:nvSpPr>
            <p:spPr>
              <a:xfrm>
                <a:off x="3990441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4" name="hips"/>
              <p:cNvSpPr/>
              <p:nvPr/>
            </p:nvSpPr>
            <p:spPr>
              <a:xfrm>
                <a:off x="3920947" y="4996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5" name="shoe"/>
              <p:cNvSpPr/>
              <p:nvPr/>
            </p:nvSpPr>
            <p:spPr>
              <a:xfrm>
                <a:off x="3902659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6" name="shoe"/>
              <p:cNvSpPr/>
              <p:nvPr/>
            </p:nvSpPr>
            <p:spPr>
              <a:xfrm>
                <a:off x="3997756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7" name="shirt"/>
              <p:cNvSpPr/>
              <p:nvPr/>
            </p:nvSpPr>
            <p:spPr>
              <a:xfrm>
                <a:off x="3913631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8" name="sleeve"/>
              <p:cNvSpPr/>
              <p:nvPr/>
            </p:nvSpPr>
            <p:spPr>
              <a:xfrm>
                <a:off x="3873398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9" name="sleeve"/>
              <p:cNvSpPr/>
              <p:nvPr/>
            </p:nvSpPr>
            <p:spPr>
              <a:xfrm>
                <a:off x="4045305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0" name="neck"/>
              <p:cNvSpPr/>
              <p:nvPr/>
            </p:nvSpPr>
            <p:spPr>
              <a:xfrm>
                <a:off x="3968496" y="4795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1" name="head"/>
              <p:cNvSpPr/>
              <p:nvPr/>
            </p:nvSpPr>
            <p:spPr>
              <a:xfrm>
                <a:off x="3922776" y="4681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2" name="hair"/>
              <p:cNvSpPr/>
              <p:nvPr/>
            </p:nvSpPr>
            <p:spPr>
              <a:xfrm rot="16200000">
                <a:off x="3959352" y="4641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3" name="eye"/>
              <p:cNvSpPr/>
              <p:nvPr/>
            </p:nvSpPr>
            <p:spPr>
              <a:xfrm>
                <a:off x="3955694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4" name="eye"/>
              <p:cNvSpPr/>
              <p:nvPr/>
            </p:nvSpPr>
            <p:spPr>
              <a:xfrm>
                <a:off x="4006900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5" name="smile"/>
              <p:cNvSpPr/>
              <p:nvPr/>
            </p:nvSpPr>
            <p:spPr>
              <a:xfrm>
                <a:off x="3961180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26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4129430" y="4641494"/>
              <a:ext cx="226771" cy="607162"/>
              <a:chOff x="4129430" y="4641494"/>
              <a:chExt cx="226771" cy="607162"/>
            </a:xfrm>
          </p:grpSpPr>
          <p:sp>
            <p:nvSpPr>
              <p:cNvPr id="1627" name="arm"/>
              <p:cNvSpPr/>
              <p:nvPr/>
            </p:nvSpPr>
            <p:spPr>
              <a:xfrm>
                <a:off x="4136745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8" name="arm"/>
              <p:cNvSpPr/>
              <p:nvPr/>
            </p:nvSpPr>
            <p:spPr>
              <a:xfrm>
                <a:off x="4308652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9" name="pant leg"/>
              <p:cNvSpPr/>
              <p:nvPr/>
            </p:nvSpPr>
            <p:spPr>
              <a:xfrm>
                <a:off x="4176979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0" name="pant leg"/>
              <p:cNvSpPr/>
              <p:nvPr/>
            </p:nvSpPr>
            <p:spPr>
              <a:xfrm>
                <a:off x="4246473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1" name="hips"/>
              <p:cNvSpPr/>
              <p:nvPr/>
            </p:nvSpPr>
            <p:spPr>
              <a:xfrm>
                <a:off x="4176979" y="4996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2" name="shoe"/>
              <p:cNvSpPr/>
              <p:nvPr/>
            </p:nvSpPr>
            <p:spPr>
              <a:xfrm>
                <a:off x="4158691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3" name="shoe"/>
              <p:cNvSpPr/>
              <p:nvPr/>
            </p:nvSpPr>
            <p:spPr>
              <a:xfrm>
                <a:off x="4253788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4" name="shirt"/>
              <p:cNvSpPr/>
              <p:nvPr/>
            </p:nvSpPr>
            <p:spPr>
              <a:xfrm>
                <a:off x="4169663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5" name="sleeve"/>
              <p:cNvSpPr/>
              <p:nvPr/>
            </p:nvSpPr>
            <p:spPr>
              <a:xfrm>
                <a:off x="4129430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6" name="sleeve"/>
              <p:cNvSpPr/>
              <p:nvPr/>
            </p:nvSpPr>
            <p:spPr>
              <a:xfrm>
                <a:off x="4301337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7" name="neck"/>
              <p:cNvSpPr/>
              <p:nvPr/>
            </p:nvSpPr>
            <p:spPr>
              <a:xfrm>
                <a:off x="4224528" y="4795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8" name="head"/>
              <p:cNvSpPr/>
              <p:nvPr/>
            </p:nvSpPr>
            <p:spPr>
              <a:xfrm>
                <a:off x="4178808" y="4681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9" name="hair"/>
              <p:cNvSpPr/>
              <p:nvPr/>
            </p:nvSpPr>
            <p:spPr>
              <a:xfrm rot="16200000">
                <a:off x="4215384" y="4641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0" name="eye"/>
              <p:cNvSpPr/>
              <p:nvPr/>
            </p:nvSpPr>
            <p:spPr>
              <a:xfrm>
                <a:off x="4211726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1" name="eye"/>
              <p:cNvSpPr/>
              <p:nvPr/>
            </p:nvSpPr>
            <p:spPr>
              <a:xfrm>
                <a:off x="4262932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2" name="smile"/>
              <p:cNvSpPr/>
              <p:nvPr/>
            </p:nvSpPr>
            <p:spPr>
              <a:xfrm>
                <a:off x="4217212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43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4385462" y="4641494"/>
              <a:ext cx="226771" cy="607162"/>
              <a:chOff x="4385462" y="4641494"/>
              <a:chExt cx="226771" cy="607162"/>
            </a:xfrm>
          </p:grpSpPr>
          <p:sp>
            <p:nvSpPr>
              <p:cNvPr id="1644" name="arm"/>
              <p:cNvSpPr/>
              <p:nvPr/>
            </p:nvSpPr>
            <p:spPr>
              <a:xfrm>
                <a:off x="4392777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5" name="arm"/>
              <p:cNvSpPr/>
              <p:nvPr/>
            </p:nvSpPr>
            <p:spPr>
              <a:xfrm>
                <a:off x="4564684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6" name="pant leg"/>
              <p:cNvSpPr/>
              <p:nvPr/>
            </p:nvSpPr>
            <p:spPr>
              <a:xfrm>
                <a:off x="4433011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7" name="pant leg"/>
              <p:cNvSpPr/>
              <p:nvPr/>
            </p:nvSpPr>
            <p:spPr>
              <a:xfrm>
                <a:off x="4502505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8" name="hips"/>
              <p:cNvSpPr/>
              <p:nvPr/>
            </p:nvSpPr>
            <p:spPr>
              <a:xfrm>
                <a:off x="4433011" y="4996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9" name="shoe"/>
              <p:cNvSpPr/>
              <p:nvPr/>
            </p:nvSpPr>
            <p:spPr>
              <a:xfrm>
                <a:off x="4414723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0" name="shoe"/>
              <p:cNvSpPr/>
              <p:nvPr/>
            </p:nvSpPr>
            <p:spPr>
              <a:xfrm>
                <a:off x="4509820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1" name="shirt"/>
              <p:cNvSpPr/>
              <p:nvPr/>
            </p:nvSpPr>
            <p:spPr>
              <a:xfrm>
                <a:off x="4425695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2" name="sleeve"/>
              <p:cNvSpPr/>
              <p:nvPr/>
            </p:nvSpPr>
            <p:spPr>
              <a:xfrm>
                <a:off x="4385462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3" name="sleeve"/>
              <p:cNvSpPr/>
              <p:nvPr/>
            </p:nvSpPr>
            <p:spPr>
              <a:xfrm>
                <a:off x="4557369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4" name="neck"/>
              <p:cNvSpPr/>
              <p:nvPr/>
            </p:nvSpPr>
            <p:spPr>
              <a:xfrm>
                <a:off x="4480559" y="4795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5" name="head"/>
              <p:cNvSpPr/>
              <p:nvPr/>
            </p:nvSpPr>
            <p:spPr>
              <a:xfrm>
                <a:off x="4434840" y="4681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6" name="hair"/>
              <p:cNvSpPr/>
              <p:nvPr/>
            </p:nvSpPr>
            <p:spPr>
              <a:xfrm rot="16200000">
                <a:off x="4471416" y="4641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7" name="eye"/>
              <p:cNvSpPr/>
              <p:nvPr/>
            </p:nvSpPr>
            <p:spPr>
              <a:xfrm>
                <a:off x="4467758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8" name="eye"/>
              <p:cNvSpPr/>
              <p:nvPr/>
            </p:nvSpPr>
            <p:spPr>
              <a:xfrm>
                <a:off x="4518964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9" name="smile"/>
              <p:cNvSpPr/>
              <p:nvPr/>
            </p:nvSpPr>
            <p:spPr>
              <a:xfrm>
                <a:off x="4473244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6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641494" y="4641494"/>
              <a:ext cx="226771" cy="607162"/>
              <a:chOff x="4641494" y="4641494"/>
              <a:chExt cx="226771" cy="607162"/>
            </a:xfrm>
          </p:grpSpPr>
          <p:sp>
            <p:nvSpPr>
              <p:cNvPr id="1661" name="arm"/>
              <p:cNvSpPr/>
              <p:nvPr/>
            </p:nvSpPr>
            <p:spPr>
              <a:xfrm>
                <a:off x="4648809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2" name="arm"/>
              <p:cNvSpPr/>
              <p:nvPr/>
            </p:nvSpPr>
            <p:spPr>
              <a:xfrm>
                <a:off x="4820716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3" name="pant leg"/>
              <p:cNvSpPr/>
              <p:nvPr/>
            </p:nvSpPr>
            <p:spPr>
              <a:xfrm>
                <a:off x="4689043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4" name="pant leg"/>
              <p:cNvSpPr/>
              <p:nvPr/>
            </p:nvSpPr>
            <p:spPr>
              <a:xfrm>
                <a:off x="4758537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5" name="hips"/>
              <p:cNvSpPr/>
              <p:nvPr/>
            </p:nvSpPr>
            <p:spPr>
              <a:xfrm>
                <a:off x="4689043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6" name="shoe"/>
              <p:cNvSpPr/>
              <p:nvPr/>
            </p:nvSpPr>
            <p:spPr>
              <a:xfrm>
                <a:off x="4670755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7" name="shoe"/>
              <p:cNvSpPr/>
              <p:nvPr/>
            </p:nvSpPr>
            <p:spPr>
              <a:xfrm>
                <a:off x="4765852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8" name="shirt"/>
              <p:cNvSpPr/>
              <p:nvPr/>
            </p:nvSpPr>
            <p:spPr>
              <a:xfrm>
                <a:off x="4681727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9" name="sleeve"/>
              <p:cNvSpPr/>
              <p:nvPr/>
            </p:nvSpPr>
            <p:spPr>
              <a:xfrm>
                <a:off x="4641494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0" name="sleeve"/>
              <p:cNvSpPr/>
              <p:nvPr/>
            </p:nvSpPr>
            <p:spPr>
              <a:xfrm>
                <a:off x="4813401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1" name="neck"/>
              <p:cNvSpPr/>
              <p:nvPr/>
            </p:nvSpPr>
            <p:spPr>
              <a:xfrm>
                <a:off x="4736592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2" name="head"/>
              <p:cNvSpPr/>
              <p:nvPr/>
            </p:nvSpPr>
            <p:spPr>
              <a:xfrm>
                <a:off x="4690872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3" name="hair"/>
              <p:cNvSpPr/>
              <p:nvPr/>
            </p:nvSpPr>
            <p:spPr>
              <a:xfrm rot="16200000">
                <a:off x="4727448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4" name="eye"/>
              <p:cNvSpPr/>
              <p:nvPr/>
            </p:nvSpPr>
            <p:spPr>
              <a:xfrm>
                <a:off x="4723790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5" name="eye"/>
              <p:cNvSpPr/>
              <p:nvPr/>
            </p:nvSpPr>
            <p:spPr>
              <a:xfrm>
                <a:off x="4774996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6" name="smile"/>
              <p:cNvSpPr/>
              <p:nvPr/>
            </p:nvSpPr>
            <p:spPr>
              <a:xfrm>
                <a:off x="4729276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7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897526" y="4641494"/>
              <a:ext cx="226771" cy="607162"/>
              <a:chOff x="4897526" y="4641494"/>
              <a:chExt cx="226771" cy="607162"/>
            </a:xfrm>
          </p:grpSpPr>
          <p:sp>
            <p:nvSpPr>
              <p:cNvPr id="1678" name="arm"/>
              <p:cNvSpPr/>
              <p:nvPr/>
            </p:nvSpPr>
            <p:spPr>
              <a:xfrm>
                <a:off x="4904841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9" name="arm"/>
              <p:cNvSpPr/>
              <p:nvPr/>
            </p:nvSpPr>
            <p:spPr>
              <a:xfrm>
                <a:off x="5076748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0" name="pant leg"/>
              <p:cNvSpPr/>
              <p:nvPr/>
            </p:nvSpPr>
            <p:spPr>
              <a:xfrm>
                <a:off x="4945075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1" name="pant leg"/>
              <p:cNvSpPr/>
              <p:nvPr/>
            </p:nvSpPr>
            <p:spPr>
              <a:xfrm>
                <a:off x="5014569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2" name="hips"/>
              <p:cNvSpPr/>
              <p:nvPr/>
            </p:nvSpPr>
            <p:spPr>
              <a:xfrm>
                <a:off x="4945075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3" name="shoe"/>
              <p:cNvSpPr/>
              <p:nvPr/>
            </p:nvSpPr>
            <p:spPr>
              <a:xfrm>
                <a:off x="4926787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4" name="shoe"/>
              <p:cNvSpPr/>
              <p:nvPr/>
            </p:nvSpPr>
            <p:spPr>
              <a:xfrm>
                <a:off x="5021884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5" name="shirt"/>
              <p:cNvSpPr/>
              <p:nvPr/>
            </p:nvSpPr>
            <p:spPr>
              <a:xfrm>
                <a:off x="4937759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6" name="sleeve"/>
              <p:cNvSpPr/>
              <p:nvPr/>
            </p:nvSpPr>
            <p:spPr>
              <a:xfrm>
                <a:off x="4897526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7" name="sleeve"/>
              <p:cNvSpPr/>
              <p:nvPr/>
            </p:nvSpPr>
            <p:spPr>
              <a:xfrm>
                <a:off x="5069433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8" name="neck"/>
              <p:cNvSpPr/>
              <p:nvPr/>
            </p:nvSpPr>
            <p:spPr>
              <a:xfrm>
                <a:off x="4992624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9" name="head"/>
              <p:cNvSpPr/>
              <p:nvPr/>
            </p:nvSpPr>
            <p:spPr>
              <a:xfrm>
                <a:off x="4946904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0" name="hair"/>
              <p:cNvSpPr/>
              <p:nvPr/>
            </p:nvSpPr>
            <p:spPr>
              <a:xfrm rot="16200000">
                <a:off x="4983480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1" name="eye"/>
              <p:cNvSpPr/>
              <p:nvPr/>
            </p:nvSpPr>
            <p:spPr>
              <a:xfrm>
                <a:off x="4979822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2" name="eye"/>
              <p:cNvSpPr/>
              <p:nvPr/>
            </p:nvSpPr>
            <p:spPr>
              <a:xfrm>
                <a:off x="5031028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3" name="smile"/>
              <p:cNvSpPr/>
              <p:nvPr/>
            </p:nvSpPr>
            <p:spPr>
              <a:xfrm>
                <a:off x="4985308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94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5153558" y="4641494"/>
              <a:ext cx="226771" cy="607162"/>
              <a:chOff x="5153558" y="4641494"/>
              <a:chExt cx="226771" cy="607162"/>
            </a:xfrm>
          </p:grpSpPr>
          <p:sp>
            <p:nvSpPr>
              <p:cNvPr id="1695" name="arm"/>
              <p:cNvSpPr/>
              <p:nvPr/>
            </p:nvSpPr>
            <p:spPr>
              <a:xfrm>
                <a:off x="5160873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6" name="arm"/>
              <p:cNvSpPr/>
              <p:nvPr/>
            </p:nvSpPr>
            <p:spPr>
              <a:xfrm>
                <a:off x="5332780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7" name="pant leg"/>
              <p:cNvSpPr/>
              <p:nvPr/>
            </p:nvSpPr>
            <p:spPr>
              <a:xfrm>
                <a:off x="5201107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8" name="pant leg"/>
              <p:cNvSpPr/>
              <p:nvPr/>
            </p:nvSpPr>
            <p:spPr>
              <a:xfrm>
                <a:off x="5270601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9" name="hips"/>
              <p:cNvSpPr/>
              <p:nvPr/>
            </p:nvSpPr>
            <p:spPr>
              <a:xfrm>
                <a:off x="5201107" y="4996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0" name="shoe"/>
              <p:cNvSpPr/>
              <p:nvPr/>
            </p:nvSpPr>
            <p:spPr>
              <a:xfrm>
                <a:off x="5182819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1" name="shoe"/>
              <p:cNvSpPr/>
              <p:nvPr/>
            </p:nvSpPr>
            <p:spPr>
              <a:xfrm>
                <a:off x="5277916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2" name="shirt"/>
              <p:cNvSpPr/>
              <p:nvPr/>
            </p:nvSpPr>
            <p:spPr>
              <a:xfrm>
                <a:off x="5193792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3" name="sleeve"/>
              <p:cNvSpPr/>
              <p:nvPr/>
            </p:nvSpPr>
            <p:spPr>
              <a:xfrm>
                <a:off x="5153558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4" name="sleeve"/>
              <p:cNvSpPr/>
              <p:nvPr/>
            </p:nvSpPr>
            <p:spPr>
              <a:xfrm>
                <a:off x="5325465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5" name="neck"/>
              <p:cNvSpPr/>
              <p:nvPr/>
            </p:nvSpPr>
            <p:spPr>
              <a:xfrm>
                <a:off x="5248656" y="4795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6" name="head"/>
              <p:cNvSpPr/>
              <p:nvPr/>
            </p:nvSpPr>
            <p:spPr>
              <a:xfrm>
                <a:off x="5202936" y="4681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7" name="hair"/>
              <p:cNvSpPr/>
              <p:nvPr/>
            </p:nvSpPr>
            <p:spPr>
              <a:xfrm rot="16200000">
                <a:off x="5239512" y="4641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8" name="eye"/>
              <p:cNvSpPr/>
              <p:nvPr/>
            </p:nvSpPr>
            <p:spPr>
              <a:xfrm>
                <a:off x="5235854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9" name="eye"/>
              <p:cNvSpPr/>
              <p:nvPr/>
            </p:nvSpPr>
            <p:spPr>
              <a:xfrm>
                <a:off x="5287060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0" name="smile"/>
              <p:cNvSpPr/>
              <p:nvPr/>
            </p:nvSpPr>
            <p:spPr>
              <a:xfrm>
                <a:off x="5241340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11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5409590" y="4641494"/>
              <a:ext cx="226771" cy="607162"/>
              <a:chOff x="5409590" y="4641494"/>
              <a:chExt cx="226771" cy="607162"/>
            </a:xfrm>
          </p:grpSpPr>
          <p:sp>
            <p:nvSpPr>
              <p:cNvPr id="1712" name="arm"/>
              <p:cNvSpPr/>
              <p:nvPr/>
            </p:nvSpPr>
            <p:spPr>
              <a:xfrm>
                <a:off x="5416905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3" name="arm"/>
              <p:cNvSpPr/>
              <p:nvPr/>
            </p:nvSpPr>
            <p:spPr>
              <a:xfrm>
                <a:off x="5588812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4" name="pant leg"/>
              <p:cNvSpPr/>
              <p:nvPr/>
            </p:nvSpPr>
            <p:spPr>
              <a:xfrm>
                <a:off x="5457139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5" name="pant leg"/>
              <p:cNvSpPr/>
              <p:nvPr/>
            </p:nvSpPr>
            <p:spPr>
              <a:xfrm>
                <a:off x="5526633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6" name="hips"/>
              <p:cNvSpPr/>
              <p:nvPr/>
            </p:nvSpPr>
            <p:spPr>
              <a:xfrm>
                <a:off x="5457139" y="4996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7" name="shoe"/>
              <p:cNvSpPr/>
              <p:nvPr/>
            </p:nvSpPr>
            <p:spPr>
              <a:xfrm>
                <a:off x="5438851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8" name="shoe"/>
              <p:cNvSpPr/>
              <p:nvPr/>
            </p:nvSpPr>
            <p:spPr>
              <a:xfrm>
                <a:off x="5533948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9" name="shirt"/>
              <p:cNvSpPr/>
              <p:nvPr/>
            </p:nvSpPr>
            <p:spPr>
              <a:xfrm>
                <a:off x="5449824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0" name="sleeve"/>
              <p:cNvSpPr/>
              <p:nvPr/>
            </p:nvSpPr>
            <p:spPr>
              <a:xfrm>
                <a:off x="5409590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1" name="sleeve"/>
              <p:cNvSpPr/>
              <p:nvPr/>
            </p:nvSpPr>
            <p:spPr>
              <a:xfrm>
                <a:off x="5581497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2" name="neck"/>
              <p:cNvSpPr/>
              <p:nvPr/>
            </p:nvSpPr>
            <p:spPr>
              <a:xfrm>
                <a:off x="5504688" y="4795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3" name="head"/>
              <p:cNvSpPr/>
              <p:nvPr/>
            </p:nvSpPr>
            <p:spPr>
              <a:xfrm>
                <a:off x="5458968" y="4681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4" name="hair"/>
              <p:cNvSpPr/>
              <p:nvPr/>
            </p:nvSpPr>
            <p:spPr>
              <a:xfrm rot="16200000">
                <a:off x="5495544" y="4641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5" name="eye"/>
              <p:cNvSpPr/>
              <p:nvPr/>
            </p:nvSpPr>
            <p:spPr>
              <a:xfrm>
                <a:off x="5491886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6" name="eye"/>
              <p:cNvSpPr/>
              <p:nvPr/>
            </p:nvSpPr>
            <p:spPr>
              <a:xfrm>
                <a:off x="5543092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7" name="smile"/>
              <p:cNvSpPr/>
              <p:nvPr/>
            </p:nvSpPr>
            <p:spPr>
              <a:xfrm>
                <a:off x="5497372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28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5665622" y="4641494"/>
              <a:ext cx="226771" cy="607162"/>
              <a:chOff x="5665622" y="4641494"/>
              <a:chExt cx="226771" cy="607162"/>
            </a:xfrm>
          </p:grpSpPr>
          <p:sp>
            <p:nvSpPr>
              <p:cNvPr id="1729" name="arm"/>
              <p:cNvSpPr/>
              <p:nvPr/>
            </p:nvSpPr>
            <p:spPr>
              <a:xfrm>
                <a:off x="5672937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0" name="arm"/>
              <p:cNvSpPr/>
              <p:nvPr/>
            </p:nvSpPr>
            <p:spPr>
              <a:xfrm>
                <a:off x="5844844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1" name="pant leg"/>
              <p:cNvSpPr/>
              <p:nvPr/>
            </p:nvSpPr>
            <p:spPr>
              <a:xfrm>
                <a:off x="5713171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2" name="pant leg"/>
              <p:cNvSpPr/>
              <p:nvPr/>
            </p:nvSpPr>
            <p:spPr>
              <a:xfrm>
                <a:off x="5782665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3" name="hips"/>
              <p:cNvSpPr/>
              <p:nvPr/>
            </p:nvSpPr>
            <p:spPr>
              <a:xfrm>
                <a:off x="5713171" y="4996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4" name="shoe"/>
              <p:cNvSpPr/>
              <p:nvPr/>
            </p:nvSpPr>
            <p:spPr>
              <a:xfrm>
                <a:off x="5694883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5" name="shoe"/>
              <p:cNvSpPr/>
              <p:nvPr/>
            </p:nvSpPr>
            <p:spPr>
              <a:xfrm>
                <a:off x="5789980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6" name="shirt"/>
              <p:cNvSpPr/>
              <p:nvPr/>
            </p:nvSpPr>
            <p:spPr>
              <a:xfrm>
                <a:off x="5705855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7" name="sleeve"/>
              <p:cNvSpPr/>
              <p:nvPr/>
            </p:nvSpPr>
            <p:spPr>
              <a:xfrm>
                <a:off x="5665622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8" name="sleeve"/>
              <p:cNvSpPr/>
              <p:nvPr/>
            </p:nvSpPr>
            <p:spPr>
              <a:xfrm>
                <a:off x="5837529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9" name="neck"/>
              <p:cNvSpPr/>
              <p:nvPr/>
            </p:nvSpPr>
            <p:spPr>
              <a:xfrm>
                <a:off x="5760720" y="4795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0" name="head"/>
              <p:cNvSpPr/>
              <p:nvPr/>
            </p:nvSpPr>
            <p:spPr>
              <a:xfrm>
                <a:off x="5715000" y="4681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1" name="hair"/>
              <p:cNvSpPr/>
              <p:nvPr/>
            </p:nvSpPr>
            <p:spPr>
              <a:xfrm rot="16200000">
                <a:off x="5751576" y="4641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2" name="eye"/>
              <p:cNvSpPr/>
              <p:nvPr/>
            </p:nvSpPr>
            <p:spPr>
              <a:xfrm>
                <a:off x="5747918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3" name="eye"/>
              <p:cNvSpPr/>
              <p:nvPr/>
            </p:nvSpPr>
            <p:spPr>
              <a:xfrm>
                <a:off x="5799124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4" name="smile"/>
              <p:cNvSpPr/>
              <p:nvPr/>
            </p:nvSpPr>
            <p:spPr>
              <a:xfrm>
                <a:off x="5753404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4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921654" y="4641494"/>
              <a:ext cx="226771" cy="607162"/>
              <a:chOff x="5921654" y="4641494"/>
              <a:chExt cx="226771" cy="607162"/>
            </a:xfrm>
          </p:grpSpPr>
          <p:sp>
            <p:nvSpPr>
              <p:cNvPr id="1746" name="arm"/>
              <p:cNvSpPr/>
              <p:nvPr/>
            </p:nvSpPr>
            <p:spPr>
              <a:xfrm>
                <a:off x="5928969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7" name="arm"/>
              <p:cNvSpPr/>
              <p:nvPr/>
            </p:nvSpPr>
            <p:spPr>
              <a:xfrm>
                <a:off x="6100876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8" name="pant leg"/>
              <p:cNvSpPr/>
              <p:nvPr/>
            </p:nvSpPr>
            <p:spPr>
              <a:xfrm>
                <a:off x="5969203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9" name="pant leg"/>
              <p:cNvSpPr/>
              <p:nvPr/>
            </p:nvSpPr>
            <p:spPr>
              <a:xfrm>
                <a:off x="6038697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0" name="hips"/>
              <p:cNvSpPr/>
              <p:nvPr/>
            </p:nvSpPr>
            <p:spPr>
              <a:xfrm>
                <a:off x="5969203" y="4996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1" name="shoe"/>
              <p:cNvSpPr/>
              <p:nvPr/>
            </p:nvSpPr>
            <p:spPr>
              <a:xfrm>
                <a:off x="5950915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2" name="shoe"/>
              <p:cNvSpPr/>
              <p:nvPr/>
            </p:nvSpPr>
            <p:spPr>
              <a:xfrm>
                <a:off x="6046012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3" name="shirt"/>
              <p:cNvSpPr/>
              <p:nvPr/>
            </p:nvSpPr>
            <p:spPr>
              <a:xfrm>
                <a:off x="5961888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4" name="sleeve"/>
              <p:cNvSpPr/>
              <p:nvPr/>
            </p:nvSpPr>
            <p:spPr>
              <a:xfrm>
                <a:off x="5921654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5" name="sleeve"/>
              <p:cNvSpPr/>
              <p:nvPr/>
            </p:nvSpPr>
            <p:spPr>
              <a:xfrm>
                <a:off x="6093561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6" name="neck"/>
              <p:cNvSpPr/>
              <p:nvPr/>
            </p:nvSpPr>
            <p:spPr>
              <a:xfrm>
                <a:off x="6016752" y="4795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7" name="head"/>
              <p:cNvSpPr/>
              <p:nvPr/>
            </p:nvSpPr>
            <p:spPr>
              <a:xfrm>
                <a:off x="5971032" y="4681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8" name="hair"/>
              <p:cNvSpPr/>
              <p:nvPr/>
            </p:nvSpPr>
            <p:spPr>
              <a:xfrm rot="16200000">
                <a:off x="6007608" y="4641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9" name="eye"/>
              <p:cNvSpPr/>
              <p:nvPr/>
            </p:nvSpPr>
            <p:spPr>
              <a:xfrm>
                <a:off x="6003950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0" name="eye"/>
              <p:cNvSpPr/>
              <p:nvPr/>
            </p:nvSpPr>
            <p:spPr>
              <a:xfrm>
                <a:off x="6055156" y="4753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1" name="smile"/>
              <p:cNvSpPr/>
              <p:nvPr/>
            </p:nvSpPr>
            <p:spPr>
              <a:xfrm>
                <a:off x="6009436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62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6177686" y="4641494"/>
              <a:ext cx="226771" cy="607162"/>
              <a:chOff x="6177686" y="4641494"/>
              <a:chExt cx="226771" cy="607162"/>
            </a:xfrm>
          </p:grpSpPr>
          <p:sp>
            <p:nvSpPr>
              <p:cNvPr id="1763" name="arm"/>
              <p:cNvSpPr/>
              <p:nvPr/>
            </p:nvSpPr>
            <p:spPr>
              <a:xfrm>
                <a:off x="6185001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4" name="arm"/>
              <p:cNvSpPr/>
              <p:nvPr/>
            </p:nvSpPr>
            <p:spPr>
              <a:xfrm>
                <a:off x="6356908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5" name="pant leg"/>
              <p:cNvSpPr/>
              <p:nvPr/>
            </p:nvSpPr>
            <p:spPr>
              <a:xfrm>
                <a:off x="6225235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6" name="pant leg"/>
              <p:cNvSpPr/>
              <p:nvPr/>
            </p:nvSpPr>
            <p:spPr>
              <a:xfrm>
                <a:off x="6294729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7" name="hips"/>
              <p:cNvSpPr/>
              <p:nvPr/>
            </p:nvSpPr>
            <p:spPr>
              <a:xfrm>
                <a:off x="6225235" y="4996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8" name="shoe"/>
              <p:cNvSpPr/>
              <p:nvPr/>
            </p:nvSpPr>
            <p:spPr>
              <a:xfrm>
                <a:off x="6206947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9" name="shoe"/>
              <p:cNvSpPr/>
              <p:nvPr/>
            </p:nvSpPr>
            <p:spPr>
              <a:xfrm>
                <a:off x="6302044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0" name="shirt"/>
              <p:cNvSpPr/>
              <p:nvPr/>
            </p:nvSpPr>
            <p:spPr>
              <a:xfrm>
                <a:off x="6217920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1" name="sleeve"/>
              <p:cNvSpPr/>
              <p:nvPr/>
            </p:nvSpPr>
            <p:spPr>
              <a:xfrm>
                <a:off x="6177686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2" name="sleeve"/>
              <p:cNvSpPr/>
              <p:nvPr/>
            </p:nvSpPr>
            <p:spPr>
              <a:xfrm>
                <a:off x="6349593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3" name="neck"/>
              <p:cNvSpPr/>
              <p:nvPr/>
            </p:nvSpPr>
            <p:spPr>
              <a:xfrm>
                <a:off x="6272784" y="4795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4" name="head"/>
              <p:cNvSpPr/>
              <p:nvPr/>
            </p:nvSpPr>
            <p:spPr>
              <a:xfrm>
                <a:off x="6227064" y="4681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5" name="hair"/>
              <p:cNvSpPr/>
              <p:nvPr/>
            </p:nvSpPr>
            <p:spPr>
              <a:xfrm rot="16200000">
                <a:off x="6263640" y="4641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6" name="eye"/>
              <p:cNvSpPr/>
              <p:nvPr/>
            </p:nvSpPr>
            <p:spPr>
              <a:xfrm>
                <a:off x="6259982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7" name="eye"/>
              <p:cNvSpPr/>
              <p:nvPr/>
            </p:nvSpPr>
            <p:spPr>
              <a:xfrm>
                <a:off x="6311188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8" name="smile"/>
              <p:cNvSpPr/>
              <p:nvPr/>
            </p:nvSpPr>
            <p:spPr>
              <a:xfrm>
                <a:off x="6265468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79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6433718" y="4641494"/>
              <a:ext cx="226771" cy="607162"/>
              <a:chOff x="6433718" y="4641494"/>
              <a:chExt cx="226771" cy="607162"/>
            </a:xfrm>
          </p:grpSpPr>
          <p:sp>
            <p:nvSpPr>
              <p:cNvPr id="1780" name="arm"/>
              <p:cNvSpPr/>
              <p:nvPr/>
            </p:nvSpPr>
            <p:spPr>
              <a:xfrm>
                <a:off x="6441033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1" name="arm"/>
              <p:cNvSpPr/>
              <p:nvPr/>
            </p:nvSpPr>
            <p:spPr>
              <a:xfrm>
                <a:off x="6612940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2" name="pant leg"/>
              <p:cNvSpPr/>
              <p:nvPr/>
            </p:nvSpPr>
            <p:spPr>
              <a:xfrm>
                <a:off x="6481267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3" name="pant leg"/>
              <p:cNvSpPr/>
              <p:nvPr/>
            </p:nvSpPr>
            <p:spPr>
              <a:xfrm>
                <a:off x="6550761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4" name="hips"/>
              <p:cNvSpPr/>
              <p:nvPr/>
            </p:nvSpPr>
            <p:spPr>
              <a:xfrm>
                <a:off x="6481267" y="4996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5" name="shoe"/>
              <p:cNvSpPr/>
              <p:nvPr/>
            </p:nvSpPr>
            <p:spPr>
              <a:xfrm>
                <a:off x="6462979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6" name="shoe"/>
              <p:cNvSpPr/>
              <p:nvPr/>
            </p:nvSpPr>
            <p:spPr>
              <a:xfrm>
                <a:off x="6558076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7" name="shirt"/>
              <p:cNvSpPr/>
              <p:nvPr/>
            </p:nvSpPr>
            <p:spPr>
              <a:xfrm>
                <a:off x="6473951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8" name="sleeve"/>
              <p:cNvSpPr/>
              <p:nvPr/>
            </p:nvSpPr>
            <p:spPr>
              <a:xfrm>
                <a:off x="6433718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9" name="sleeve"/>
              <p:cNvSpPr/>
              <p:nvPr/>
            </p:nvSpPr>
            <p:spPr>
              <a:xfrm>
                <a:off x="6605625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0" name="neck"/>
              <p:cNvSpPr/>
              <p:nvPr/>
            </p:nvSpPr>
            <p:spPr>
              <a:xfrm>
                <a:off x="6528816" y="4795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1" name="head"/>
              <p:cNvSpPr/>
              <p:nvPr/>
            </p:nvSpPr>
            <p:spPr>
              <a:xfrm>
                <a:off x="6483096" y="4681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2" name="hair"/>
              <p:cNvSpPr/>
              <p:nvPr/>
            </p:nvSpPr>
            <p:spPr>
              <a:xfrm rot="16200000">
                <a:off x="6519672" y="4641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3" name="eye"/>
              <p:cNvSpPr/>
              <p:nvPr/>
            </p:nvSpPr>
            <p:spPr>
              <a:xfrm>
                <a:off x="6516014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4" name="eye"/>
              <p:cNvSpPr/>
              <p:nvPr/>
            </p:nvSpPr>
            <p:spPr>
              <a:xfrm>
                <a:off x="6567220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5" name="smile"/>
              <p:cNvSpPr/>
              <p:nvPr/>
            </p:nvSpPr>
            <p:spPr>
              <a:xfrm>
                <a:off x="6521500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96" name="Person - regular clothes (not selected)" descr="Simple gender-neutral figure with short hair in a light blue T-shirt, dark pants and dark shoes."/>
            <p:cNvGrpSpPr/>
            <p:nvPr/>
          </p:nvGrpSpPr>
          <p:grpSpPr>
            <a:xfrm>
              <a:off x="6689750" y="4641494"/>
              <a:ext cx="226771" cy="607162"/>
              <a:chOff x="6689750" y="4641494"/>
              <a:chExt cx="226771" cy="607162"/>
            </a:xfrm>
          </p:grpSpPr>
          <p:sp>
            <p:nvSpPr>
              <p:cNvPr id="1797" name="arm"/>
              <p:cNvSpPr/>
              <p:nvPr/>
            </p:nvSpPr>
            <p:spPr>
              <a:xfrm>
                <a:off x="6697065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8" name="arm"/>
              <p:cNvSpPr/>
              <p:nvPr/>
            </p:nvSpPr>
            <p:spPr>
              <a:xfrm>
                <a:off x="6868972" y="4831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9" name="pant leg"/>
              <p:cNvSpPr/>
              <p:nvPr/>
            </p:nvSpPr>
            <p:spPr>
              <a:xfrm>
                <a:off x="6737299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0" name="pant leg"/>
              <p:cNvSpPr/>
              <p:nvPr/>
            </p:nvSpPr>
            <p:spPr>
              <a:xfrm>
                <a:off x="6806793" y="5001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1" name="hips"/>
              <p:cNvSpPr/>
              <p:nvPr/>
            </p:nvSpPr>
            <p:spPr>
              <a:xfrm>
                <a:off x="6737299" y="4996281"/>
                <a:ext cx="131673" cy="64007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2" name="shoe"/>
              <p:cNvSpPr/>
              <p:nvPr/>
            </p:nvSpPr>
            <p:spPr>
              <a:xfrm>
                <a:off x="6719011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3" name="shoe"/>
              <p:cNvSpPr/>
              <p:nvPr/>
            </p:nvSpPr>
            <p:spPr>
              <a:xfrm>
                <a:off x="6814108" y="52120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DCDCDC"/>
              </a:solidFill>
              <a:ln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4" name="shirt"/>
              <p:cNvSpPr/>
              <p:nvPr/>
            </p:nvSpPr>
            <p:spPr>
              <a:xfrm>
                <a:off x="6729983" y="4820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5" name="sleeve"/>
              <p:cNvSpPr/>
              <p:nvPr/>
            </p:nvSpPr>
            <p:spPr>
              <a:xfrm>
                <a:off x="6689750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6" name="sleeve"/>
              <p:cNvSpPr/>
              <p:nvPr/>
            </p:nvSpPr>
            <p:spPr>
              <a:xfrm>
                <a:off x="6861657" y="48280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7" name="neck"/>
              <p:cNvSpPr/>
              <p:nvPr/>
            </p:nvSpPr>
            <p:spPr>
              <a:xfrm>
                <a:off x="6784848" y="4795113"/>
                <a:ext cx="36576" cy="32918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8" name="head"/>
              <p:cNvSpPr/>
              <p:nvPr/>
            </p:nvSpPr>
            <p:spPr>
              <a:xfrm>
                <a:off x="6739128" y="4681728"/>
                <a:ext cx="128015" cy="131673"/>
              </a:xfrm>
              <a:prstGeom prst="ellipse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9" name="hair"/>
              <p:cNvSpPr/>
              <p:nvPr/>
            </p:nvSpPr>
            <p:spPr>
              <a:xfrm rot="16200000">
                <a:off x="6775704" y="4641494"/>
                <a:ext cx="54864" cy="131673"/>
              </a:xfrm>
              <a:prstGeom prst="flowChartDelay">
                <a:avLst/>
              </a:prstGeom>
              <a:solidFill>
                <a:srgbClr val="DCDCD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0" name="eye"/>
              <p:cNvSpPr/>
              <p:nvPr/>
            </p:nvSpPr>
            <p:spPr>
              <a:xfrm>
                <a:off x="6772046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1" name="eye"/>
              <p:cNvSpPr/>
              <p:nvPr/>
            </p:nvSpPr>
            <p:spPr>
              <a:xfrm>
                <a:off x="6823252" y="4753051"/>
                <a:ext cx="12801" cy="12801"/>
              </a:xfrm>
              <a:prstGeom prst="ellipse">
                <a:avLst/>
              </a:prstGeom>
              <a:solidFill>
                <a:srgbClr val="B8B8B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2" name="smile"/>
              <p:cNvSpPr/>
              <p:nvPr/>
            </p:nvSpPr>
            <p:spPr>
              <a:xfrm>
                <a:off x="6777532" y="4754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B8B8B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813" name="Connector 1812"/>
          <p:cNvCxnSpPr/>
          <p:nvPr/>
        </p:nvCxnSpPr>
        <p:spPr>
          <a:xfrm>
            <a:off x="7086600" y="4956048"/>
            <a:ext cx="548640" cy="0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4" name="TextBox 1813"/>
          <p:cNvSpPr txBox="1"/>
          <p:nvPr/>
        </p:nvSpPr>
        <p:spPr>
          <a:xfrm>
            <a:off x="7818120" y="4846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Arial"/>
              </a:rPr>
              <a:t>Seniors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320040" y="562356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Arial"/>
              </a:rPr>
              <a:t>Shirt color = class year     Gray = not selected     Each stratum contains only one class year</a:t>
            </a:r>
          </a:p>
        </p:txBody>
      </p:sp>
      <p:cxnSp>
        <p:nvCxnSpPr>
          <p:cNvPr id="1867" name="Connector 1866"/>
          <p:cNvCxnSpPr/>
          <p:nvPr/>
        </p:nvCxnSpPr>
        <p:spPr>
          <a:xfrm flipV="1">
            <a:off x="3200400" y="1417320"/>
            <a:ext cx="502920" cy="1691640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8" name="Connector 1867"/>
          <p:cNvCxnSpPr/>
          <p:nvPr/>
        </p:nvCxnSpPr>
        <p:spPr>
          <a:xfrm flipV="1">
            <a:off x="3200400" y="2560320"/>
            <a:ext cx="502920" cy="548640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9" name="Connector 1868"/>
          <p:cNvCxnSpPr/>
          <p:nvPr/>
        </p:nvCxnSpPr>
        <p:spPr>
          <a:xfrm>
            <a:off x="3200400" y="3108960"/>
            <a:ext cx="502920" cy="594360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0" name="Connector 1869"/>
          <p:cNvCxnSpPr/>
          <p:nvPr/>
        </p:nvCxnSpPr>
        <p:spPr>
          <a:xfrm>
            <a:off x="3200400" y="3108960"/>
            <a:ext cx="502920" cy="1737360"/>
          </a:xfrm>
          <a:prstGeom prst="line">
            <a:avLst/>
          </a:prstGeom>
          <a:ln w="285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rial"/>
              </a:rPr>
              <a:t>1. Population is divided into clusters (courses)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0" y="27432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rial"/>
              </a:rPr>
              <a:t>2. Randomly select clusters</a:t>
            </a:r>
          </a:p>
        </p:txBody>
      </p:sp>
      <p:sp>
        <p:nvSpPr>
          <p:cNvPr id="4" name="Course 1 box"/>
          <p:cNvSpPr/>
          <p:nvPr/>
        </p:nvSpPr>
        <p:spPr>
          <a:xfrm>
            <a:off x="320040" y="868680"/>
            <a:ext cx="1645920" cy="178308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rial"/>
              </a:rPr>
              <a:t>Course 1</a:t>
            </a:r>
          </a:p>
        </p:txBody>
      </p:sp>
      <p:grpSp>
        <p:nvGrpSpPr>
          <p:cNvPr id="6" name="Course 1" descr="Course 1: 6 figures with a mix of class-year shirt colors (not selected)."/>
          <p:cNvGrpSpPr/>
          <p:nvPr/>
        </p:nvGrpSpPr>
        <p:grpSpPr>
          <a:xfrm>
            <a:off x="535838" y="1212494"/>
            <a:ext cx="1086307" cy="1292962"/>
            <a:chOff x="535838" y="1212494"/>
            <a:chExt cx="1086307" cy="1292962"/>
          </a:xfrm>
        </p:grpSpPr>
        <p:grpSp>
          <p:nvGrpSpPr>
            <p:cNvPr id="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35838" y="1212494"/>
              <a:ext cx="226771" cy="607161"/>
              <a:chOff x="535838" y="1212494"/>
              <a:chExt cx="226771" cy="607161"/>
            </a:xfrm>
          </p:grpSpPr>
          <p:sp>
            <p:nvSpPr>
              <p:cNvPr id="8" name="arm"/>
              <p:cNvSpPr/>
              <p:nvPr/>
            </p:nvSpPr>
            <p:spPr>
              <a:xfrm>
                <a:off x="543153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arm"/>
              <p:cNvSpPr/>
              <p:nvPr/>
            </p:nvSpPr>
            <p:spPr>
              <a:xfrm>
                <a:off x="715060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pant leg"/>
              <p:cNvSpPr/>
              <p:nvPr/>
            </p:nvSpPr>
            <p:spPr>
              <a:xfrm>
                <a:off x="58338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pant leg"/>
              <p:cNvSpPr/>
              <p:nvPr/>
            </p:nvSpPr>
            <p:spPr>
              <a:xfrm>
                <a:off x="652881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hips"/>
              <p:cNvSpPr/>
              <p:nvPr/>
            </p:nvSpPr>
            <p:spPr>
              <a:xfrm>
                <a:off x="583387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shoe"/>
              <p:cNvSpPr/>
              <p:nvPr/>
            </p:nvSpPr>
            <p:spPr>
              <a:xfrm>
                <a:off x="565099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shoe"/>
              <p:cNvSpPr/>
              <p:nvPr/>
            </p:nvSpPr>
            <p:spPr>
              <a:xfrm>
                <a:off x="660196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shirt"/>
              <p:cNvSpPr/>
              <p:nvPr/>
            </p:nvSpPr>
            <p:spPr>
              <a:xfrm>
                <a:off x="576071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sleeve"/>
              <p:cNvSpPr/>
              <p:nvPr/>
            </p:nvSpPr>
            <p:spPr>
              <a:xfrm>
                <a:off x="535838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sleeve"/>
              <p:cNvSpPr/>
              <p:nvPr/>
            </p:nvSpPr>
            <p:spPr>
              <a:xfrm>
                <a:off x="707745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neck"/>
              <p:cNvSpPr/>
              <p:nvPr/>
            </p:nvSpPr>
            <p:spPr>
              <a:xfrm>
                <a:off x="630936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head"/>
              <p:cNvSpPr/>
              <p:nvPr/>
            </p:nvSpPr>
            <p:spPr>
              <a:xfrm>
                <a:off x="585215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hair"/>
              <p:cNvSpPr/>
              <p:nvPr/>
            </p:nvSpPr>
            <p:spPr>
              <a:xfrm rot="16200000">
                <a:off x="621792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eye"/>
              <p:cNvSpPr/>
              <p:nvPr/>
            </p:nvSpPr>
            <p:spPr>
              <a:xfrm>
                <a:off x="618134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eye"/>
              <p:cNvSpPr/>
              <p:nvPr/>
            </p:nvSpPr>
            <p:spPr>
              <a:xfrm>
                <a:off x="669340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mile"/>
              <p:cNvSpPr/>
              <p:nvPr/>
            </p:nvSpPr>
            <p:spPr>
              <a:xfrm>
                <a:off x="623620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65606" y="1212494"/>
              <a:ext cx="226771" cy="607161"/>
              <a:chOff x="965606" y="1212494"/>
              <a:chExt cx="226771" cy="607161"/>
            </a:xfrm>
          </p:grpSpPr>
          <p:sp>
            <p:nvSpPr>
              <p:cNvPr id="25" name="arm"/>
              <p:cNvSpPr/>
              <p:nvPr/>
            </p:nvSpPr>
            <p:spPr>
              <a:xfrm>
                <a:off x="972921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arm"/>
              <p:cNvSpPr/>
              <p:nvPr/>
            </p:nvSpPr>
            <p:spPr>
              <a:xfrm>
                <a:off x="1144828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pant leg"/>
              <p:cNvSpPr/>
              <p:nvPr/>
            </p:nvSpPr>
            <p:spPr>
              <a:xfrm>
                <a:off x="1013155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pant leg"/>
              <p:cNvSpPr/>
              <p:nvPr/>
            </p:nvSpPr>
            <p:spPr>
              <a:xfrm>
                <a:off x="1082649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hips"/>
              <p:cNvSpPr/>
              <p:nvPr/>
            </p:nvSpPr>
            <p:spPr>
              <a:xfrm>
                <a:off x="1013155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shoe"/>
              <p:cNvSpPr/>
              <p:nvPr/>
            </p:nvSpPr>
            <p:spPr>
              <a:xfrm>
                <a:off x="994867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shoe"/>
              <p:cNvSpPr/>
              <p:nvPr/>
            </p:nvSpPr>
            <p:spPr>
              <a:xfrm>
                <a:off x="1089964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shirt"/>
              <p:cNvSpPr/>
              <p:nvPr/>
            </p:nvSpPr>
            <p:spPr>
              <a:xfrm>
                <a:off x="1005840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sleeve"/>
              <p:cNvSpPr/>
              <p:nvPr/>
            </p:nvSpPr>
            <p:spPr>
              <a:xfrm>
                <a:off x="965606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sleeve"/>
              <p:cNvSpPr/>
              <p:nvPr/>
            </p:nvSpPr>
            <p:spPr>
              <a:xfrm>
                <a:off x="1137513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neck"/>
              <p:cNvSpPr/>
              <p:nvPr/>
            </p:nvSpPr>
            <p:spPr>
              <a:xfrm>
                <a:off x="1060704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head"/>
              <p:cNvSpPr/>
              <p:nvPr/>
            </p:nvSpPr>
            <p:spPr>
              <a:xfrm>
                <a:off x="1014984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hair"/>
              <p:cNvSpPr/>
              <p:nvPr/>
            </p:nvSpPr>
            <p:spPr>
              <a:xfrm rot="16200000">
                <a:off x="1051560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eye"/>
              <p:cNvSpPr/>
              <p:nvPr/>
            </p:nvSpPr>
            <p:spPr>
              <a:xfrm>
                <a:off x="1047902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eye"/>
              <p:cNvSpPr/>
              <p:nvPr/>
            </p:nvSpPr>
            <p:spPr>
              <a:xfrm>
                <a:off x="1099108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smile"/>
              <p:cNvSpPr/>
              <p:nvPr/>
            </p:nvSpPr>
            <p:spPr>
              <a:xfrm>
                <a:off x="1053388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395374" y="1212494"/>
              <a:ext cx="226771" cy="607161"/>
              <a:chOff x="1395374" y="1212494"/>
              <a:chExt cx="226771" cy="607161"/>
            </a:xfrm>
          </p:grpSpPr>
          <p:sp>
            <p:nvSpPr>
              <p:cNvPr id="42" name="arm"/>
              <p:cNvSpPr/>
              <p:nvPr/>
            </p:nvSpPr>
            <p:spPr>
              <a:xfrm>
                <a:off x="1402689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arm"/>
              <p:cNvSpPr/>
              <p:nvPr/>
            </p:nvSpPr>
            <p:spPr>
              <a:xfrm>
                <a:off x="1574596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pant leg"/>
              <p:cNvSpPr/>
              <p:nvPr/>
            </p:nvSpPr>
            <p:spPr>
              <a:xfrm>
                <a:off x="1442923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pant leg"/>
              <p:cNvSpPr/>
              <p:nvPr/>
            </p:nvSpPr>
            <p:spPr>
              <a:xfrm>
                <a:off x="151241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hips"/>
              <p:cNvSpPr/>
              <p:nvPr/>
            </p:nvSpPr>
            <p:spPr>
              <a:xfrm>
                <a:off x="1442923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shoe"/>
              <p:cNvSpPr/>
              <p:nvPr/>
            </p:nvSpPr>
            <p:spPr>
              <a:xfrm>
                <a:off x="1424635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shoe"/>
              <p:cNvSpPr/>
              <p:nvPr/>
            </p:nvSpPr>
            <p:spPr>
              <a:xfrm>
                <a:off x="1519732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shirt"/>
              <p:cNvSpPr/>
              <p:nvPr/>
            </p:nvSpPr>
            <p:spPr>
              <a:xfrm>
                <a:off x="1435607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sleeve"/>
              <p:cNvSpPr/>
              <p:nvPr/>
            </p:nvSpPr>
            <p:spPr>
              <a:xfrm>
                <a:off x="1395374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sleeve"/>
              <p:cNvSpPr/>
              <p:nvPr/>
            </p:nvSpPr>
            <p:spPr>
              <a:xfrm>
                <a:off x="1567281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neck"/>
              <p:cNvSpPr/>
              <p:nvPr/>
            </p:nvSpPr>
            <p:spPr>
              <a:xfrm>
                <a:off x="1490472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head"/>
              <p:cNvSpPr/>
              <p:nvPr/>
            </p:nvSpPr>
            <p:spPr>
              <a:xfrm>
                <a:off x="1444751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hair"/>
              <p:cNvSpPr/>
              <p:nvPr/>
            </p:nvSpPr>
            <p:spPr>
              <a:xfrm rot="16200000">
                <a:off x="1481328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eye"/>
              <p:cNvSpPr/>
              <p:nvPr/>
            </p:nvSpPr>
            <p:spPr>
              <a:xfrm>
                <a:off x="1477670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eye"/>
              <p:cNvSpPr/>
              <p:nvPr/>
            </p:nvSpPr>
            <p:spPr>
              <a:xfrm>
                <a:off x="1528876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smile"/>
              <p:cNvSpPr/>
              <p:nvPr/>
            </p:nvSpPr>
            <p:spPr>
              <a:xfrm>
                <a:off x="1483156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35838" y="1898294"/>
              <a:ext cx="226771" cy="607162"/>
              <a:chOff x="535838" y="1898294"/>
              <a:chExt cx="226771" cy="607162"/>
            </a:xfrm>
          </p:grpSpPr>
          <p:sp>
            <p:nvSpPr>
              <p:cNvPr id="59" name="arm"/>
              <p:cNvSpPr/>
              <p:nvPr/>
            </p:nvSpPr>
            <p:spPr>
              <a:xfrm>
                <a:off x="543153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arm"/>
              <p:cNvSpPr/>
              <p:nvPr/>
            </p:nvSpPr>
            <p:spPr>
              <a:xfrm>
                <a:off x="715060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pant leg"/>
              <p:cNvSpPr/>
              <p:nvPr/>
            </p:nvSpPr>
            <p:spPr>
              <a:xfrm>
                <a:off x="583387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pant leg"/>
              <p:cNvSpPr/>
              <p:nvPr/>
            </p:nvSpPr>
            <p:spPr>
              <a:xfrm>
                <a:off x="652881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hips"/>
              <p:cNvSpPr/>
              <p:nvPr/>
            </p:nvSpPr>
            <p:spPr>
              <a:xfrm>
                <a:off x="583387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shoe"/>
              <p:cNvSpPr/>
              <p:nvPr/>
            </p:nvSpPr>
            <p:spPr>
              <a:xfrm>
                <a:off x="565099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shoe"/>
              <p:cNvSpPr/>
              <p:nvPr/>
            </p:nvSpPr>
            <p:spPr>
              <a:xfrm>
                <a:off x="660196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shirt"/>
              <p:cNvSpPr/>
              <p:nvPr/>
            </p:nvSpPr>
            <p:spPr>
              <a:xfrm>
                <a:off x="576071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sleeve"/>
              <p:cNvSpPr/>
              <p:nvPr/>
            </p:nvSpPr>
            <p:spPr>
              <a:xfrm>
                <a:off x="535838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sleeve"/>
              <p:cNvSpPr/>
              <p:nvPr/>
            </p:nvSpPr>
            <p:spPr>
              <a:xfrm>
                <a:off x="707745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neck"/>
              <p:cNvSpPr/>
              <p:nvPr/>
            </p:nvSpPr>
            <p:spPr>
              <a:xfrm>
                <a:off x="630936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head"/>
              <p:cNvSpPr/>
              <p:nvPr/>
            </p:nvSpPr>
            <p:spPr>
              <a:xfrm>
                <a:off x="585215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hair"/>
              <p:cNvSpPr/>
              <p:nvPr/>
            </p:nvSpPr>
            <p:spPr>
              <a:xfrm rot="16200000">
                <a:off x="621792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eye"/>
              <p:cNvSpPr/>
              <p:nvPr/>
            </p:nvSpPr>
            <p:spPr>
              <a:xfrm>
                <a:off x="618134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eye"/>
              <p:cNvSpPr/>
              <p:nvPr/>
            </p:nvSpPr>
            <p:spPr>
              <a:xfrm>
                <a:off x="669340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smile"/>
              <p:cNvSpPr/>
              <p:nvPr/>
            </p:nvSpPr>
            <p:spPr>
              <a:xfrm>
                <a:off x="623620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65606" y="1898294"/>
              <a:ext cx="226771" cy="607162"/>
              <a:chOff x="965606" y="1898294"/>
              <a:chExt cx="226771" cy="607162"/>
            </a:xfrm>
          </p:grpSpPr>
          <p:sp>
            <p:nvSpPr>
              <p:cNvPr id="76" name="arm"/>
              <p:cNvSpPr/>
              <p:nvPr/>
            </p:nvSpPr>
            <p:spPr>
              <a:xfrm>
                <a:off x="972921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arm"/>
              <p:cNvSpPr/>
              <p:nvPr/>
            </p:nvSpPr>
            <p:spPr>
              <a:xfrm>
                <a:off x="1144828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pant leg"/>
              <p:cNvSpPr/>
              <p:nvPr/>
            </p:nvSpPr>
            <p:spPr>
              <a:xfrm>
                <a:off x="1013155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pant leg"/>
              <p:cNvSpPr/>
              <p:nvPr/>
            </p:nvSpPr>
            <p:spPr>
              <a:xfrm>
                <a:off x="1082649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hips"/>
              <p:cNvSpPr/>
              <p:nvPr/>
            </p:nvSpPr>
            <p:spPr>
              <a:xfrm>
                <a:off x="1013155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shoe"/>
              <p:cNvSpPr/>
              <p:nvPr/>
            </p:nvSpPr>
            <p:spPr>
              <a:xfrm>
                <a:off x="994867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shoe"/>
              <p:cNvSpPr/>
              <p:nvPr/>
            </p:nvSpPr>
            <p:spPr>
              <a:xfrm>
                <a:off x="1089964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shirt"/>
              <p:cNvSpPr/>
              <p:nvPr/>
            </p:nvSpPr>
            <p:spPr>
              <a:xfrm>
                <a:off x="1005840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sleeve"/>
              <p:cNvSpPr/>
              <p:nvPr/>
            </p:nvSpPr>
            <p:spPr>
              <a:xfrm>
                <a:off x="965606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sleeve"/>
              <p:cNvSpPr/>
              <p:nvPr/>
            </p:nvSpPr>
            <p:spPr>
              <a:xfrm>
                <a:off x="1137513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neck"/>
              <p:cNvSpPr/>
              <p:nvPr/>
            </p:nvSpPr>
            <p:spPr>
              <a:xfrm>
                <a:off x="1060704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head"/>
              <p:cNvSpPr/>
              <p:nvPr/>
            </p:nvSpPr>
            <p:spPr>
              <a:xfrm>
                <a:off x="1014984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hair"/>
              <p:cNvSpPr/>
              <p:nvPr/>
            </p:nvSpPr>
            <p:spPr>
              <a:xfrm rot="16200000">
                <a:off x="1051560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eye"/>
              <p:cNvSpPr/>
              <p:nvPr/>
            </p:nvSpPr>
            <p:spPr>
              <a:xfrm>
                <a:off x="1047902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eye"/>
              <p:cNvSpPr/>
              <p:nvPr/>
            </p:nvSpPr>
            <p:spPr>
              <a:xfrm>
                <a:off x="1099108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smile"/>
              <p:cNvSpPr/>
              <p:nvPr/>
            </p:nvSpPr>
            <p:spPr>
              <a:xfrm>
                <a:off x="1053388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395374" y="1898294"/>
              <a:ext cx="226771" cy="607162"/>
              <a:chOff x="1395374" y="1898294"/>
              <a:chExt cx="226771" cy="607162"/>
            </a:xfrm>
          </p:grpSpPr>
          <p:sp>
            <p:nvSpPr>
              <p:cNvPr id="93" name="arm"/>
              <p:cNvSpPr/>
              <p:nvPr/>
            </p:nvSpPr>
            <p:spPr>
              <a:xfrm>
                <a:off x="1402689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arm"/>
              <p:cNvSpPr/>
              <p:nvPr/>
            </p:nvSpPr>
            <p:spPr>
              <a:xfrm>
                <a:off x="1574596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pant leg"/>
              <p:cNvSpPr/>
              <p:nvPr/>
            </p:nvSpPr>
            <p:spPr>
              <a:xfrm>
                <a:off x="1442923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pant leg"/>
              <p:cNvSpPr/>
              <p:nvPr/>
            </p:nvSpPr>
            <p:spPr>
              <a:xfrm>
                <a:off x="1512417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hips"/>
              <p:cNvSpPr/>
              <p:nvPr/>
            </p:nvSpPr>
            <p:spPr>
              <a:xfrm>
                <a:off x="1442923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shoe"/>
              <p:cNvSpPr/>
              <p:nvPr/>
            </p:nvSpPr>
            <p:spPr>
              <a:xfrm>
                <a:off x="1424635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shoe"/>
              <p:cNvSpPr/>
              <p:nvPr/>
            </p:nvSpPr>
            <p:spPr>
              <a:xfrm>
                <a:off x="1519732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shirt"/>
              <p:cNvSpPr/>
              <p:nvPr/>
            </p:nvSpPr>
            <p:spPr>
              <a:xfrm>
                <a:off x="1435607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sleeve"/>
              <p:cNvSpPr/>
              <p:nvPr/>
            </p:nvSpPr>
            <p:spPr>
              <a:xfrm>
                <a:off x="1395374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sleeve"/>
              <p:cNvSpPr/>
              <p:nvPr/>
            </p:nvSpPr>
            <p:spPr>
              <a:xfrm>
                <a:off x="1567281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neck"/>
              <p:cNvSpPr/>
              <p:nvPr/>
            </p:nvSpPr>
            <p:spPr>
              <a:xfrm>
                <a:off x="1490472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head"/>
              <p:cNvSpPr/>
              <p:nvPr/>
            </p:nvSpPr>
            <p:spPr>
              <a:xfrm>
                <a:off x="1444751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hair"/>
              <p:cNvSpPr/>
              <p:nvPr/>
            </p:nvSpPr>
            <p:spPr>
              <a:xfrm rot="16200000">
                <a:off x="1481328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eye"/>
              <p:cNvSpPr/>
              <p:nvPr/>
            </p:nvSpPr>
            <p:spPr>
              <a:xfrm>
                <a:off x="1477670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eye"/>
              <p:cNvSpPr/>
              <p:nvPr/>
            </p:nvSpPr>
            <p:spPr>
              <a:xfrm>
                <a:off x="1528876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smile"/>
              <p:cNvSpPr/>
              <p:nvPr/>
            </p:nvSpPr>
            <p:spPr>
              <a:xfrm>
                <a:off x="1483156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09" name="Course 2 box"/>
          <p:cNvSpPr/>
          <p:nvPr/>
        </p:nvSpPr>
        <p:spPr>
          <a:xfrm>
            <a:off x="2103120" y="868680"/>
            <a:ext cx="1645920" cy="1783080"/>
          </a:xfrm>
          <a:prstGeom prst="roundRect">
            <a:avLst>
              <a:gd name="adj" fmla="val 5000"/>
            </a:avLst>
          </a:prstGeom>
          <a:noFill/>
          <a:ln w="3810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212848" y="9326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A51C30"/>
                </a:solidFill>
                <a:latin typeface="Arial"/>
              </a:rPr>
              <a:t>Course 2</a:t>
            </a:r>
          </a:p>
        </p:txBody>
      </p:sp>
      <p:grpSp>
        <p:nvGrpSpPr>
          <p:cNvPr id="111" name="Course 2" descr="Course 2: 6 figures with a mix of class-year shirt colors, outlined in crimson (randomly selected)."/>
          <p:cNvGrpSpPr/>
          <p:nvPr/>
        </p:nvGrpSpPr>
        <p:grpSpPr>
          <a:xfrm>
            <a:off x="2318918" y="1212494"/>
            <a:ext cx="1086307" cy="1292962"/>
            <a:chOff x="2318918" y="1212494"/>
            <a:chExt cx="1086307" cy="1292962"/>
          </a:xfrm>
        </p:grpSpPr>
        <p:grpSp>
          <p:nvGrpSpPr>
            <p:cNvPr id="11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318918" y="1212494"/>
              <a:ext cx="226771" cy="607161"/>
              <a:chOff x="2318918" y="1212494"/>
              <a:chExt cx="226771" cy="607161"/>
            </a:xfrm>
          </p:grpSpPr>
          <p:sp>
            <p:nvSpPr>
              <p:cNvPr id="113" name="arm"/>
              <p:cNvSpPr/>
              <p:nvPr/>
            </p:nvSpPr>
            <p:spPr>
              <a:xfrm>
                <a:off x="2326233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arm"/>
              <p:cNvSpPr/>
              <p:nvPr/>
            </p:nvSpPr>
            <p:spPr>
              <a:xfrm>
                <a:off x="2498140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pant leg"/>
              <p:cNvSpPr/>
              <p:nvPr/>
            </p:nvSpPr>
            <p:spPr>
              <a:xfrm>
                <a:off x="236646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pant leg"/>
              <p:cNvSpPr/>
              <p:nvPr/>
            </p:nvSpPr>
            <p:spPr>
              <a:xfrm>
                <a:off x="2435961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hips"/>
              <p:cNvSpPr/>
              <p:nvPr/>
            </p:nvSpPr>
            <p:spPr>
              <a:xfrm>
                <a:off x="2366467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shoe"/>
              <p:cNvSpPr/>
              <p:nvPr/>
            </p:nvSpPr>
            <p:spPr>
              <a:xfrm>
                <a:off x="2348179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shoe"/>
              <p:cNvSpPr/>
              <p:nvPr/>
            </p:nvSpPr>
            <p:spPr>
              <a:xfrm>
                <a:off x="2443276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shirt"/>
              <p:cNvSpPr/>
              <p:nvPr/>
            </p:nvSpPr>
            <p:spPr>
              <a:xfrm>
                <a:off x="2359152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sleeve"/>
              <p:cNvSpPr/>
              <p:nvPr/>
            </p:nvSpPr>
            <p:spPr>
              <a:xfrm>
                <a:off x="2318918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sleeve"/>
              <p:cNvSpPr/>
              <p:nvPr/>
            </p:nvSpPr>
            <p:spPr>
              <a:xfrm>
                <a:off x="2490825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neck"/>
              <p:cNvSpPr/>
              <p:nvPr/>
            </p:nvSpPr>
            <p:spPr>
              <a:xfrm>
                <a:off x="2414016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head"/>
              <p:cNvSpPr/>
              <p:nvPr/>
            </p:nvSpPr>
            <p:spPr>
              <a:xfrm>
                <a:off x="2368296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hair"/>
              <p:cNvSpPr/>
              <p:nvPr/>
            </p:nvSpPr>
            <p:spPr>
              <a:xfrm rot="16200000">
                <a:off x="2404872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eye"/>
              <p:cNvSpPr/>
              <p:nvPr/>
            </p:nvSpPr>
            <p:spPr>
              <a:xfrm>
                <a:off x="2401214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eye"/>
              <p:cNvSpPr/>
              <p:nvPr/>
            </p:nvSpPr>
            <p:spPr>
              <a:xfrm>
                <a:off x="2452420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smile"/>
              <p:cNvSpPr/>
              <p:nvPr/>
            </p:nvSpPr>
            <p:spPr>
              <a:xfrm>
                <a:off x="2406700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48686" y="1212494"/>
              <a:ext cx="226771" cy="607161"/>
              <a:chOff x="2748686" y="1212494"/>
              <a:chExt cx="226771" cy="607161"/>
            </a:xfrm>
          </p:grpSpPr>
          <p:sp>
            <p:nvSpPr>
              <p:cNvPr id="130" name="arm"/>
              <p:cNvSpPr/>
              <p:nvPr/>
            </p:nvSpPr>
            <p:spPr>
              <a:xfrm>
                <a:off x="2756001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arm"/>
              <p:cNvSpPr/>
              <p:nvPr/>
            </p:nvSpPr>
            <p:spPr>
              <a:xfrm>
                <a:off x="2927908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pant leg"/>
              <p:cNvSpPr/>
              <p:nvPr/>
            </p:nvSpPr>
            <p:spPr>
              <a:xfrm>
                <a:off x="2796235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pant leg"/>
              <p:cNvSpPr/>
              <p:nvPr/>
            </p:nvSpPr>
            <p:spPr>
              <a:xfrm>
                <a:off x="2865729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hips"/>
              <p:cNvSpPr/>
              <p:nvPr/>
            </p:nvSpPr>
            <p:spPr>
              <a:xfrm>
                <a:off x="2796235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shoe"/>
              <p:cNvSpPr/>
              <p:nvPr/>
            </p:nvSpPr>
            <p:spPr>
              <a:xfrm>
                <a:off x="2777947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shoe"/>
              <p:cNvSpPr/>
              <p:nvPr/>
            </p:nvSpPr>
            <p:spPr>
              <a:xfrm>
                <a:off x="2873044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shirt"/>
              <p:cNvSpPr/>
              <p:nvPr/>
            </p:nvSpPr>
            <p:spPr>
              <a:xfrm>
                <a:off x="2788920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sleeve"/>
              <p:cNvSpPr/>
              <p:nvPr/>
            </p:nvSpPr>
            <p:spPr>
              <a:xfrm>
                <a:off x="2748686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sleeve"/>
              <p:cNvSpPr/>
              <p:nvPr/>
            </p:nvSpPr>
            <p:spPr>
              <a:xfrm>
                <a:off x="2920593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neck"/>
              <p:cNvSpPr/>
              <p:nvPr/>
            </p:nvSpPr>
            <p:spPr>
              <a:xfrm>
                <a:off x="2843784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head"/>
              <p:cNvSpPr/>
              <p:nvPr/>
            </p:nvSpPr>
            <p:spPr>
              <a:xfrm>
                <a:off x="2798064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hair"/>
              <p:cNvSpPr/>
              <p:nvPr/>
            </p:nvSpPr>
            <p:spPr>
              <a:xfrm rot="16200000">
                <a:off x="2834640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eye"/>
              <p:cNvSpPr/>
              <p:nvPr/>
            </p:nvSpPr>
            <p:spPr>
              <a:xfrm>
                <a:off x="2830982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eye"/>
              <p:cNvSpPr/>
              <p:nvPr/>
            </p:nvSpPr>
            <p:spPr>
              <a:xfrm>
                <a:off x="2882188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smile"/>
              <p:cNvSpPr/>
              <p:nvPr/>
            </p:nvSpPr>
            <p:spPr>
              <a:xfrm>
                <a:off x="2836468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178454" y="1212494"/>
              <a:ext cx="226771" cy="607161"/>
              <a:chOff x="3178454" y="1212494"/>
              <a:chExt cx="226771" cy="607161"/>
            </a:xfrm>
          </p:grpSpPr>
          <p:sp>
            <p:nvSpPr>
              <p:cNvPr id="147" name="arm"/>
              <p:cNvSpPr/>
              <p:nvPr/>
            </p:nvSpPr>
            <p:spPr>
              <a:xfrm>
                <a:off x="3185769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arm"/>
              <p:cNvSpPr/>
              <p:nvPr/>
            </p:nvSpPr>
            <p:spPr>
              <a:xfrm>
                <a:off x="3357676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pant leg"/>
              <p:cNvSpPr/>
              <p:nvPr/>
            </p:nvSpPr>
            <p:spPr>
              <a:xfrm>
                <a:off x="3226003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pant leg"/>
              <p:cNvSpPr/>
              <p:nvPr/>
            </p:nvSpPr>
            <p:spPr>
              <a:xfrm>
                <a:off x="329549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hips"/>
              <p:cNvSpPr/>
              <p:nvPr/>
            </p:nvSpPr>
            <p:spPr>
              <a:xfrm>
                <a:off x="3226003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shoe"/>
              <p:cNvSpPr/>
              <p:nvPr/>
            </p:nvSpPr>
            <p:spPr>
              <a:xfrm>
                <a:off x="3207715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shoe"/>
              <p:cNvSpPr/>
              <p:nvPr/>
            </p:nvSpPr>
            <p:spPr>
              <a:xfrm>
                <a:off x="3302812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shirt"/>
              <p:cNvSpPr/>
              <p:nvPr/>
            </p:nvSpPr>
            <p:spPr>
              <a:xfrm>
                <a:off x="3218688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sleeve"/>
              <p:cNvSpPr/>
              <p:nvPr/>
            </p:nvSpPr>
            <p:spPr>
              <a:xfrm>
                <a:off x="3178454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sleeve"/>
              <p:cNvSpPr/>
              <p:nvPr/>
            </p:nvSpPr>
            <p:spPr>
              <a:xfrm>
                <a:off x="3350361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neck"/>
              <p:cNvSpPr/>
              <p:nvPr/>
            </p:nvSpPr>
            <p:spPr>
              <a:xfrm>
                <a:off x="3273552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head"/>
              <p:cNvSpPr/>
              <p:nvPr/>
            </p:nvSpPr>
            <p:spPr>
              <a:xfrm>
                <a:off x="3227832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hair"/>
              <p:cNvSpPr/>
              <p:nvPr/>
            </p:nvSpPr>
            <p:spPr>
              <a:xfrm rot="16200000">
                <a:off x="3264408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eye"/>
              <p:cNvSpPr/>
              <p:nvPr/>
            </p:nvSpPr>
            <p:spPr>
              <a:xfrm>
                <a:off x="3260750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eye"/>
              <p:cNvSpPr/>
              <p:nvPr/>
            </p:nvSpPr>
            <p:spPr>
              <a:xfrm>
                <a:off x="3311956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smile"/>
              <p:cNvSpPr/>
              <p:nvPr/>
            </p:nvSpPr>
            <p:spPr>
              <a:xfrm>
                <a:off x="3266236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318918" y="1898294"/>
              <a:ext cx="226771" cy="607162"/>
              <a:chOff x="2318918" y="1898294"/>
              <a:chExt cx="226771" cy="607162"/>
            </a:xfrm>
          </p:grpSpPr>
          <p:sp>
            <p:nvSpPr>
              <p:cNvPr id="164" name="arm"/>
              <p:cNvSpPr/>
              <p:nvPr/>
            </p:nvSpPr>
            <p:spPr>
              <a:xfrm>
                <a:off x="2326233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arm"/>
              <p:cNvSpPr/>
              <p:nvPr/>
            </p:nvSpPr>
            <p:spPr>
              <a:xfrm>
                <a:off x="2498140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pant leg"/>
              <p:cNvSpPr/>
              <p:nvPr/>
            </p:nvSpPr>
            <p:spPr>
              <a:xfrm>
                <a:off x="2366467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pant leg"/>
              <p:cNvSpPr/>
              <p:nvPr/>
            </p:nvSpPr>
            <p:spPr>
              <a:xfrm>
                <a:off x="2435961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hips"/>
              <p:cNvSpPr/>
              <p:nvPr/>
            </p:nvSpPr>
            <p:spPr>
              <a:xfrm>
                <a:off x="2366467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shoe"/>
              <p:cNvSpPr/>
              <p:nvPr/>
            </p:nvSpPr>
            <p:spPr>
              <a:xfrm>
                <a:off x="2348179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shoe"/>
              <p:cNvSpPr/>
              <p:nvPr/>
            </p:nvSpPr>
            <p:spPr>
              <a:xfrm>
                <a:off x="2443276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shirt"/>
              <p:cNvSpPr/>
              <p:nvPr/>
            </p:nvSpPr>
            <p:spPr>
              <a:xfrm>
                <a:off x="2359152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sleeve"/>
              <p:cNvSpPr/>
              <p:nvPr/>
            </p:nvSpPr>
            <p:spPr>
              <a:xfrm>
                <a:off x="2318918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sleeve"/>
              <p:cNvSpPr/>
              <p:nvPr/>
            </p:nvSpPr>
            <p:spPr>
              <a:xfrm>
                <a:off x="2490825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neck"/>
              <p:cNvSpPr/>
              <p:nvPr/>
            </p:nvSpPr>
            <p:spPr>
              <a:xfrm>
                <a:off x="2414016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head"/>
              <p:cNvSpPr/>
              <p:nvPr/>
            </p:nvSpPr>
            <p:spPr>
              <a:xfrm>
                <a:off x="2368296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hair"/>
              <p:cNvSpPr/>
              <p:nvPr/>
            </p:nvSpPr>
            <p:spPr>
              <a:xfrm rot="16200000">
                <a:off x="2404872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eye"/>
              <p:cNvSpPr/>
              <p:nvPr/>
            </p:nvSpPr>
            <p:spPr>
              <a:xfrm>
                <a:off x="2401214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eye"/>
              <p:cNvSpPr/>
              <p:nvPr/>
            </p:nvSpPr>
            <p:spPr>
              <a:xfrm>
                <a:off x="2452420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smile"/>
              <p:cNvSpPr/>
              <p:nvPr/>
            </p:nvSpPr>
            <p:spPr>
              <a:xfrm>
                <a:off x="2406700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48686" y="1898294"/>
              <a:ext cx="226771" cy="607162"/>
              <a:chOff x="2748686" y="1898294"/>
              <a:chExt cx="226771" cy="607162"/>
            </a:xfrm>
          </p:grpSpPr>
          <p:sp>
            <p:nvSpPr>
              <p:cNvPr id="181" name="arm"/>
              <p:cNvSpPr/>
              <p:nvPr/>
            </p:nvSpPr>
            <p:spPr>
              <a:xfrm>
                <a:off x="2756001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arm"/>
              <p:cNvSpPr/>
              <p:nvPr/>
            </p:nvSpPr>
            <p:spPr>
              <a:xfrm>
                <a:off x="2927908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pant leg"/>
              <p:cNvSpPr/>
              <p:nvPr/>
            </p:nvSpPr>
            <p:spPr>
              <a:xfrm>
                <a:off x="2796235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pant leg"/>
              <p:cNvSpPr/>
              <p:nvPr/>
            </p:nvSpPr>
            <p:spPr>
              <a:xfrm>
                <a:off x="2865729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hips"/>
              <p:cNvSpPr/>
              <p:nvPr/>
            </p:nvSpPr>
            <p:spPr>
              <a:xfrm>
                <a:off x="2796235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shoe"/>
              <p:cNvSpPr/>
              <p:nvPr/>
            </p:nvSpPr>
            <p:spPr>
              <a:xfrm>
                <a:off x="2777947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shoe"/>
              <p:cNvSpPr/>
              <p:nvPr/>
            </p:nvSpPr>
            <p:spPr>
              <a:xfrm>
                <a:off x="2873044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shirt"/>
              <p:cNvSpPr/>
              <p:nvPr/>
            </p:nvSpPr>
            <p:spPr>
              <a:xfrm>
                <a:off x="2788920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sleeve"/>
              <p:cNvSpPr/>
              <p:nvPr/>
            </p:nvSpPr>
            <p:spPr>
              <a:xfrm>
                <a:off x="2748686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sleeve"/>
              <p:cNvSpPr/>
              <p:nvPr/>
            </p:nvSpPr>
            <p:spPr>
              <a:xfrm>
                <a:off x="2920593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neck"/>
              <p:cNvSpPr/>
              <p:nvPr/>
            </p:nvSpPr>
            <p:spPr>
              <a:xfrm>
                <a:off x="2843784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head"/>
              <p:cNvSpPr/>
              <p:nvPr/>
            </p:nvSpPr>
            <p:spPr>
              <a:xfrm>
                <a:off x="2798064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hair"/>
              <p:cNvSpPr/>
              <p:nvPr/>
            </p:nvSpPr>
            <p:spPr>
              <a:xfrm rot="16200000">
                <a:off x="2834640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eye"/>
              <p:cNvSpPr/>
              <p:nvPr/>
            </p:nvSpPr>
            <p:spPr>
              <a:xfrm>
                <a:off x="2830982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eye"/>
              <p:cNvSpPr/>
              <p:nvPr/>
            </p:nvSpPr>
            <p:spPr>
              <a:xfrm>
                <a:off x="2882188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smile"/>
              <p:cNvSpPr/>
              <p:nvPr/>
            </p:nvSpPr>
            <p:spPr>
              <a:xfrm>
                <a:off x="2836468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178454" y="1898294"/>
              <a:ext cx="226771" cy="607162"/>
              <a:chOff x="3178454" y="1898294"/>
              <a:chExt cx="226771" cy="607162"/>
            </a:xfrm>
          </p:grpSpPr>
          <p:sp>
            <p:nvSpPr>
              <p:cNvPr id="198" name="arm"/>
              <p:cNvSpPr/>
              <p:nvPr/>
            </p:nvSpPr>
            <p:spPr>
              <a:xfrm>
                <a:off x="3185769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arm"/>
              <p:cNvSpPr/>
              <p:nvPr/>
            </p:nvSpPr>
            <p:spPr>
              <a:xfrm>
                <a:off x="3357676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pant leg"/>
              <p:cNvSpPr/>
              <p:nvPr/>
            </p:nvSpPr>
            <p:spPr>
              <a:xfrm>
                <a:off x="3226003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pant leg"/>
              <p:cNvSpPr/>
              <p:nvPr/>
            </p:nvSpPr>
            <p:spPr>
              <a:xfrm>
                <a:off x="3295497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hips"/>
              <p:cNvSpPr/>
              <p:nvPr/>
            </p:nvSpPr>
            <p:spPr>
              <a:xfrm>
                <a:off x="3226003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shoe"/>
              <p:cNvSpPr/>
              <p:nvPr/>
            </p:nvSpPr>
            <p:spPr>
              <a:xfrm>
                <a:off x="3207715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shoe"/>
              <p:cNvSpPr/>
              <p:nvPr/>
            </p:nvSpPr>
            <p:spPr>
              <a:xfrm>
                <a:off x="3302812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shirt"/>
              <p:cNvSpPr/>
              <p:nvPr/>
            </p:nvSpPr>
            <p:spPr>
              <a:xfrm>
                <a:off x="3218688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sleeve"/>
              <p:cNvSpPr/>
              <p:nvPr/>
            </p:nvSpPr>
            <p:spPr>
              <a:xfrm>
                <a:off x="3178454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sleeve"/>
              <p:cNvSpPr/>
              <p:nvPr/>
            </p:nvSpPr>
            <p:spPr>
              <a:xfrm>
                <a:off x="3350361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neck"/>
              <p:cNvSpPr/>
              <p:nvPr/>
            </p:nvSpPr>
            <p:spPr>
              <a:xfrm>
                <a:off x="3273552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head"/>
              <p:cNvSpPr/>
              <p:nvPr/>
            </p:nvSpPr>
            <p:spPr>
              <a:xfrm>
                <a:off x="3227832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hair"/>
              <p:cNvSpPr/>
              <p:nvPr/>
            </p:nvSpPr>
            <p:spPr>
              <a:xfrm rot="16200000">
                <a:off x="3264408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eye"/>
              <p:cNvSpPr/>
              <p:nvPr/>
            </p:nvSpPr>
            <p:spPr>
              <a:xfrm>
                <a:off x="3260750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eye"/>
              <p:cNvSpPr/>
              <p:nvPr/>
            </p:nvSpPr>
            <p:spPr>
              <a:xfrm>
                <a:off x="3311956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smile"/>
              <p:cNvSpPr/>
              <p:nvPr/>
            </p:nvSpPr>
            <p:spPr>
              <a:xfrm>
                <a:off x="3266236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214" name="Course 3 box"/>
          <p:cNvSpPr/>
          <p:nvPr/>
        </p:nvSpPr>
        <p:spPr>
          <a:xfrm>
            <a:off x="3886200" y="868680"/>
            <a:ext cx="1645920" cy="178308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3995928" y="9326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rial"/>
              </a:rPr>
              <a:t>Course 3</a:t>
            </a:r>
          </a:p>
        </p:txBody>
      </p:sp>
      <p:grpSp>
        <p:nvGrpSpPr>
          <p:cNvPr id="216" name="Course 3" descr="Course 3: 6 figures with a mix of class-year shirt colors (not selected)."/>
          <p:cNvGrpSpPr/>
          <p:nvPr/>
        </p:nvGrpSpPr>
        <p:grpSpPr>
          <a:xfrm>
            <a:off x="4101998" y="1212494"/>
            <a:ext cx="1086307" cy="1292962"/>
            <a:chOff x="4101998" y="1212494"/>
            <a:chExt cx="1086307" cy="1292962"/>
          </a:xfrm>
        </p:grpSpPr>
        <p:grpSp>
          <p:nvGrpSpPr>
            <p:cNvPr id="21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101998" y="1212494"/>
              <a:ext cx="226771" cy="607161"/>
              <a:chOff x="4101998" y="1212494"/>
              <a:chExt cx="226771" cy="607161"/>
            </a:xfrm>
          </p:grpSpPr>
          <p:sp>
            <p:nvSpPr>
              <p:cNvPr id="218" name="arm"/>
              <p:cNvSpPr/>
              <p:nvPr/>
            </p:nvSpPr>
            <p:spPr>
              <a:xfrm>
                <a:off x="4109313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arm"/>
              <p:cNvSpPr/>
              <p:nvPr/>
            </p:nvSpPr>
            <p:spPr>
              <a:xfrm>
                <a:off x="4281220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pant leg"/>
              <p:cNvSpPr/>
              <p:nvPr/>
            </p:nvSpPr>
            <p:spPr>
              <a:xfrm>
                <a:off x="414954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pant leg"/>
              <p:cNvSpPr/>
              <p:nvPr/>
            </p:nvSpPr>
            <p:spPr>
              <a:xfrm>
                <a:off x="4219041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hips"/>
              <p:cNvSpPr/>
              <p:nvPr/>
            </p:nvSpPr>
            <p:spPr>
              <a:xfrm>
                <a:off x="4149547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shoe"/>
              <p:cNvSpPr/>
              <p:nvPr/>
            </p:nvSpPr>
            <p:spPr>
              <a:xfrm>
                <a:off x="4131259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shoe"/>
              <p:cNvSpPr/>
              <p:nvPr/>
            </p:nvSpPr>
            <p:spPr>
              <a:xfrm>
                <a:off x="4226356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shirt"/>
              <p:cNvSpPr/>
              <p:nvPr/>
            </p:nvSpPr>
            <p:spPr>
              <a:xfrm>
                <a:off x="4142231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sleeve"/>
              <p:cNvSpPr/>
              <p:nvPr/>
            </p:nvSpPr>
            <p:spPr>
              <a:xfrm>
                <a:off x="4101998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sleeve"/>
              <p:cNvSpPr/>
              <p:nvPr/>
            </p:nvSpPr>
            <p:spPr>
              <a:xfrm>
                <a:off x="4273905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neck"/>
              <p:cNvSpPr/>
              <p:nvPr/>
            </p:nvSpPr>
            <p:spPr>
              <a:xfrm>
                <a:off x="4197096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head"/>
              <p:cNvSpPr/>
              <p:nvPr/>
            </p:nvSpPr>
            <p:spPr>
              <a:xfrm>
                <a:off x="4151376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hair"/>
              <p:cNvSpPr/>
              <p:nvPr/>
            </p:nvSpPr>
            <p:spPr>
              <a:xfrm rot="16200000">
                <a:off x="4187952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eye"/>
              <p:cNvSpPr/>
              <p:nvPr/>
            </p:nvSpPr>
            <p:spPr>
              <a:xfrm>
                <a:off x="4184294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eye"/>
              <p:cNvSpPr/>
              <p:nvPr/>
            </p:nvSpPr>
            <p:spPr>
              <a:xfrm>
                <a:off x="4235500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smile"/>
              <p:cNvSpPr/>
              <p:nvPr/>
            </p:nvSpPr>
            <p:spPr>
              <a:xfrm>
                <a:off x="4189780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531766" y="1212494"/>
              <a:ext cx="226771" cy="607161"/>
              <a:chOff x="4531766" y="1212494"/>
              <a:chExt cx="226771" cy="607161"/>
            </a:xfrm>
          </p:grpSpPr>
          <p:sp>
            <p:nvSpPr>
              <p:cNvPr id="235" name="arm"/>
              <p:cNvSpPr/>
              <p:nvPr/>
            </p:nvSpPr>
            <p:spPr>
              <a:xfrm>
                <a:off x="4539081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arm"/>
              <p:cNvSpPr/>
              <p:nvPr/>
            </p:nvSpPr>
            <p:spPr>
              <a:xfrm>
                <a:off x="4710988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pant leg"/>
              <p:cNvSpPr/>
              <p:nvPr/>
            </p:nvSpPr>
            <p:spPr>
              <a:xfrm>
                <a:off x="4579315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pant leg"/>
              <p:cNvSpPr/>
              <p:nvPr/>
            </p:nvSpPr>
            <p:spPr>
              <a:xfrm>
                <a:off x="4648809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hips"/>
              <p:cNvSpPr/>
              <p:nvPr/>
            </p:nvSpPr>
            <p:spPr>
              <a:xfrm>
                <a:off x="4579315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shoe"/>
              <p:cNvSpPr/>
              <p:nvPr/>
            </p:nvSpPr>
            <p:spPr>
              <a:xfrm>
                <a:off x="4561027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shoe"/>
              <p:cNvSpPr/>
              <p:nvPr/>
            </p:nvSpPr>
            <p:spPr>
              <a:xfrm>
                <a:off x="4656124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shirt"/>
              <p:cNvSpPr/>
              <p:nvPr/>
            </p:nvSpPr>
            <p:spPr>
              <a:xfrm>
                <a:off x="4571999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sleeve"/>
              <p:cNvSpPr/>
              <p:nvPr/>
            </p:nvSpPr>
            <p:spPr>
              <a:xfrm>
                <a:off x="4531766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sleeve"/>
              <p:cNvSpPr/>
              <p:nvPr/>
            </p:nvSpPr>
            <p:spPr>
              <a:xfrm>
                <a:off x="4703673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neck"/>
              <p:cNvSpPr/>
              <p:nvPr/>
            </p:nvSpPr>
            <p:spPr>
              <a:xfrm>
                <a:off x="4626864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head"/>
              <p:cNvSpPr/>
              <p:nvPr/>
            </p:nvSpPr>
            <p:spPr>
              <a:xfrm>
                <a:off x="4581144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hair"/>
              <p:cNvSpPr/>
              <p:nvPr/>
            </p:nvSpPr>
            <p:spPr>
              <a:xfrm rot="16200000">
                <a:off x="4617720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eye"/>
              <p:cNvSpPr/>
              <p:nvPr/>
            </p:nvSpPr>
            <p:spPr>
              <a:xfrm>
                <a:off x="4614062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eye"/>
              <p:cNvSpPr/>
              <p:nvPr/>
            </p:nvSpPr>
            <p:spPr>
              <a:xfrm>
                <a:off x="4665268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smile"/>
              <p:cNvSpPr/>
              <p:nvPr/>
            </p:nvSpPr>
            <p:spPr>
              <a:xfrm>
                <a:off x="4619548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961534" y="1212494"/>
              <a:ext cx="226771" cy="607161"/>
              <a:chOff x="4961534" y="1212494"/>
              <a:chExt cx="226771" cy="607161"/>
            </a:xfrm>
          </p:grpSpPr>
          <p:sp>
            <p:nvSpPr>
              <p:cNvPr id="252" name="arm"/>
              <p:cNvSpPr/>
              <p:nvPr/>
            </p:nvSpPr>
            <p:spPr>
              <a:xfrm>
                <a:off x="4968849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arm"/>
              <p:cNvSpPr/>
              <p:nvPr/>
            </p:nvSpPr>
            <p:spPr>
              <a:xfrm>
                <a:off x="5140756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pant leg"/>
              <p:cNvSpPr/>
              <p:nvPr/>
            </p:nvSpPr>
            <p:spPr>
              <a:xfrm>
                <a:off x="5009083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pant leg"/>
              <p:cNvSpPr/>
              <p:nvPr/>
            </p:nvSpPr>
            <p:spPr>
              <a:xfrm>
                <a:off x="507857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hips"/>
              <p:cNvSpPr/>
              <p:nvPr/>
            </p:nvSpPr>
            <p:spPr>
              <a:xfrm>
                <a:off x="5009083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shoe"/>
              <p:cNvSpPr/>
              <p:nvPr/>
            </p:nvSpPr>
            <p:spPr>
              <a:xfrm>
                <a:off x="4990795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shoe"/>
              <p:cNvSpPr/>
              <p:nvPr/>
            </p:nvSpPr>
            <p:spPr>
              <a:xfrm>
                <a:off x="5085892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shirt"/>
              <p:cNvSpPr/>
              <p:nvPr/>
            </p:nvSpPr>
            <p:spPr>
              <a:xfrm>
                <a:off x="5001768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sleeve"/>
              <p:cNvSpPr/>
              <p:nvPr/>
            </p:nvSpPr>
            <p:spPr>
              <a:xfrm>
                <a:off x="4961534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sleeve"/>
              <p:cNvSpPr/>
              <p:nvPr/>
            </p:nvSpPr>
            <p:spPr>
              <a:xfrm>
                <a:off x="5133441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neck"/>
              <p:cNvSpPr/>
              <p:nvPr/>
            </p:nvSpPr>
            <p:spPr>
              <a:xfrm>
                <a:off x="5056632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head"/>
              <p:cNvSpPr/>
              <p:nvPr/>
            </p:nvSpPr>
            <p:spPr>
              <a:xfrm>
                <a:off x="5010912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hair"/>
              <p:cNvSpPr/>
              <p:nvPr/>
            </p:nvSpPr>
            <p:spPr>
              <a:xfrm rot="16200000">
                <a:off x="5047488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eye"/>
              <p:cNvSpPr/>
              <p:nvPr/>
            </p:nvSpPr>
            <p:spPr>
              <a:xfrm>
                <a:off x="5043830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eye"/>
              <p:cNvSpPr/>
              <p:nvPr/>
            </p:nvSpPr>
            <p:spPr>
              <a:xfrm>
                <a:off x="5095036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smile"/>
              <p:cNvSpPr/>
              <p:nvPr/>
            </p:nvSpPr>
            <p:spPr>
              <a:xfrm>
                <a:off x="5049316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101998" y="1898294"/>
              <a:ext cx="226771" cy="607162"/>
              <a:chOff x="4101998" y="1898294"/>
              <a:chExt cx="226771" cy="607162"/>
            </a:xfrm>
          </p:grpSpPr>
          <p:sp>
            <p:nvSpPr>
              <p:cNvPr id="269" name="arm"/>
              <p:cNvSpPr/>
              <p:nvPr/>
            </p:nvSpPr>
            <p:spPr>
              <a:xfrm>
                <a:off x="4109313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arm"/>
              <p:cNvSpPr/>
              <p:nvPr/>
            </p:nvSpPr>
            <p:spPr>
              <a:xfrm>
                <a:off x="4281220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pant leg"/>
              <p:cNvSpPr/>
              <p:nvPr/>
            </p:nvSpPr>
            <p:spPr>
              <a:xfrm>
                <a:off x="4149547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pant leg"/>
              <p:cNvSpPr/>
              <p:nvPr/>
            </p:nvSpPr>
            <p:spPr>
              <a:xfrm>
                <a:off x="4219041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hips"/>
              <p:cNvSpPr/>
              <p:nvPr/>
            </p:nvSpPr>
            <p:spPr>
              <a:xfrm>
                <a:off x="4149547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shoe"/>
              <p:cNvSpPr/>
              <p:nvPr/>
            </p:nvSpPr>
            <p:spPr>
              <a:xfrm>
                <a:off x="4131259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shoe"/>
              <p:cNvSpPr/>
              <p:nvPr/>
            </p:nvSpPr>
            <p:spPr>
              <a:xfrm>
                <a:off x="4226356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shirt"/>
              <p:cNvSpPr/>
              <p:nvPr/>
            </p:nvSpPr>
            <p:spPr>
              <a:xfrm>
                <a:off x="4142231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sleeve"/>
              <p:cNvSpPr/>
              <p:nvPr/>
            </p:nvSpPr>
            <p:spPr>
              <a:xfrm>
                <a:off x="4101998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sleeve"/>
              <p:cNvSpPr/>
              <p:nvPr/>
            </p:nvSpPr>
            <p:spPr>
              <a:xfrm>
                <a:off x="4273905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neck"/>
              <p:cNvSpPr/>
              <p:nvPr/>
            </p:nvSpPr>
            <p:spPr>
              <a:xfrm>
                <a:off x="4197096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head"/>
              <p:cNvSpPr/>
              <p:nvPr/>
            </p:nvSpPr>
            <p:spPr>
              <a:xfrm>
                <a:off x="4151376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hair"/>
              <p:cNvSpPr/>
              <p:nvPr/>
            </p:nvSpPr>
            <p:spPr>
              <a:xfrm rot="16200000">
                <a:off x="4187952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eye"/>
              <p:cNvSpPr/>
              <p:nvPr/>
            </p:nvSpPr>
            <p:spPr>
              <a:xfrm>
                <a:off x="4184294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eye"/>
              <p:cNvSpPr/>
              <p:nvPr/>
            </p:nvSpPr>
            <p:spPr>
              <a:xfrm>
                <a:off x="4235500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smile"/>
              <p:cNvSpPr/>
              <p:nvPr/>
            </p:nvSpPr>
            <p:spPr>
              <a:xfrm>
                <a:off x="4189780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531766" y="1898294"/>
              <a:ext cx="226771" cy="607162"/>
              <a:chOff x="4531766" y="1898294"/>
              <a:chExt cx="226771" cy="607162"/>
            </a:xfrm>
          </p:grpSpPr>
          <p:sp>
            <p:nvSpPr>
              <p:cNvPr id="286" name="arm"/>
              <p:cNvSpPr/>
              <p:nvPr/>
            </p:nvSpPr>
            <p:spPr>
              <a:xfrm>
                <a:off x="4539081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arm"/>
              <p:cNvSpPr/>
              <p:nvPr/>
            </p:nvSpPr>
            <p:spPr>
              <a:xfrm>
                <a:off x="4710988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pant leg"/>
              <p:cNvSpPr/>
              <p:nvPr/>
            </p:nvSpPr>
            <p:spPr>
              <a:xfrm>
                <a:off x="4579315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pant leg"/>
              <p:cNvSpPr/>
              <p:nvPr/>
            </p:nvSpPr>
            <p:spPr>
              <a:xfrm>
                <a:off x="4648809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hips"/>
              <p:cNvSpPr/>
              <p:nvPr/>
            </p:nvSpPr>
            <p:spPr>
              <a:xfrm>
                <a:off x="4579315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shoe"/>
              <p:cNvSpPr/>
              <p:nvPr/>
            </p:nvSpPr>
            <p:spPr>
              <a:xfrm>
                <a:off x="4561027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shoe"/>
              <p:cNvSpPr/>
              <p:nvPr/>
            </p:nvSpPr>
            <p:spPr>
              <a:xfrm>
                <a:off x="4656124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shirt"/>
              <p:cNvSpPr/>
              <p:nvPr/>
            </p:nvSpPr>
            <p:spPr>
              <a:xfrm>
                <a:off x="4571999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sleeve"/>
              <p:cNvSpPr/>
              <p:nvPr/>
            </p:nvSpPr>
            <p:spPr>
              <a:xfrm>
                <a:off x="4531766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sleeve"/>
              <p:cNvSpPr/>
              <p:nvPr/>
            </p:nvSpPr>
            <p:spPr>
              <a:xfrm>
                <a:off x="4703673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neck"/>
              <p:cNvSpPr/>
              <p:nvPr/>
            </p:nvSpPr>
            <p:spPr>
              <a:xfrm>
                <a:off x="4626864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head"/>
              <p:cNvSpPr/>
              <p:nvPr/>
            </p:nvSpPr>
            <p:spPr>
              <a:xfrm>
                <a:off x="4581144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hair"/>
              <p:cNvSpPr/>
              <p:nvPr/>
            </p:nvSpPr>
            <p:spPr>
              <a:xfrm rot="16200000">
                <a:off x="4617720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eye"/>
              <p:cNvSpPr/>
              <p:nvPr/>
            </p:nvSpPr>
            <p:spPr>
              <a:xfrm>
                <a:off x="4614062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eye"/>
              <p:cNvSpPr/>
              <p:nvPr/>
            </p:nvSpPr>
            <p:spPr>
              <a:xfrm>
                <a:off x="4665268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smile"/>
              <p:cNvSpPr/>
              <p:nvPr/>
            </p:nvSpPr>
            <p:spPr>
              <a:xfrm>
                <a:off x="4619548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961534" y="1898294"/>
              <a:ext cx="226771" cy="607162"/>
              <a:chOff x="4961534" y="1898294"/>
              <a:chExt cx="226771" cy="607162"/>
            </a:xfrm>
          </p:grpSpPr>
          <p:sp>
            <p:nvSpPr>
              <p:cNvPr id="303" name="arm"/>
              <p:cNvSpPr/>
              <p:nvPr/>
            </p:nvSpPr>
            <p:spPr>
              <a:xfrm>
                <a:off x="4968849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arm"/>
              <p:cNvSpPr/>
              <p:nvPr/>
            </p:nvSpPr>
            <p:spPr>
              <a:xfrm>
                <a:off x="5140756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pant leg"/>
              <p:cNvSpPr/>
              <p:nvPr/>
            </p:nvSpPr>
            <p:spPr>
              <a:xfrm>
                <a:off x="5009083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pant leg"/>
              <p:cNvSpPr/>
              <p:nvPr/>
            </p:nvSpPr>
            <p:spPr>
              <a:xfrm>
                <a:off x="5078577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hips"/>
              <p:cNvSpPr/>
              <p:nvPr/>
            </p:nvSpPr>
            <p:spPr>
              <a:xfrm>
                <a:off x="5009083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shoe"/>
              <p:cNvSpPr/>
              <p:nvPr/>
            </p:nvSpPr>
            <p:spPr>
              <a:xfrm>
                <a:off x="4990795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shoe"/>
              <p:cNvSpPr/>
              <p:nvPr/>
            </p:nvSpPr>
            <p:spPr>
              <a:xfrm>
                <a:off x="5085892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shirt"/>
              <p:cNvSpPr/>
              <p:nvPr/>
            </p:nvSpPr>
            <p:spPr>
              <a:xfrm>
                <a:off x="5001768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sleeve"/>
              <p:cNvSpPr/>
              <p:nvPr/>
            </p:nvSpPr>
            <p:spPr>
              <a:xfrm>
                <a:off x="4961534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sleeve"/>
              <p:cNvSpPr/>
              <p:nvPr/>
            </p:nvSpPr>
            <p:spPr>
              <a:xfrm>
                <a:off x="5133441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neck"/>
              <p:cNvSpPr/>
              <p:nvPr/>
            </p:nvSpPr>
            <p:spPr>
              <a:xfrm>
                <a:off x="5056632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head"/>
              <p:cNvSpPr/>
              <p:nvPr/>
            </p:nvSpPr>
            <p:spPr>
              <a:xfrm>
                <a:off x="5010912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hair"/>
              <p:cNvSpPr/>
              <p:nvPr/>
            </p:nvSpPr>
            <p:spPr>
              <a:xfrm rot="16200000">
                <a:off x="5047488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eye"/>
              <p:cNvSpPr/>
              <p:nvPr/>
            </p:nvSpPr>
            <p:spPr>
              <a:xfrm>
                <a:off x="5043830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eye"/>
              <p:cNvSpPr/>
              <p:nvPr/>
            </p:nvSpPr>
            <p:spPr>
              <a:xfrm>
                <a:off x="5095036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smile"/>
              <p:cNvSpPr/>
              <p:nvPr/>
            </p:nvSpPr>
            <p:spPr>
              <a:xfrm>
                <a:off x="5049316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319" name="Course 4 box"/>
          <p:cNvSpPr/>
          <p:nvPr/>
        </p:nvSpPr>
        <p:spPr>
          <a:xfrm>
            <a:off x="5669279" y="868680"/>
            <a:ext cx="1645920" cy="178308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5779007" y="9326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rial"/>
              </a:rPr>
              <a:t>Course 4</a:t>
            </a:r>
          </a:p>
        </p:txBody>
      </p:sp>
      <p:grpSp>
        <p:nvGrpSpPr>
          <p:cNvPr id="321" name="Course 4" descr="Course 4: 6 figures with a mix of class-year shirt colors (not selected)."/>
          <p:cNvGrpSpPr/>
          <p:nvPr/>
        </p:nvGrpSpPr>
        <p:grpSpPr>
          <a:xfrm>
            <a:off x="5885078" y="1212494"/>
            <a:ext cx="1086307" cy="1292962"/>
            <a:chOff x="5885078" y="1212494"/>
            <a:chExt cx="1086307" cy="1292962"/>
          </a:xfrm>
        </p:grpSpPr>
        <p:grpSp>
          <p:nvGrpSpPr>
            <p:cNvPr id="32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885078" y="1212494"/>
              <a:ext cx="226771" cy="607161"/>
              <a:chOff x="5885078" y="1212494"/>
              <a:chExt cx="226771" cy="607161"/>
            </a:xfrm>
          </p:grpSpPr>
          <p:sp>
            <p:nvSpPr>
              <p:cNvPr id="323" name="arm"/>
              <p:cNvSpPr/>
              <p:nvPr/>
            </p:nvSpPr>
            <p:spPr>
              <a:xfrm>
                <a:off x="5892393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arm"/>
              <p:cNvSpPr/>
              <p:nvPr/>
            </p:nvSpPr>
            <p:spPr>
              <a:xfrm>
                <a:off x="6064300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pant leg"/>
              <p:cNvSpPr/>
              <p:nvPr/>
            </p:nvSpPr>
            <p:spPr>
              <a:xfrm>
                <a:off x="593262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pant leg"/>
              <p:cNvSpPr/>
              <p:nvPr/>
            </p:nvSpPr>
            <p:spPr>
              <a:xfrm>
                <a:off x="6002121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hips"/>
              <p:cNvSpPr/>
              <p:nvPr/>
            </p:nvSpPr>
            <p:spPr>
              <a:xfrm>
                <a:off x="5932627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shoe"/>
              <p:cNvSpPr/>
              <p:nvPr/>
            </p:nvSpPr>
            <p:spPr>
              <a:xfrm>
                <a:off x="5914339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shoe"/>
              <p:cNvSpPr/>
              <p:nvPr/>
            </p:nvSpPr>
            <p:spPr>
              <a:xfrm>
                <a:off x="6009436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" name="shirt"/>
              <p:cNvSpPr/>
              <p:nvPr/>
            </p:nvSpPr>
            <p:spPr>
              <a:xfrm>
                <a:off x="5925311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" name="sleeve"/>
              <p:cNvSpPr/>
              <p:nvPr/>
            </p:nvSpPr>
            <p:spPr>
              <a:xfrm>
                <a:off x="5885078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" name="sleeve"/>
              <p:cNvSpPr/>
              <p:nvPr/>
            </p:nvSpPr>
            <p:spPr>
              <a:xfrm>
                <a:off x="6056985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" name="neck"/>
              <p:cNvSpPr/>
              <p:nvPr/>
            </p:nvSpPr>
            <p:spPr>
              <a:xfrm>
                <a:off x="5980175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head"/>
              <p:cNvSpPr/>
              <p:nvPr/>
            </p:nvSpPr>
            <p:spPr>
              <a:xfrm>
                <a:off x="5934455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hair"/>
              <p:cNvSpPr/>
              <p:nvPr/>
            </p:nvSpPr>
            <p:spPr>
              <a:xfrm rot="16200000">
                <a:off x="5971031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eye"/>
              <p:cNvSpPr/>
              <p:nvPr/>
            </p:nvSpPr>
            <p:spPr>
              <a:xfrm>
                <a:off x="5967374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eye"/>
              <p:cNvSpPr/>
              <p:nvPr/>
            </p:nvSpPr>
            <p:spPr>
              <a:xfrm>
                <a:off x="6018580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smile"/>
              <p:cNvSpPr/>
              <p:nvPr/>
            </p:nvSpPr>
            <p:spPr>
              <a:xfrm>
                <a:off x="5972860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3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314846" y="1212494"/>
              <a:ext cx="226771" cy="607161"/>
              <a:chOff x="6314846" y="1212494"/>
              <a:chExt cx="226771" cy="607161"/>
            </a:xfrm>
          </p:grpSpPr>
          <p:sp>
            <p:nvSpPr>
              <p:cNvPr id="340" name="arm"/>
              <p:cNvSpPr/>
              <p:nvPr/>
            </p:nvSpPr>
            <p:spPr>
              <a:xfrm>
                <a:off x="6322161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arm"/>
              <p:cNvSpPr/>
              <p:nvPr/>
            </p:nvSpPr>
            <p:spPr>
              <a:xfrm>
                <a:off x="6494068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pant leg"/>
              <p:cNvSpPr/>
              <p:nvPr/>
            </p:nvSpPr>
            <p:spPr>
              <a:xfrm>
                <a:off x="6362395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pant leg"/>
              <p:cNvSpPr/>
              <p:nvPr/>
            </p:nvSpPr>
            <p:spPr>
              <a:xfrm>
                <a:off x="6431889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" name="hips"/>
              <p:cNvSpPr/>
              <p:nvPr/>
            </p:nvSpPr>
            <p:spPr>
              <a:xfrm>
                <a:off x="6362395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" name="shoe"/>
              <p:cNvSpPr/>
              <p:nvPr/>
            </p:nvSpPr>
            <p:spPr>
              <a:xfrm>
                <a:off x="6344107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" name="shoe"/>
              <p:cNvSpPr/>
              <p:nvPr/>
            </p:nvSpPr>
            <p:spPr>
              <a:xfrm>
                <a:off x="6439204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" name="shirt"/>
              <p:cNvSpPr/>
              <p:nvPr/>
            </p:nvSpPr>
            <p:spPr>
              <a:xfrm>
                <a:off x="6355079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" name="sleeve"/>
              <p:cNvSpPr/>
              <p:nvPr/>
            </p:nvSpPr>
            <p:spPr>
              <a:xfrm>
                <a:off x="6314846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" name="sleeve"/>
              <p:cNvSpPr/>
              <p:nvPr/>
            </p:nvSpPr>
            <p:spPr>
              <a:xfrm>
                <a:off x="6486753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neck"/>
              <p:cNvSpPr/>
              <p:nvPr/>
            </p:nvSpPr>
            <p:spPr>
              <a:xfrm>
                <a:off x="6409943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" name="head"/>
              <p:cNvSpPr/>
              <p:nvPr/>
            </p:nvSpPr>
            <p:spPr>
              <a:xfrm>
                <a:off x="6364223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" name="hair"/>
              <p:cNvSpPr/>
              <p:nvPr/>
            </p:nvSpPr>
            <p:spPr>
              <a:xfrm rot="16200000">
                <a:off x="6400799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" name="eye"/>
              <p:cNvSpPr/>
              <p:nvPr/>
            </p:nvSpPr>
            <p:spPr>
              <a:xfrm>
                <a:off x="6397142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" name="eye"/>
              <p:cNvSpPr/>
              <p:nvPr/>
            </p:nvSpPr>
            <p:spPr>
              <a:xfrm>
                <a:off x="6448348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" name="smile"/>
              <p:cNvSpPr/>
              <p:nvPr/>
            </p:nvSpPr>
            <p:spPr>
              <a:xfrm>
                <a:off x="6402628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5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744614" y="1212494"/>
              <a:ext cx="226771" cy="607161"/>
              <a:chOff x="6744614" y="1212494"/>
              <a:chExt cx="226771" cy="607161"/>
            </a:xfrm>
          </p:grpSpPr>
          <p:sp>
            <p:nvSpPr>
              <p:cNvPr id="357" name="arm"/>
              <p:cNvSpPr/>
              <p:nvPr/>
            </p:nvSpPr>
            <p:spPr>
              <a:xfrm>
                <a:off x="6751929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" name="arm"/>
              <p:cNvSpPr/>
              <p:nvPr/>
            </p:nvSpPr>
            <p:spPr>
              <a:xfrm>
                <a:off x="6923836" y="14026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" name="pant leg"/>
              <p:cNvSpPr/>
              <p:nvPr/>
            </p:nvSpPr>
            <p:spPr>
              <a:xfrm>
                <a:off x="6792163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" name="pant leg"/>
              <p:cNvSpPr/>
              <p:nvPr/>
            </p:nvSpPr>
            <p:spPr>
              <a:xfrm>
                <a:off x="6861657" y="15727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" name="hips"/>
              <p:cNvSpPr/>
              <p:nvPr/>
            </p:nvSpPr>
            <p:spPr>
              <a:xfrm>
                <a:off x="6792163" y="15672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" name="shoe"/>
              <p:cNvSpPr/>
              <p:nvPr/>
            </p:nvSpPr>
            <p:spPr>
              <a:xfrm>
                <a:off x="6773875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" name="shoe"/>
              <p:cNvSpPr/>
              <p:nvPr/>
            </p:nvSpPr>
            <p:spPr>
              <a:xfrm>
                <a:off x="6868972" y="178307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" name="shirt"/>
              <p:cNvSpPr/>
              <p:nvPr/>
            </p:nvSpPr>
            <p:spPr>
              <a:xfrm>
                <a:off x="6784847" y="13917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" name="sleeve"/>
              <p:cNvSpPr/>
              <p:nvPr/>
            </p:nvSpPr>
            <p:spPr>
              <a:xfrm>
                <a:off x="6744614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sleeve"/>
              <p:cNvSpPr/>
              <p:nvPr/>
            </p:nvSpPr>
            <p:spPr>
              <a:xfrm>
                <a:off x="6916521" y="139903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" name="neck"/>
              <p:cNvSpPr/>
              <p:nvPr/>
            </p:nvSpPr>
            <p:spPr>
              <a:xfrm>
                <a:off x="6839712" y="13661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head"/>
              <p:cNvSpPr/>
              <p:nvPr/>
            </p:nvSpPr>
            <p:spPr>
              <a:xfrm>
                <a:off x="6793992" y="12527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" name="hair"/>
              <p:cNvSpPr/>
              <p:nvPr/>
            </p:nvSpPr>
            <p:spPr>
              <a:xfrm rot="16200000">
                <a:off x="6830568" y="12124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" name="eye"/>
              <p:cNvSpPr/>
              <p:nvPr/>
            </p:nvSpPr>
            <p:spPr>
              <a:xfrm>
                <a:off x="6826910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" name="eye"/>
              <p:cNvSpPr/>
              <p:nvPr/>
            </p:nvSpPr>
            <p:spPr>
              <a:xfrm>
                <a:off x="6878116" y="13240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smile"/>
              <p:cNvSpPr/>
              <p:nvPr/>
            </p:nvSpPr>
            <p:spPr>
              <a:xfrm>
                <a:off x="6832396" y="13258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7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885078" y="1898294"/>
              <a:ext cx="226771" cy="607162"/>
              <a:chOff x="5885078" y="1898294"/>
              <a:chExt cx="226771" cy="607162"/>
            </a:xfrm>
          </p:grpSpPr>
          <p:sp>
            <p:nvSpPr>
              <p:cNvPr id="374" name="arm"/>
              <p:cNvSpPr/>
              <p:nvPr/>
            </p:nvSpPr>
            <p:spPr>
              <a:xfrm>
                <a:off x="5892393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arm"/>
              <p:cNvSpPr/>
              <p:nvPr/>
            </p:nvSpPr>
            <p:spPr>
              <a:xfrm>
                <a:off x="6064300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" name="pant leg"/>
              <p:cNvSpPr/>
              <p:nvPr/>
            </p:nvSpPr>
            <p:spPr>
              <a:xfrm>
                <a:off x="5932627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" name="pant leg"/>
              <p:cNvSpPr/>
              <p:nvPr/>
            </p:nvSpPr>
            <p:spPr>
              <a:xfrm>
                <a:off x="6002121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" name="hips"/>
              <p:cNvSpPr/>
              <p:nvPr/>
            </p:nvSpPr>
            <p:spPr>
              <a:xfrm>
                <a:off x="5932627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" name="shoe"/>
              <p:cNvSpPr/>
              <p:nvPr/>
            </p:nvSpPr>
            <p:spPr>
              <a:xfrm>
                <a:off x="5914339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" name="shoe"/>
              <p:cNvSpPr/>
              <p:nvPr/>
            </p:nvSpPr>
            <p:spPr>
              <a:xfrm>
                <a:off x="6009436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" name="shirt"/>
              <p:cNvSpPr/>
              <p:nvPr/>
            </p:nvSpPr>
            <p:spPr>
              <a:xfrm>
                <a:off x="5925311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" name="sleeve"/>
              <p:cNvSpPr/>
              <p:nvPr/>
            </p:nvSpPr>
            <p:spPr>
              <a:xfrm>
                <a:off x="5885078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sleeve"/>
              <p:cNvSpPr/>
              <p:nvPr/>
            </p:nvSpPr>
            <p:spPr>
              <a:xfrm>
                <a:off x="6056985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neck"/>
              <p:cNvSpPr/>
              <p:nvPr/>
            </p:nvSpPr>
            <p:spPr>
              <a:xfrm>
                <a:off x="5980175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head"/>
              <p:cNvSpPr/>
              <p:nvPr/>
            </p:nvSpPr>
            <p:spPr>
              <a:xfrm>
                <a:off x="5934455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" name="hair"/>
              <p:cNvSpPr/>
              <p:nvPr/>
            </p:nvSpPr>
            <p:spPr>
              <a:xfrm rot="16200000">
                <a:off x="5971031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" name="eye"/>
              <p:cNvSpPr/>
              <p:nvPr/>
            </p:nvSpPr>
            <p:spPr>
              <a:xfrm>
                <a:off x="5967374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" name="eye"/>
              <p:cNvSpPr/>
              <p:nvPr/>
            </p:nvSpPr>
            <p:spPr>
              <a:xfrm>
                <a:off x="6018580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" name="smile"/>
              <p:cNvSpPr/>
              <p:nvPr/>
            </p:nvSpPr>
            <p:spPr>
              <a:xfrm>
                <a:off x="5972860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9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314846" y="1898294"/>
              <a:ext cx="226771" cy="607162"/>
              <a:chOff x="6314846" y="1898294"/>
              <a:chExt cx="226771" cy="607162"/>
            </a:xfrm>
          </p:grpSpPr>
          <p:sp>
            <p:nvSpPr>
              <p:cNvPr id="391" name="arm"/>
              <p:cNvSpPr/>
              <p:nvPr/>
            </p:nvSpPr>
            <p:spPr>
              <a:xfrm>
                <a:off x="6322161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" name="arm"/>
              <p:cNvSpPr/>
              <p:nvPr/>
            </p:nvSpPr>
            <p:spPr>
              <a:xfrm>
                <a:off x="6494068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pant leg"/>
              <p:cNvSpPr/>
              <p:nvPr/>
            </p:nvSpPr>
            <p:spPr>
              <a:xfrm>
                <a:off x="6362395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pant leg"/>
              <p:cNvSpPr/>
              <p:nvPr/>
            </p:nvSpPr>
            <p:spPr>
              <a:xfrm>
                <a:off x="6431889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hips"/>
              <p:cNvSpPr/>
              <p:nvPr/>
            </p:nvSpPr>
            <p:spPr>
              <a:xfrm>
                <a:off x="6362395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shoe"/>
              <p:cNvSpPr/>
              <p:nvPr/>
            </p:nvSpPr>
            <p:spPr>
              <a:xfrm>
                <a:off x="6344107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" name="shoe"/>
              <p:cNvSpPr/>
              <p:nvPr/>
            </p:nvSpPr>
            <p:spPr>
              <a:xfrm>
                <a:off x="6439204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" name="shirt"/>
              <p:cNvSpPr/>
              <p:nvPr/>
            </p:nvSpPr>
            <p:spPr>
              <a:xfrm>
                <a:off x="6355079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" name="sleeve"/>
              <p:cNvSpPr/>
              <p:nvPr/>
            </p:nvSpPr>
            <p:spPr>
              <a:xfrm>
                <a:off x="6314846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" name="sleeve"/>
              <p:cNvSpPr/>
              <p:nvPr/>
            </p:nvSpPr>
            <p:spPr>
              <a:xfrm>
                <a:off x="6486753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" name="neck"/>
              <p:cNvSpPr/>
              <p:nvPr/>
            </p:nvSpPr>
            <p:spPr>
              <a:xfrm>
                <a:off x="6409943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" name="head"/>
              <p:cNvSpPr/>
              <p:nvPr/>
            </p:nvSpPr>
            <p:spPr>
              <a:xfrm>
                <a:off x="6364223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hair"/>
              <p:cNvSpPr/>
              <p:nvPr/>
            </p:nvSpPr>
            <p:spPr>
              <a:xfrm rot="16200000">
                <a:off x="6400799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eye"/>
              <p:cNvSpPr/>
              <p:nvPr/>
            </p:nvSpPr>
            <p:spPr>
              <a:xfrm>
                <a:off x="6397142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" name="eye"/>
              <p:cNvSpPr/>
              <p:nvPr/>
            </p:nvSpPr>
            <p:spPr>
              <a:xfrm>
                <a:off x="6448348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smile"/>
              <p:cNvSpPr/>
              <p:nvPr/>
            </p:nvSpPr>
            <p:spPr>
              <a:xfrm>
                <a:off x="6402628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0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744614" y="1898294"/>
              <a:ext cx="226771" cy="607162"/>
              <a:chOff x="6744614" y="1898294"/>
              <a:chExt cx="226771" cy="607162"/>
            </a:xfrm>
          </p:grpSpPr>
          <p:sp>
            <p:nvSpPr>
              <p:cNvPr id="408" name="arm"/>
              <p:cNvSpPr/>
              <p:nvPr/>
            </p:nvSpPr>
            <p:spPr>
              <a:xfrm>
                <a:off x="6751929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" name="arm"/>
              <p:cNvSpPr/>
              <p:nvPr/>
            </p:nvSpPr>
            <p:spPr>
              <a:xfrm>
                <a:off x="6923836" y="208848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" name="pant leg"/>
              <p:cNvSpPr/>
              <p:nvPr/>
            </p:nvSpPr>
            <p:spPr>
              <a:xfrm>
                <a:off x="6792163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" name="pant leg"/>
              <p:cNvSpPr/>
              <p:nvPr/>
            </p:nvSpPr>
            <p:spPr>
              <a:xfrm>
                <a:off x="6861657" y="2258568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hips"/>
              <p:cNvSpPr/>
              <p:nvPr/>
            </p:nvSpPr>
            <p:spPr>
              <a:xfrm>
                <a:off x="6792163" y="225308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" name="shoe"/>
              <p:cNvSpPr/>
              <p:nvPr/>
            </p:nvSpPr>
            <p:spPr>
              <a:xfrm>
                <a:off x="6773875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shoe"/>
              <p:cNvSpPr/>
              <p:nvPr/>
            </p:nvSpPr>
            <p:spPr>
              <a:xfrm>
                <a:off x="6868972" y="246888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" name="shirt"/>
              <p:cNvSpPr/>
              <p:nvPr/>
            </p:nvSpPr>
            <p:spPr>
              <a:xfrm>
                <a:off x="6784847" y="207751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" name="sleeve"/>
              <p:cNvSpPr/>
              <p:nvPr/>
            </p:nvSpPr>
            <p:spPr>
              <a:xfrm>
                <a:off x="6744614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" name="sleeve"/>
              <p:cNvSpPr/>
              <p:nvPr/>
            </p:nvSpPr>
            <p:spPr>
              <a:xfrm>
                <a:off x="6916521" y="2084832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" name="neck"/>
              <p:cNvSpPr/>
              <p:nvPr/>
            </p:nvSpPr>
            <p:spPr>
              <a:xfrm>
                <a:off x="6839712" y="205191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" name="head"/>
              <p:cNvSpPr/>
              <p:nvPr/>
            </p:nvSpPr>
            <p:spPr>
              <a:xfrm>
                <a:off x="6793992" y="1938528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" name="hair"/>
              <p:cNvSpPr/>
              <p:nvPr/>
            </p:nvSpPr>
            <p:spPr>
              <a:xfrm rot="16200000">
                <a:off x="6830568" y="189829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" name="eye"/>
              <p:cNvSpPr/>
              <p:nvPr/>
            </p:nvSpPr>
            <p:spPr>
              <a:xfrm>
                <a:off x="6826910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" name="eye"/>
              <p:cNvSpPr/>
              <p:nvPr/>
            </p:nvSpPr>
            <p:spPr>
              <a:xfrm>
                <a:off x="6878116" y="200985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" name="smile"/>
              <p:cNvSpPr/>
              <p:nvPr/>
            </p:nvSpPr>
            <p:spPr>
              <a:xfrm>
                <a:off x="6832396" y="2011680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424" name="Course 5 box"/>
          <p:cNvSpPr/>
          <p:nvPr/>
        </p:nvSpPr>
        <p:spPr>
          <a:xfrm>
            <a:off x="320040" y="2834639"/>
            <a:ext cx="1645920" cy="178308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429768" y="289864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rial"/>
              </a:rPr>
              <a:t>Course 5</a:t>
            </a:r>
          </a:p>
        </p:txBody>
      </p:sp>
      <p:grpSp>
        <p:nvGrpSpPr>
          <p:cNvPr id="426" name="Course 5" descr="Course 5: 6 figures with a mix of class-year shirt colors (not selected)."/>
          <p:cNvGrpSpPr/>
          <p:nvPr/>
        </p:nvGrpSpPr>
        <p:grpSpPr>
          <a:xfrm>
            <a:off x="535838" y="3178454"/>
            <a:ext cx="1086307" cy="1292962"/>
            <a:chOff x="535838" y="3178454"/>
            <a:chExt cx="1086307" cy="1292962"/>
          </a:xfrm>
        </p:grpSpPr>
        <p:grpSp>
          <p:nvGrpSpPr>
            <p:cNvPr id="42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35838" y="3178454"/>
              <a:ext cx="226771" cy="607161"/>
              <a:chOff x="535838" y="3178454"/>
              <a:chExt cx="226771" cy="607161"/>
            </a:xfrm>
          </p:grpSpPr>
          <p:sp>
            <p:nvSpPr>
              <p:cNvPr id="428" name="arm"/>
              <p:cNvSpPr/>
              <p:nvPr/>
            </p:nvSpPr>
            <p:spPr>
              <a:xfrm>
                <a:off x="543153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" name="arm"/>
              <p:cNvSpPr/>
              <p:nvPr/>
            </p:nvSpPr>
            <p:spPr>
              <a:xfrm>
                <a:off x="715060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" name="pant leg"/>
              <p:cNvSpPr/>
              <p:nvPr/>
            </p:nvSpPr>
            <p:spPr>
              <a:xfrm>
                <a:off x="583387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" name="pant leg"/>
              <p:cNvSpPr/>
              <p:nvPr/>
            </p:nvSpPr>
            <p:spPr>
              <a:xfrm>
                <a:off x="652881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" name="hips"/>
              <p:cNvSpPr/>
              <p:nvPr/>
            </p:nvSpPr>
            <p:spPr>
              <a:xfrm>
                <a:off x="583387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" name="shoe"/>
              <p:cNvSpPr/>
              <p:nvPr/>
            </p:nvSpPr>
            <p:spPr>
              <a:xfrm>
                <a:off x="565099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" name="shoe"/>
              <p:cNvSpPr/>
              <p:nvPr/>
            </p:nvSpPr>
            <p:spPr>
              <a:xfrm>
                <a:off x="660196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" name="shirt"/>
              <p:cNvSpPr/>
              <p:nvPr/>
            </p:nvSpPr>
            <p:spPr>
              <a:xfrm>
                <a:off x="576071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" name="sleeve"/>
              <p:cNvSpPr/>
              <p:nvPr/>
            </p:nvSpPr>
            <p:spPr>
              <a:xfrm>
                <a:off x="535838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" name="sleeve"/>
              <p:cNvSpPr/>
              <p:nvPr/>
            </p:nvSpPr>
            <p:spPr>
              <a:xfrm>
                <a:off x="707745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" name="neck"/>
              <p:cNvSpPr/>
              <p:nvPr/>
            </p:nvSpPr>
            <p:spPr>
              <a:xfrm>
                <a:off x="630936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" name="head"/>
              <p:cNvSpPr/>
              <p:nvPr/>
            </p:nvSpPr>
            <p:spPr>
              <a:xfrm>
                <a:off x="585215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" name="hair"/>
              <p:cNvSpPr/>
              <p:nvPr/>
            </p:nvSpPr>
            <p:spPr>
              <a:xfrm rot="16200000">
                <a:off x="621792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" name="eye"/>
              <p:cNvSpPr/>
              <p:nvPr/>
            </p:nvSpPr>
            <p:spPr>
              <a:xfrm>
                <a:off x="618134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" name="eye"/>
              <p:cNvSpPr/>
              <p:nvPr/>
            </p:nvSpPr>
            <p:spPr>
              <a:xfrm>
                <a:off x="669340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" name="smile"/>
              <p:cNvSpPr/>
              <p:nvPr/>
            </p:nvSpPr>
            <p:spPr>
              <a:xfrm>
                <a:off x="623620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4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65606" y="3178454"/>
              <a:ext cx="226771" cy="607161"/>
              <a:chOff x="965606" y="3178454"/>
              <a:chExt cx="226771" cy="607161"/>
            </a:xfrm>
          </p:grpSpPr>
          <p:sp>
            <p:nvSpPr>
              <p:cNvPr id="445" name="arm"/>
              <p:cNvSpPr/>
              <p:nvPr/>
            </p:nvSpPr>
            <p:spPr>
              <a:xfrm>
                <a:off x="972921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" name="arm"/>
              <p:cNvSpPr/>
              <p:nvPr/>
            </p:nvSpPr>
            <p:spPr>
              <a:xfrm>
                <a:off x="1144828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" name="pant leg"/>
              <p:cNvSpPr/>
              <p:nvPr/>
            </p:nvSpPr>
            <p:spPr>
              <a:xfrm>
                <a:off x="1013155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" name="pant leg"/>
              <p:cNvSpPr/>
              <p:nvPr/>
            </p:nvSpPr>
            <p:spPr>
              <a:xfrm>
                <a:off x="1082649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" name="hips"/>
              <p:cNvSpPr/>
              <p:nvPr/>
            </p:nvSpPr>
            <p:spPr>
              <a:xfrm>
                <a:off x="1013155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" name="shoe"/>
              <p:cNvSpPr/>
              <p:nvPr/>
            </p:nvSpPr>
            <p:spPr>
              <a:xfrm>
                <a:off x="994867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" name="shoe"/>
              <p:cNvSpPr/>
              <p:nvPr/>
            </p:nvSpPr>
            <p:spPr>
              <a:xfrm>
                <a:off x="1089964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" name="shirt"/>
              <p:cNvSpPr/>
              <p:nvPr/>
            </p:nvSpPr>
            <p:spPr>
              <a:xfrm>
                <a:off x="1005840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" name="sleeve"/>
              <p:cNvSpPr/>
              <p:nvPr/>
            </p:nvSpPr>
            <p:spPr>
              <a:xfrm>
                <a:off x="965606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" name="sleeve"/>
              <p:cNvSpPr/>
              <p:nvPr/>
            </p:nvSpPr>
            <p:spPr>
              <a:xfrm>
                <a:off x="1137513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" name="neck"/>
              <p:cNvSpPr/>
              <p:nvPr/>
            </p:nvSpPr>
            <p:spPr>
              <a:xfrm>
                <a:off x="1060704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" name="head"/>
              <p:cNvSpPr/>
              <p:nvPr/>
            </p:nvSpPr>
            <p:spPr>
              <a:xfrm>
                <a:off x="1014984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" name="hair"/>
              <p:cNvSpPr/>
              <p:nvPr/>
            </p:nvSpPr>
            <p:spPr>
              <a:xfrm rot="16200000">
                <a:off x="1051560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" name="eye"/>
              <p:cNvSpPr/>
              <p:nvPr/>
            </p:nvSpPr>
            <p:spPr>
              <a:xfrm>
                <a:off x="1047902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" name="eye"/>
              <p:cNvSpPr/>
              <p:nvPr/>
            </p:nvSpPr>
            <p:spPr>
              <a:xfrm>
                <a:off x="1099108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" name="smile"/>
              <p:cNvSpPr/>
              <p:nvPr/>
            </p:nvSpPr>
            <p:spPr>
              <a:xfrm>
                <a:off x="1053388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6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395374" y="3178454"/>
              <a:ext cx="226771" cy="607161"/>
              <a:chOff x="1395374" y="3178454"/>
              <a:chExt cx="226771" cy="607161"/>
            </a:xfrm>
          </p:grpSpPr>
          <p:sp>
            <p:nvSpPr>
              <p:cNvPr id="462" name="arm"/>
              <p:cNvSpPr/>
              <p:nvPr/>
            </p:nvSpPr>
            <p:spPr>
              <a:xfrm>
                <a:off x="1402689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" name="arm"/>
              <p:cNvSpPr/>
              <p:nvPr/>
            </p:nvSpPr>
            <p:spPr>
              <a:xfrm>
                <a:off x="1574596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" name="pant leg"/>
              <p:cNvSpPr/>
              <p:nvPr/>
            </p:nvSpPr>
            <p:spPr>
              <a:xfrm>
                <a:off x="1442923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" name="pant leg"/>
              <p:cNvSpPr/>
              <p:nvPr/>
            </p:nvSpPr>
            <p:spPr>
              <a:xfrm>
                <a:off x="1512417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" name="hips"/>
              <p:cNvSpPr/>
              <p:nvPr/>
            </p:nvSpPr>
            <p:spPr>
              <a:xfrm>
                <a:off x="1442923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" name="shoe"/>
              <p:cNvSpPr/>
              <p:nvPr/>
            </p:nvSpPr>
            <p:spPr>
              <a:xfrm>
                <a:off x="1424635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shoe"/>
              <p:cNvSpPr/>
              <p:nvPr/>
            </p:nvSpPr>
            <p:spPr>
              <a:xfrm>
                <a:off x="1519732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" name="shirt"/>
              <p:cNvSpPr/>
              <p:nvPr/>
            </p:nvSpPr>
            <p:spPr>
              <a:xfrm>
                <a:off x="1435607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" name="sleeve"/>
              <p:cNvSpPr/>
              <p:nvPr/>
            </p:nvSpPr>
            <p:spPr>
              <a:xfrm>
                <a:off x="1395374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" name="sleeve"/>
              <p:cNvSpPr/>
              <p:nvPr/>
            </p:nvSpPr>
            <p:spPr>
              <a:xfrm>
                <a:off x="1567281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" name="neck"/>
              <p:cNvSpPr/>
              <p:nvPr/>
            </p:nvSpPr>
            <p:spPr>
              <a:xfrm>
                <a:off x="1490472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" name="head"/>
              <p:cNvSpPr/>
              <p:nvPr/>
            </p:nvSpPr>
            <p:spPr>
              <a:xfrm>
                <a:off x="1444751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hair"/>
              <p:cNvSpPr/>
              <p:nvPr/>
            </p:nvSpPr>
            <p:spPr>
              <a:xfrm rot="16200000">
                <a:off x="1481328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eye"/>
              <p:cNvSpPr/>
              <p:nvPr/>
            </p:nvSpPr>
            <p:spPr>
              <a:xfrm>
                <a:off x="1477670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" name="eye"/>
              <p:cNvSpPr/>
              <p:nvPr/>
            </p:nvSpPr>
            <p:spPr>
              <a:xfrm>
                <a:off x="1528876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" name="smile"/>
              <p:cNvSpPr/>
              <p:nvPr/>
            </p:nvSpPr>
            <p:spPr>
              <a:xfrm>
                <a:off x="1483156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7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35838" y="3864254"/>
              <a:ext cx="226771" cy="607162"/>
              <a:chOff x="535838" y="3864254"/>
              <a:chExt cx="226771" cy="607162"/>
            </a:xfrm>
          </p:grpSpPr>
          <p:sp>
            <p:nvSpPr>
              <p:cNvPr id="479" name="arm"/>
              <p:cNvSpPr/>
              <p:nvPr/>
            </p:nvSpPr>
            <p:spPr>
              <a:xfrm>
                <a:off x="543153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" name="arm"/>
              <p:cNvSpPr/>
              <p:nvPr/>
            </p:nvSpPr>
            <p:spPr>
              <a:xfrm>
                <a:off x="715060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" name="pant leg"/>
              <p:cNvSpPr/>
              <p:nvPr/>
            </p:nvSpPr>
            <p:spPr>
              <a:xfrm>
                <a:off x="583387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" name="pant leg"/>
              <p:cNvSpPr/>
              <p:nvPr/>
            </p:nvSpPr>
            <p:spPr>
              <a:xfrm>
                <a:off x="652881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" name="hips"/>
              <p:cNvSpPr/>
              <p:nvPr/>
            </p:nvSpPr>
            <p:spPr>
              <a:xfrm>
                <a:off x="583387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" name="shoe"/>
              <p:cNvSpPr/>
              <p:nvPr/>
            </p:nvSpPr>
            <p:spPr>
              <a:xfrm>
                <a:off x="565099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" name="shoe"/>
              <p:cNvSpPr/>
              <p:nvPr/>
            </p:nvSpPr>
            <p:spPr>
              <a:xfrm>
                <a:off x="660196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" name="shirt"/>
              <p:cNvSpPr/>
              <p:nvPr/>
            </p:nvSpPr>
            <p:spPr>
              <a:xfrm>
                <a:off x="576071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" name="sleeve"/>
              <p:cNvSpPr/>
              <p:nvPr/>
            </p:nvSpPr>
            <p:spPr>
              <a:xfrm>
                <a:off x="535838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" name="sleeve"/>
              <p:cNvSpPr/>
              <p:nvPr/>
            </p:nvSpPr>
            <p:spPr>
              <a:xfrm>
                <a:off x="707745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" name="neck"/>
              <p:cNvSpPr/>
              <p:nvPr/>
            </p:nvSpPr>
            <p:spPr>
              <a:xfrm>
                <a:off x="630936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" name="head"/>
              <p:cNvSpPr/>
              <p:nvPr/>
            </p:nvSpPr>
            <p:spPr>
              <a:xfrm>
                <a:off x="585215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" name="hair"/>
              <p:cNvSpPr/>
              <p:nvPr/>
            </p:nvSpPr>
            <p:spPr>
              <a:xfrm rot="16200000">
                <a:off x="621792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" name="eye"/>
              <p:cNvSpPr/>
              <p:nvPr/>
            </p:nvSpPr>
            <p:spPr>
              <a:xfrm>
                <a:off x="618134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" name="eye"/>
              <p:cNvSpPr/>
              <p:nvPr/>
            </p:nvSpPr>
            <p:spPr>
              <a:xfrm>
                <a:off x="669340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" name="smile"/>
              <p:cNvSpPr/>
              <p:nvPr/>
            </p:nvSpPr>
            <p:spPr>
              <a:xfrm>
                <a:off x="623620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9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65606" y="3864254"/>
              <a:ext cx="226771" cy="607162"/>
              <a:chOff x="965606" y="3864254"/>
              <a:chExt cx="226771" cy="607162"/>
            </a:xfrm>
          </p:grpSpPr>
          <p:sp>
            <p:nvSpPr>
              <p:cNvPr id="496" name="arm"/>
              <p:cNvSpPr/>
              <p:nvPr/>
            </p:nvSpPr>
            <p:spPr>
              <a:xfrm>
                <a:off x="972921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" name="arm"/>
              <p:cNvSpPr/>
              <p:nvPr/>
            </p:nvSpPr>
            <p:spPr>
              <a:xfrm>
                <a:off x="1144828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" name="pant leg"/>
              <p:cNvSpPr/>
              <p:nvPr/>
            </p:nvSpPr>
            <p:spPr>
              <a:xfrm>
                <a:off x="1013155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" name="pant leg"/>
              <p:cNvSpPr/>
              <p:nvPr/>
            </p:nvSpPr>
            <p:spPr>
              <a:xfrm>
                <a:off x="1082649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" name="hips"/>
              <p:cNvSpPr/>
              <p:nvPr/>
            </p:nvSpPr>
            <p:spPr>
              <a:xfrm>
                <a:off x="1013155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" name="shoe"/>
              <p:cNvSpPr/>
              <p:nvPr/>
            </p:nvSpPr>
            <p:spPr>
              <a:xfrm>
                <a:off x="994867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" name="shoe"/>
              <p:cNvSpPr/>
              <p:nvPr/>
            </p:nvSpPr>
            <p:spPr>
              <a:xfrm>
                <a:off x="1089964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" name="shirt"/>
              <p:cNvSpPr/>
              <p:nvPr/>
            </p:nvSpPr>
            <p:spPr>
              <a:xfrm>
                <a:off x="1005840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" name="sleeve"/>
              <p:cNvSpPr/>
              <p:nvPr/>
            </p:nvSpPr>
            <p:spPr>
              <a:xfrm>
                <a:off x="965606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" name="sleeve"/>
              <p:cNvSpPr/>
              <p:nvPr/>
            </p:nvSpPr>
            <p:spPr>
              <a:xfrm>
                <a:off x="1137513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" name="neck"/>
              <p:cNvSpPr/>
              <p:nvPr/>
            </p:nvSpPr>
            <p:spPr>
              <a:xfrm>
                <a:off x="1060704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" name="head"/>
              <p:cNvSpPr/>
              <p:nvPr/>
            </p:nvSpPr>
            <p:spPr>
              <a:xfrm>
                <a:off x="1014984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" name="hair"/>
              <p:cNvSpPr/>
              <p:nvPr/>
            </p:nvSpPr>
            <p:spPr>
              <a:xfrm rot="16200000">
                <a:off x="1051560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" name="eye"/>
              <p:cNvSpPr/>
              <p:nvPr/>
            </p:nvSpPr>
            <p:spPr>
              <a:xfrm>
                <a:off x="1047902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" name="eye"/>
              <p:cNvSpPr/>
              <p:nvPr/>
            </p:nvSpPr>
            <p:spPr>
              <a:xfrm>
                <a:off x="1099108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" name="smile"/>
              <p:cNvSpPr/>
              <p:nvPr/>
            </p:nvSpPr>
            <p:spPr>
              <a:xfrm>
                <a:off x="1053388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1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395374" y="3864254"/>
              <a:ext cx="226771" cy="607162"/>
              <a:chOff x="1395374" y="3864254"/>
              <a:chExt cx="226771" cy="607162"/>
            </a:xfrm>
          </p:grpSpPr>
          <p:sp>
            <p:nvSpPr>
              <p:cNvPr id="513" name="arm"/>
              <p:cNvSpPr/>
              <p:nvPr/>
            </p:nvSpPr>
            <p:spPr>
              <a:xfrm>
                <a:off x="1402689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" name="arm"/>
              <p:cNvSpPr/>
              <p:nvPr/>
            </p:nvSpPr>
            <p:spPr>
              <a:xfrm>
                <a:off x="1574596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" name="pant leg"/>
              <p:cNvSpPr/>
              <p:nvPr/>
            </p:nvSpPr>
            <p:spPr>
              <a:xfrm>
                <a:off x="1442923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" name="pant leg"/>
              <p:cNvSpPr/>
              <p:nvPr/>
            </p:nvSpPr>
            <p:spPr>
              <a:xfrm>
                <a:off x="1512417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" name="hips"/>
              <p:cNvSpPr/>
              <p:nvPr/>
            </p:nvSpPr>
            <p:spPr>
              <a:xfrm>
                <a:off x="1442923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" name="shoe"/>
              <p:cNvSpPr/>
              <p:nvPr/>
            </p:nvSpPr>
            <p:spPr>
              <a:xfrm>
                <a:off x="1424635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" name="shoe"/>
              <p:cNvSpPr/>
              <p:nvPr/>
            </p:nvSpPr>
            <p:spPr>
              <a:xfrm>
                <a:off x="1519732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" name="shirt"/>
              <p:cNvSpPr/>
              <p:nvPr/>
            </p:nvSpPr>
            <p:spPr>
              <a:xfrm>
                <a:off x="1435607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" name="sleeve"/>
              <p:cNvSpPr/>
              <p:nvPr/>
            </p:nvSpPr>
            <p:spPr>
              <a:xfrm>
                <a:off x="1395374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" name="sleeve"/>
              <p:cNvSpPr/>
              <p:nvPr/>
            </p:nvSpPr>
            <p:spPr>
              <a:xfrm>
                <a:off x="1567281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" name="neck"/>
              <p:cNvSpPr/>
              <p:nvPr/>
            </p:nvSpPr>
            <p:spPr>
              <a:xfrm>
                <a:off x="1490472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" name="head"/>
              <p:cNvSpPr/>
              <p:nvPr/>
            </p:nvSpPr>
            <p:spPr>
              <a:xfrm>
                <a:off x="1444751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" name="hair"/>
              <p:cNvSpPr/>
              <p:nvPr/>
            </p:nvSpPr>
            <p:spPr>
              <a:xfrm rot="16200000">
                <a:off x="1481328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" name="eye"/>
              <p:cNvSpPr/>
              <p:nvPr/>
            </p:nvSpPr>
            <p:spPr>
              <a:xfrm>
                <a:off x="1477670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" name="eye"/>
              <p:cNvSpPr/>
              <p:nvPr/>
            </p:nvSpPr>
            <p:spPr>
              <a:xfrm>
                <a:off x="1528876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" name="smile"/>
              <p:cNvSpPr/>
              <p:nvPr/>
            </p:nvSpPr>
            <p:spPr>
              <a:xfrm>
                <a:off x="1483156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529" name="Course 6 box"/>
          <p:cNvSpPr/>
          <p:nvPr/>
        </p:nvSpPr>
        <p:spPr>
          <a:xfrm>
            <a:off x="2103120" y="2834639"/>
            <a:ext cx="1645920" cy="178308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2212848" y="289864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rial"/>
              </a:rPr>
              <a:t>Course 6</a:t>
            </a:r>
          </a:p>
        </p:txBody>
      </p:sp>
      <p:grpSp>
        <p:nvGrpSpPr>
          <p:cNvPr id="531" name="Course 6" descr="Course 6: 6 figures with a mix of class-year shirt colors (not selected)."/>
          <p:cNvGrpSpPr/>
          <p:nvPr/>
        </p:nvGrpSpPr>
        <p:grpSpPr>
          <a:xfrm>
            <a:off x="2318918" y="3178454"/>
            <a:ext cx="1086307" cy="1292962"/>
            <a:chOff x="2318918" y="3178454"/>
            <a:chExt cx="1086307" cy="1292962"/>
          </a:xfrm>
        </p:grpSpPr>
        <p:grpSp>
          <p:nvGrpSpPr>
            <p:cNvPr id="53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318918" y="3178454"/>
              <a:ext cx="226771" cy="607161"/>
              <a:chOff x="2318918" y="3178454"/>
              <a:chExt cx="226771" cy="607161"/>
            </a:xfrm>
          </p:grpSpPr>
          <p:sp>
            <p:nvSpPr>
              <p:cNvPr id="533" name="arm"/>
              <p:cNvSpPr/>
              <p:nvPr/>
            </p:nvSpPr>
            <p:spPr>
              <a:xfrm>
                <a:off x="2326233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" name="arm"/>
              <p:cNvSpPr/>
              <p:nvPr/>
            </p:nvSpPr>
            <p:spPr>
              <a:xfrm>
                <a:off x="2498140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" name="pant leg"/>
              <p:cNvSpPr/>
              <p:nvPr/>
            </p:nvSpPr>
            <p:spPr>
              <a:xfrm>
                <a:off x="2366467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" name="pant leg"/>
              <p:cNvSpPr/>
              <p:nvPr/>
            </p:nvSpPr>
            <p:spPr>
              <a:xfrm>
                <a:off x="2435961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" name="hips"/>
              <p:cNvSpPr/>
              <p:nvPr/>
            </p:nvSpPr>
            <p:spPr>
              <a:xfrm>
                <a:off x="2366467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" name="shoe"/>
              <p:cNvSpPr/>
              <p:nvPr/>
            </p:nvSpPr>
            <p:spPr>
              <a:xfrm>
                <a:off x="2348179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" name="shoe"/>
              <p:cNvSpPr/>
              <p:nvPr/>
            </p:nvSpPr>
            <p:spPr>
              <a:xfrm>
                <a:off x="2443276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" name="shirt"/>
              <p:cNvSpPr/>
              <p:nvPr/>
            </p:nvSpPr>
            <p:spPr>
              <a:xfrm>
                <a:off x="2359152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" name="sleeve"/>
              <p:cNvSpPr/>
              <p:nvPr/>
            </p:nvSpPr>
            <p:spPr>
              <a:xfrm>
                <a:off x="2318918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" name="sleeve"/>
              <p:cNvSpPr/>
              <p:nvPr/>
            </p:nvSpPr>
            <p:spPr>
              <a:xfrm>
                <a:off x="2490825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" name="neck"/>
              <p:cNvSpPr/>
              <p:nvPr/>
            </p:nvSpPr>
            <p:spPr>
              <a:xfrm>
                <a:off x="2414016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" name="head"/>
              <p:cNvSpPr/>
              <p:nvPr/>
            </p:nvSpPr>
            <p:spPr>
              <a:xfrm>
                <a:off x="2368296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" name="hair"/>
              <p:cNvSpPr/>
              <p:nvPr/>
            </p:nvSpPr>
            <p:spPr>
              <a:xfrm rot="16200000">
                <a:off x="2404872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" name="eye"/>
              <p:cNvSpPr/>
              <p:nvPr/>
            </p:nvSpPr>
            <p:spPr>
              <a:xfrm>
                <a:off x="2401214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" name="eye"/>
              <p:cNvSpPr/>
              <p:nvPr/>
            </p:nvSpPr>
            <p:spPr>
              <a:xfrm>
                <a:off x="2452420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" name="smile"/>
              <p:cNvSpPr/>
              <p:nvPr/>
            </p:nvSpPr>
            <p:spPr>
              <a:xfrm>
                <a:off x="2406700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4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48686" y="3178454"/>
              <a:ext cx="226771" cy="607161"/>
              <a:chOff x="2748686" y="3178454"/>
              <a:chExt cx="226771" cy="607161"/>
            </a:xfrm>
          </p:grpSpPr>
          <p:sp>
            <p:nvSpPr>
              <p:cNvPr id="550" name="arm"/>
              <p:cNvSpPr/>
              <p:nvPr/>
            </p:nvSpPr>
            <p:spPr>
              <a:xfrm>
                <a:off x="2756001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" name="arm"/>
              <p:cNvSpPr/>
              <p:nvPr/>
            </p:nvSpPr>
            <p:spPr>
              <a:xfrm>
                <a:off x="2927908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" name="pant leg"/>
              <p:cNvSpPr/>
              <p:nvPr/>
            </p:nvSpPr>
            <p:spPr>
              <a:xfrm>
                <a:off x="2796235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" name="pant leg"/>
              <p:cNvSpPr/>
              <p:nvPr/>
            </p:nvSpPr>
            <p:spPr>
              <a:xfrm>
                <a:off x="2865729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" name="hips"/>
              <p:cNvSpPr/>
              <p:nvPr/>
            </p:nvSpPr>
            <p:spPr>
              <a:xfrm>
                <a:off x="2796235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" name="shoe"/>
              <p:cNvSpPr/>
              <p:nvPr/>
            </p:nvSpPr>
            <p:spPr>
              <a:xfrm>
                <a:off x="2777947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" name="shoe"/>
              <p:cNvSpPr/>
              <p:nvPr/>
            </p:nvSpPr>
            <p:spPr>
              <a:xfrm>
                <a:off x="2873044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" name="shirt"/>
              <p:cNvSpPr/>
              <p:nvPr/>
            </p:nvSpPr>
            <p:spPr>
              <a:xfrm>
                <a:off x="2788920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" name="sleeve"/>
              <p:cNvSpPr/>
              <p:nvPr/>
            </p:nvSpPr>
            <p:spPr>
              <a:xfrm>
                <a:off x="2748686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" name="sleeve"/>
              <p:cNvSpPr/>
              <p:nvPr/>
            </p:nvSpPr>
            <p:spPr>
              <a:xfrm>
                <a:off x="2920593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" name="neck"/>
              <p:cNvSpPr/>
              <p:nvPr/>
            </p:nvSpPr>
            <p:spPr>
              <a:xfrm>
                <a:off x="2843784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" name="head"/>
              <p:cNvSpPr/>
              <p:nvPr/>
            </p:nvSpPr>
            <p:spPr>
              <a:xfrm>
                <a:off x="2798064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" name="hair"/>
              <p:cNvSpPr/>
              <p:nvPr/>
            </p:nvSpPr>
            <p:spPr>
              <a:xfrm rot="16200000">
                <a:off x="2834640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" name="eye"/>
              <p:cNvSpPr/>
              <p:nvPr/>
            </p:nvSpPr>
            <p:spPr>
              <a:xfrm>
                <a:off x="2830982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" name="eye"/>
              <p:cNvSpPr/>
              <p:nvPr/>
            </p:nvSpPr>
            <p:spPr>
              <a:xfrm>
                <a:off x="2882188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" name="smile"/>
              <p:cNvSpPr/>
              <p:nvPr/>
            </p:nvSpPr>
            <p:spPr>
              <a:xfrm>
                <a:off x="2836468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6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178454" y="3178454"/>
              <a:ext cx="226771" cy="607161"/>
              <a:chOff x="3178454" y="3178454"/>
              <a:chExt cx="226771" cy="607161"/>
            </a:xfrm>
          </p:grpSpPr>
          <p:sp>
            <p:nvSpPr>
              <p:cNvPr id="567" name="arm"/>
              <p:cNvSpPr/>
              <p:nvPr/>
            </p:nvSpPr>
            <p:spPr>
              <a:xfrm>
                <a:off x="3185769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" name="arm"/>
              <p:cNvSpPr/>
              <p:nvPr/>
            </p:nvSpPr>
            <p:spPr>
              <a:xfrm>
                <a:off x="3357676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" name="pant leg"/>
              <p:cNvSpPr/>
              <p:nvPr/>
            </p:nvSpPr>
            <p:spPr>
              <a:xfrm>
                <a:off x="3226003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" name="pant leg"/>
              <p:cNvSpPr/>
              <p:nvPr/>
            </p:nvSpPr>
            <p:spPr>
              <a:xfrm>
                <a:off x="3295497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" name="hips"/>
              <p:cNvSpPr/>
              <p:nvPr/>
            </p:nvSpPr>
            <p:spPr>
              <a:xfrm>
                <a:off x="3226003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" name="shoe"/>
              <p:cNvSpPr/>
              <p:nvPr/>
            </p:nvSpPr>
            <p:spPr>
              <a:xfrm>
                <a:off x="3207715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" name="shoe"/>
              <p:cNvSpPr/>
              <p:nvPr/>
            </p:nvSpPr>
            <p:spPr>
              <a:xfrm>
                <a:off x="3302812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" name="shirt"/>
              <p:cNvSpPr/>
              <p:nvPr/>
            </p:nvSpPr>
            <p:spPr>
              <a:xfrm>
                <a:off x="3218688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" name="sleeve"/>
              <p:cNvSpPr/>
              <p:nvPr/>
            </p:nvSpPr>
            <p:spPr>
              <a:xfrm>
                <a:off x="3178454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" name="sleeve"/>
              <p:cNvSpPr/>
              <p:nvPr/>
            </p:nvSpPr>
            <p:spPr>
              <a:xfrm>
                <a:off x="3350361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" name="neck"/>
              <p:cNvSpPr/>
              <p:nvPr/>
            </p:nvSpPr>
            <p:spPr>
              <a:xfrm>
                <a:off x="3273552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" name="head"/>
              <p:cNvSpPr/>
              <p:nvPr/>
            </p:nvSpPr>
            <p:spPr>
              <a:xfrm>
                <a:off x="3227832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" name="hair"/>
              <p:cNvSpPr/>
              <p:nvPr/>
            </p:nvSpPr>
            <p:spPr>
              <a:xfrm rot="16200000">
                <a:off x="3264408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" name="eye"/>
              <p:cNvSpPr/>
              <p:nvPr/>
            </p:nvSpPr>
            <p:spPr>
              <a:xfrm>
                <a:off x="3260750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" name="eye"/>
              <p:cNvSpPr/>
              <p:nvPr/>
            </p:nvSpPr>
            <p:spPr>
              <a:xfrm>
                <a:off x="3311956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" name="smile"/>
              <p:cNvSpPr/>
              <p:nvPr/>
            </p:nvSpPr>
            <p:spPr>
              <a:xfrm>
                <a:off x="3266236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318918" y="3864254"/>
              <a:ext cx="226771" cy="607162"/>
              <a:chOff x="2318918" y="3864254"/>
              <a:chExt cx="226771" cy="607162"/>
            </a:xfrm>
          </p:grpSpPr>
          <p:sp>
            <p:nvSpPr>
              <p:cNvPr id="584" name="arm"/>
              <p:cNvSpPr/>
              <p:nvPr/>
            </p:nvSpPr>
            <p:spPr>
              <a:xfrm>
                <a:off x="2326233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" name="arm"/>
              <p:cNvSpPr/>
              <p:nvPr/>
            </p:nvSpPr>
            <p:spPr>
              <a:xfrm>
                <a:off x="2498140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" name="pant leg"/>
              <p:cNvSpPr/>
              <p:nvPr/>
            </p:nvSpPr>
            <p:spPr>
              <a:xfrm>
                <a:off x="2366467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" name="pant leg"/>
              <p:cNvSpPr/>
              <p:nvPr/>
            </p:nvSpPr>
            <p:spPr>
              <a:xfrm>
                <a:off x="2435961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" name="hips"/>
              <p:cNvSpPr/>
              <p:nvPr/>
            </p:nvSpPr>
            <p:spPr>
              <a:xfrm>
                <a:off x="2366467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" name="shoe"/>
              <p:cNvSpPr/>
              <p:nvPr/>
            </p:nvSpPr>
            <p:spPr>
              <a:xfrm>
                <a:off x="2348179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" name="shoe"/>
              <p:cNvSpPr/>
              <p:nvPr/>
            </p:nvSpPr>
            <p:spPr>
              <a:xfrm>
                <a:off x="2443276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" name="shirt"/>
              <p:cNvSpPr/>
              <p:nvPr/>
            </p:nvSpPr>
            <p:spPr>
              <a:xfrm>
                <a:off x="2359152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" name="sleeve"/>
              <p:cNvSpPr/>
              <p:nvPr/>
            </p:nvSpPr>
            <p:spPr>
              <a:xfrm>
                <a:off x="2318918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" name="sleeve"/>
              <p:cNvSpPr/>
              <p:nvPr/>
            </p:nvSpPr>
            <p:spPr>
              <a:xfrm>
                <a:off x="2490825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" name="neck"/>
              <p:cNvSpPr/>
              <p:nvPr/>
            </p:nvSpPr>
            <p:spPr>
              <a:xfrm>
                <a:off x="2414016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" name="head"/>
              <p:cNvSpPr/>
              <p:nvPr/>
            </p:nvSpPr>
            <p:spPr>
              <a:xfrm>
                <a:off x="2368296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" name="hair"/>
              <p:cNvSpPr/>
              <p:nvPr/>
            </p:nvSpPr>
            <p:spPr>
              <a:xfrm rot="16200000">
                <a:off x="2404872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" name="eye"/>
              <p:cNvSpPr/>
              <p:nvPr/>
            </p:nvSpPr>
            <p:spPr>
              <a:xfrm>
                <a:off x="2401214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" name="eye"/>
              <p:cNvSpPr/>
              <p:nvPr/>
            </p:nvSpPr>
            <p:spPr>
              <a:xfrm>
                <a:off x="2452420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" name="smile"/>
              <p:cNvSpPr/>
              <p:nvPr/>
            </p:nvSpPr>
            <p:spPr>
              <a:xfrm>
                <a:off x="2406700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0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2748686" y="3864254"/>
              <a:ext cx="226771" cy="607162"/>
              <a:chOff x="2748686" y="3864254"/>
              <a:chExt cx="226771" cy="607162"/>
            </a:xfrm>
          </p:grpSpPr>
          <p:sp>
            <p:nvSpPr>
              <p:cNvPr id="601" name="arm"/>
              <p:cNvSpPr/>
              <p:nvPr/>
            </p:nvSpPr>
            <p:spPr>
              <a:xfrm>
                <a:off x="2756001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" name="arm"/>
              <p:cNvSpPr/>
              <p:nvPr/>
            </p:nvSpPr>
            <p:spPr>
              <a:xfrm>
                <a:off x="2927908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" name="pant leg"/>
              <p:cNvSpPr/>
              <p:nvPr/>
            </p:nvSpPr>
            <p:spPr>
              <a:xfrm>
                <a:off x="2796235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" name="pant leg"/>
              <p:cNvSpPr/>
              <p:nvPr/>
            </p:nvSpPr>
            <p:spPr>
              <a:xfrm>
                <a:off x="2865729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" name="hips"/>
              <p:cNvSpPr/>
              <p:nvPr/>
            </p:nvSpPr>
            <p:spPr>
              <a:xfrm>
                <a:off x="2796235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" name="shoe"/>
              <p:cNvSpPr/>
              <p:nvPr/>
            </p:nvSpPr>
            <p:spPr>
              <a:xfrm>
                <a:off x="2777947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" name="shoe"/>
              <p:cNvSpPr/>
              <p:nvPr/>
            </p:nvSpPr>
            <p:spPr>
              <a:xfrm>
                <a:off x="2873044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" name="shirt"/>
              <p:cNvSpPr/>
              <p:nvPr/>
            </p:nvSpPr>
            <p:spPr>
              <a:xfrm>
                <a:off x="2788920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" name="sleeve"/>
              <p:cNvSpPr/>
              <p:nvPr/>
            </p:nvSpPr>
            <p:spPr>
              <a:xfrm>
                <a:off x="2748686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" name="sleeve"/>
              <p:cNvSpPr/>
              <p:nvPr/>
            </p:nvSpPr>
            <p:spPr>
              <a:xfrm>
                <a:off x="2920593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" name="neck"/>
              <p:cNvSpPr/>
              <p:nvPr/>
            </p:nvSpPr>
            <p:spPr>
              <a:xfrm>
                <a:off x="2843784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" name="head"/>
              <p:cNvSpPr/>
              <p:nvPr/>
            </p:nvSpPr>
            <p:spPr>
              <a:xfrm>
                <a:off x="2798064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" name="hair"/>
              <p:cNvSpPr/>
              <p:nvPr/>
            </p:nvSpPr>
            <p:spPr>
              <a:xfrm rot="16200000">
                <a:off x="2834640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" name="eye"/>
              <p:cNvSpPr/>
              <p:nvPr/>
            </p:nvSpPr>
            <p:spPr>
              <a:xfrm>
                <a:off x="2830982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" name="eye"/>
              <p:cNvSpPr/>
              <p:nvPr/>
            </p:nvSpPr>
            <p:spPr>
              <a:xfrm>
                <a:off x="2882188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" name="smile"/>
              <p:cNvSpPr/>
              <p:nvPr/>
            </p:nvSpPr>
            <p:spPr>
              <a:xfrm>
                <a:off x="2836468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1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3178454" y="3864254"/>
              <a:ext cx="226771" cy="607162"/>
              <a:chOff x="3178454" y="3864254"/>
              <a:chExt cx="226771" cy="607162"/>
            </a:xfrm>
          </p:grpSpPr>
          <p:sp>
            <p:nvSpPr>
              <p:cNvPr id="618" name="arm"/>
              <p:cNvSpPr/>
              <p:nvPr/>
            </p:nvSpPr>
            <p:spPr>
              <a:xfrm>
                <a:off x="3185769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" name="arm"/>
              <p:cNvSpPr/>
              <p:nvPr/>
            </p:nvSpPr>
            <p:spPr>
              <a:xfrm>
                <a:off x="3357676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" name="pant leg"/>
              <p:cNvSpPr/>
              <p:nvPr/>
            </p:nvSpPr>
            <p:spPr>
              <a:xfrm>
                <a:off x="3226003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" name="pant leg"/>
              <p:cNvSpPr/>
              <p:nvPr/>
            </p:nvSpPr>
            <p:spPr>
              <a:xfrm>
                <a:off x="3295497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" name="hips"/>
              <p:cNvSpPr/>
              <p:nvPr/>
            </p:nvSpPr>
            <p:spPr>
              <a:xfrm>
                <a:off x="3226003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" name="shoe"/>
              <p:cNvSpPr/>
              <p:nvPr/>
            </p:nvSpPr>
            <p:spPr>
              <a:xfrm>
                <a:off x="3207715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" name="shoe"/>
              <p:cNvSpPr/>
              <p:nvPr/>
            </p:nvSpPr>
            <p:spPr>
              <a:xfrm>
                <a:off x="3302812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" name="shirt"/>
              <p:cNvSpPr/>
              <p:nvPr/>
            </p:nvSpPr>
            <p:spPr>
              <a:xfrm>
                <a:off x="3218688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" name="sleeve"/>
              <p:cNvSpPr/>
              <p:nvPr/>
            </p:nvSpPr>
            <p:spPr>
              <a:xfrm>
                <a:off x="3178454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sleeve"/>
              <p:cNvSpPr/>
              <p:nvPr/>
            </p:nvSpPr>
            <p:spPr>
              <a:xfrm>
                <a:off x="3350361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" name="neck"/>
              <p:cNvSpPr/>
              <p:nvPr/>
            </p:nvSpPr>
            <p:spPr>
              <a:xfrm>
                <a:off x="3273552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" name="head"/>
              <p:cNvSpPr/>
              <p:nvPr/>
            </p:nvSpPr>
            <p:spPr>
              <a:xfrm>
                <a:off x="3227832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" name="hair"/>
              <p:cNvSpPr/>
              <p:nvPr/>
            </p:nvSpPr>
            <p:spPr>
              <a:xfrm rot="16200000">
                <a:off x="3264408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" name="eye"/>
              <p:cNvSpPr/>
              <p:nvPr/>
            </p:nvSpPr>
            <p:spPr>
              <a:xfrm>
                <a:off x="3260750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" name="eye"/>
              <p:cNvSpPr/>
              <p:nvPr/>
            </p:nvSpPr>
            <p:spPr>
              <a:xfrm>
                <a:off x="3311956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smile"/>
              <p:cNvSpPr/>
              <p:nvPr/>
            </p:nvSpPr>
            <p:spPr>
              <a:xfrm>
                <a:off x="3266236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634" name="Course 7 box"/>
          <p:cNvSpPr/>
          <p:nvPr/>
        </p:nvSpPr>
        <p:spPr>
          <a:xfrm>
            <a:off x="3886200" y="2834639"/>
            <a:ext cx="1645920" cy="1783080"/>
          </a:xfrm>
          <a:prstGeom prst="roundRect">
            <a:avLst>
              <a:gd name="adj" fmla="val 5000"/>
            </a:avLst>
          </a:prstGeom>
          <a:noFill/>
          <a:ln w="3810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3995928" y="289864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A51C30"/>
                </a:solidFill>
                <a:latin typeface="Arial"/>
              </a:rPr>
              <a:t>Course 7</a:t>
            </a:r>
          </a:p>
        </p:txBody>
      </p:sp>
      <p:grpSp>
        <p:nvGrpSpPr>
          <p:cNvPr id="636" name="Course 7" descr="Course 7: 6 figures with a mix of class-year shirt colors, outlined in crimson (randomly selected)."/>
          <p:cNvGrpSpPr/>
          <p:nvPr/>
        </p:nvGrpSpPr>
        <p:grpSpPr>
          <a:xfrm>
            <a:off x="4101998" y="3178454"/>
            <a:ext cx="1086307" cy="1292962"/>
            <a:chOff x="4101998" y="3178454"/>
            <a:chExt cx="1086307" cy="1292962"/>
          </a:xfrm>
        </p:grpSpPr>
        <p:grpSp>
          <p:nvGrpSpPr>
            <p:cNvPr id="63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101998" y="3178454"/>
              <a:ext cx="226771" cy="607161"/>
              <a:chOff x="4101998" y="3178454"/>
              <a:chExt cx="226771" cy="607161"/>
            </a:xfrm>
          </p:grpSpPr>
          <p:sp>
            <p:nvSpPr>
              <p:cNvPr id="638" name="arm"/>
              <p:cNvSpPr/>
              <p:nvPr/>
            </p:nvSpPr>
            <p:spPr>
              <a:xfrm>
                <a:off x="4109313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" name="arm"/>
              <p:cNvSpPr/>
              <p:nvPr/>
            </p:nvSpPr>
            <p:spPr>
              <a:xfrm>
                <a:off x="4281220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" name="pant leg"/>
              <p:cNvSpPr/>
              <p:nvPr/>
            </p:nvSpPr>
            <p:spPr>
              <a:xfrm>
                <a:off x="4149547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" name="pant leg"/>
              <p:cNvSpPr/>
              <p:nvPr/>
            </p:nvSpPr>
            <p:spPr>
              <a:xfrm>
                <a:off x="4219041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" name="hips"/>
              <p:cNvSpPr/>
              <p:nvPr/>
            </p:nvSpPr>
            <p:spPr>
              <a:xfrm>
                <a:off x="4149547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" name="shoe"/>
              <p:cNvSpPr/>
              <p:nvPr/>
            </p:nvSpPr>
            <p:spPr>
              <a:xfrm>
                <a:off x="4131259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" name="shoe"/>
              <p:cNvSpPr/>
              <p:nvPr/>
            </p:nvSpPr>
            <p:spPr>
              <a:xfrm>
                <a:off x="4226356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" name="shirt"/>
              <p:cNvSpPr/>
              <p:nvPr/>
            </p:nvSpPr>
            <p:spPr>
              <a:xfrm>
                <a:off x="4142231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" name="sleeve"/>
              <p:cNvSpPr/>
              <p:nvPr/>
            </p:nvSpPr>
            <p:spPr>
              <a:xfrm>
                <a:off x="4101998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" name="sleeve"/>
              <p:cNvSpPr/>
              <p:nvPr/>
            </p:nvSpPr>
            <p:spPr>
              <a:xfrm>
                <a:off x="4273905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" name="neck"/>
              <p:cNvSpPr/>
              <p:nvPr/>
            </p:nvSpPr>
            <p:spPr>
              <a:xfrm>
                <a:off x="4197096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" name="head"/>
              <p:cNvSpPr/>
              <p:nvPr/>
            </p:nvSpPr>
            <p:spPr>
              <a:xfrm>
                <a:off x="4151376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" name="hair"/>
              <p:cNvSpPr/>
              <p:nvPr/>
            </p:nvSpPr>
            <p:spPr>
              <a:xfrm rot="16200000">
                <a:off x="4187952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" name="eye"/>
              <p:cNvSpPr/>
              <p:nvPr/>
            </p:nvSpPr>
            <p:spPr>
              <a:xfrm>
                <a:off x="4184294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" name="eye"/>
              <p:cNvSpPr/>
              <p:nvPr/>
            </p:nvSpPr>
            <p:spPr>
              <a:xfrm>
                <a:off x="4235500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" name="smile"/>
              <p:cNvSpPr/>
              <p:nvPr/>
            </p:nvSpPr>
            <p:spPr>
              <a:xfrm>
                <a:off x="4189780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5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531766" y="3178454"/>
              <a:ext cx="226771" cy="607161"/>
              <a:chOff x="4531766" y="3178454"/>
              <a:chExt cx="226771" cy="607161"/>
            </a:xfrm>
          </p:grpSpPr>
          <p:sp>
            <p:nvSpPr>
              <p:cNvPr id="655" name="arm"/>
              <p:cNvSpPr/>
              <p:nvPr/>
            </p:nvSpPr>
            <p:spPr>
              <a:xfrm>
                <a:off x="4539081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" name="arm"/>
              <p:cNvSpPr/>
              <p:nvPr/>
            </p:nvSpPr>
            <p:spPr>
              <a:xfrm>
                <a:off x="4710988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" name="pant leg"/>
              <p:cNvSpPr/>
              <p:nvPr/>
            </p:nvSpPr>
            <p:spPr>
              <a:xfrm>
                <a:off x="4579315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" name="pant leg"/>
              <p:cNvSpPr/>
              <p:nvPr/>
            </p:nvSpPr>
            <p:spPr>
              <a:xfrm>
                <a:off x="4648809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" name="hips"/>
              <p:cNvSpPr/>
              <p:nvPr/>
            </p:nvSpPr>
            <p:spPr>
              <a:xfrm>
                <a:off x="4579315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" name="shoe"/>
              <p:cNvSpPr/>
              <p:nvPr/>
            </p:nvSpPr>
            <p:spPr>
              <a:xfrm>
                <a:off x="4561027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" name="shoe"/>
              <p:cNvSpPr/>
              <p:nvPr/>
            </p:nvSpPr>
            <p:spPr>
              <a:xfrm>
                <a:off x="4656124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" name="shirt"/>
              <p:cNvSpPr/>
              <p:nvPr/>
            </p:nvSpPr>
            <p:spPr>
              <a:xfrm>
                <a:off x="4571999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" name="sleeve"/>
              <p:cNvSpPr/>
              <p:nvPr/>
            </p:nvSpPr>
            <p:spPr>
              <a:xfrm>
                <a:off x="4531766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" name="sleeve"/>
              <p:cNvSpPr/>
              <p:nvPr/>
            </p:nvSpPr>
            <p:spPr>
              <a:xfrm>
                <a:off x="4703673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" name="neck"/>
              <p:cNvSpPr/>
              <p:nvPr/>
            </p:nvSpPr>
            <p:spPr>
              <a:xfrm>
                <a:off x="4626864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" name="head"/>
              <p:cNvSpPr/>
              <p:nvPr/>
            </p:nvSpPr>
            <p:spPr>
              <a:xfrm>
                <a:off x="4581144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" name="hair"/>
              <p:cNvSpPr/>
              <p:nvPr/>
            </p:nvSpPr>
            <p:spPr>
              <a:xfrm rot="16200000">
                <a:off x="4617720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" name="eye"/>
              <p:cNvSpPr/>
              <p:nvPr/>
            </p:nvSpPr>
            <p:spPr>
              <a:xfrm>
                <a:off x="4614062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" name="eye"/>
              <p:cNvSpPr/>
              <p:nvPr/>
            </p:nvSpPr>
            <p:spPr>
              <a:xfrm>
                <a:off x="4665268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" name="smile"/>
              <p:cNvSpPr/>
              <p:nvPr/>
            </p:nvSpPr>
            <p:spPr>
              <a:xfrm>
                <a:off x="4619548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7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961534" y="3178454"/>
              <a:ext cx="226771" cy="607161"/>
              <a:chOff x="4961534" y="3178454"/>
              <a:chExt cx="226771" cy="607161"/>
            </a:xfrm>
          </p:grpSpPr>
          <p:sp>
            <p:nvSpPr>
              <p:cNvPr id="672" name="arm"/>
              <p:cNvSpPr/>
              <p:nvPr/>
            </p:nvSpPr>
            <p:spPr>
              <a:xfrm>
                <a:off x="4968849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" name="arm"/>
              <p:cNvSpPr/>
              <p:nvPr/>
            </p:nvSpPr>
            <p:spPr>
              <a:xfrm>
                <a:off x="5140756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" name="pant leg"/>
              <p:cNvSpPr/>
              <p:nvPr/>
            </p:nvSpPr>
            <p:spPr>
              <a:xfrm>
                <a:off x="5009083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" name="pant leg"/>
              <p:cNvSpPr/>
              <p:nvPr/>
            </p:nvSpPr>
            <p:spPr>
              <a:xfrm>
                <a:off x="5078577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" name="hips"/>
              <p:cNvSpPr/>
              <p:nvPr/>
            </p:nvSpPr>
            <p:spPr>
              <a:xfrm>
                <a:off x="5009083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" name="shoe"/>
              <p:cNvSpPr/>
              <p:nvPr/>
            </p:nvSpPr>
            <p:spPr>
              <a:xfrm>
                <a:off x="4990795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" name="shoe"/>
              <p:cNvSpPr/>
              <p:nvPr/>
            </p:nvSpPr>
            <p:spPr>
              <a:xfrm>
                <a:off x="5085892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" name="shirt"/>
              <p:cNvSpPr/>
              <p:nvPr/>
            </p:nvSpPr>
            <p:spPr>
              <a:xfrm>
                <a:off x="5001768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" name="sleeve"/>
              <p:cNvSpPr/>
              <p:nvPr/>
            </p:nvSpPr>
            <p:spPr>
              <a:xfrm>
                <a:off x="4961534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" name="sleeve"/>
              <p:cNvSpPr/>
              <p:nvPr/>
            </p:nvSpPr>
            <p:spPr>
              <a:xfrm>
                <a:off x="5133441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" name="neck"/>
              <p:cNvSpPr/>
              <p:nvPr/>
            </p:nvSpPr>
            <p:spPr>
              <a:xfrm>
                <a:off x="5056632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" name="head"/>
              <p:cNvSpPr/>
              <p:nvPr/>
            </p:nvSpPr>
            <p:spPr>
              <a:xfrm>
                <a:off x="5010912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" name="hair"/>
              <p:cNvSpPr/>
              <p:nvPr/>
            </p:nvSpPr>
            <p:spPr>
              <a:xfrm rot="16200000">
                <a:off x="5047488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" name="eye"/>
              <p:cNvSpPr/>
              <p:nvPr/>
            </p:nvSpPr>
            <p:spPr>
              <a:xfrm>
                <a:off x="5043830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" name="eye"/>
              <p:cNvSpPr/>
              <p:nvPr/>
            </p:nvSpPr>
            <p:spPr>
              <a:xfrm>
                <a:off x="5095036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" name="smile"/>
              <p:cNvSpPr/>
              <p:nvPr/>
            </p:nvSpPr>
            <p:spPr>
              <a:xfrm>
                <a:off x="5049316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8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101998" y="3864254"/>
              <a:ext cx="226771" cy="607162"/>
              <a:chOff x="4101998" y="3864254"/>
              <a:chExt cx="226771" cy="607162"/>
            </a:xfrm>
          </p:grpSpPr>
          <p:sp>
            <p:nvSpPr>
              <p:cNvPr id="689" name="arm"/>
              <p:cNvSpPr/>
              <p:nvPr/>
            </p:nvSpPr>
            <p:spPr>
              <a:xfrm>
                <a:off x="4109313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" name="arm"/>
              <p:cNvSpPr/>
              <p:nvPr/>
            </p:nvSpPr>
            <p:spPr>
              <a:xfrm>
                <a:off x="4281220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" name="pant leg"/>
              <p:cNvSpPr/>
              <p:nvPr/>
            </p:nvSpPr>
            <p:spPr>
              <a:xfrm>
                <a:off x="4149547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" name="pant leg"/>
              <p:cNvSpPr/>
              <p:nvPr/>
            </p:nvSpPr>
            <p:spPr>
              <a:xfrm>
                <a:off x="4219041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" name="hips"/>
              <p:cNvSpPr/>
              <p:nvPr/>
            </p:nvSpPr>
            <p:spPr>
              <a:xfrm>
                <a:off x="4149547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" name="shoe"/>
              <p:cNvSpPr/>
              <p:nvPr/>
            </p:nvSpPr>
            <p:spPr>
              <a:xfrm>
                <a:off x="4131259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" name="shoe"/>
              <p:cNvSpPr/>
              <p:nvPr/>
            </p:nvSpPr>
            <p:spPr>
              <a:xfrm>
                <a:off x="4226356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" name="shirt"/>
              <p:cNvSpPr/>
              <p:nvPr/>
            </p:nvSpPr>
            <p:spPr>
              <a:xfrm>
                <a:off x="4142231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" name="sleeve"/>
              <p:cNvSpPr/>
              <p:nvPr/>
            </p:nvSpPr>
            <p:spPr>
              <a:xfrm>
                <a:off x="4101998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" name="sleeve"/>
              <p:cNvSpPr/>
              <p:nvPr/>
            </p:nvSpPr>
            <p:spPr>
              <a:xfrm>
                <a:off x="4273905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" name="neck"/>
              <p:cNvSpPr/>
              <p:nvPr/>
            </p:nvSpPr>
            <p:spPr>
              <a:xfrm>
                <a:off x="4197096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" name="head"/>
              <p:cNvSpPr/>
              <p:nvPr/>
            </p:nvSpPr>
            <p:spPr>
              <a:xfrm>
                <a:off x="4151376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" name="hair"/>
              <p:cNvSpPr/>
              <p:nvPr/>
            </p:nvSpPr>
            <p:spPr>
              <a:xfrm rot="16200000">
                <a:off x="4187952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" name="eye"/>
              <p:cNvSpPr/>
              <p:nvPr/>
            </p:nvSpPr>
            <p:spPr>
              <a:xfrm>
                <a:off x="4184294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" name="eye"/>
              <p:cNvSpPr/>
              <p:nvPr/>
            </p:nvSpPr>
            <p:spPr>
              <a:xfrm>
                <a:off x="4235500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" name="smile"/>
              <p:cNvSpPr/>
              <p:nvPr/>
            </p:nvSpPr>
            <p:spPr>
              <a:xfrm>
                <a:off x="4189780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05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531766" y="3864254"/>
              <a:ext cx="226771" cy="607162"/>
              <a:chOff x="4531766" y="3864254"/>
              <a:chExt cx="226771" cy="607162"/>
            </a:xfrm>
          </p:grpSpPr>
          <p:sp>
            <p:nvSpPr>
              <p:cNvPr id="706" name="arm"/>
              <p:cNvSpPr/>
              <p:nvPr/>
            </p:nvSpPr>
            <p:spPr>
              <a:xfrm>
                <a:off x="4539081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" name="arm"/>
              <p:cNvSpPr/>
              <p:nvPr/>
            </p:nvSpPr>
            <p:spPr>
              <a:xfrm>
                <a:off x="4710988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" name="pant leg"/>
              <p:cNvSpPr/>
              <p:nvPr/>
            </p:nvSpPr>
            <p:spPr>
              <a:xfrm>
                <a:off x="4579315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" name="pant leg"/>
              <p:cNvSpPr/>
              <p:nvPr/>
            </p:nvSpPr>
            <p:spPr>
              <a:xfrm>
                <a:off x="4648809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hips"/>
              <p:cNvSpPr/>
              <p:nvPr/>
            </p:nvSpPr>
            <p:spPr>
              <a:xfrm>
                <a:off x="4579315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shoe"/>
              <p:cNvSpPr/>
              <p:nvPr/>
            </p:nvSpPr>
            <p:spPr>
              <a:xfrm>
                <a:off x="4561027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" name="shoe"/>
              <p:cNvSpPr/>
              <p:nvPr/>
            </p:nvSpPr>
            <p:spPr>
              <a:xfrm>
                <a:off x="4656124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" name="shirt"/>
              <p:cNvSpPr/>
              <p:nvPr/>
            </p:nvSpPr>
            <p:spPr>
              <a:xfrm>
                <a:off x="4571999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" name="sleeve"/>
              <p:cNvSpPr/>
              <p:nvPr/>
            </p:nvSpPr>
            <p:spPr>
              <a:xfrm>
                <a:off x="4531766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" name="sleeve"/>
              <p:cNvSpPr/>
              <p:nvPr/>
            </p:nvSpPr>
            <p:spPr>
              <a:xfrm>
                <a:off x="4703673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" name="neck"/>
              <p:cNvSpPr/>
              <p:nvPr/>
            </p:nvSpPr>
            <p:spPr>
              <a:xfrm>
                <a:off x="4626864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" name="head"/>
              <p:cNvSpPr/>
              <p:nvPr/>
            </p:nvSpPr>
            <p:spPr>
              <a:xfrm>
                <a:off x="4581144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" name="hair"/>
              <p:cNvSpPr/>
              <p:nvPr/>
            </p:nvSpPr>
            <p:spPr>
              <a:xfrm rot="16200000">
                <a:off x="4617720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" name="eye"/>
              <p:cNvSpPr/>
              <p:nvPr/>
            </p:nvSpPr>
            <p:spPr>
              <a:xfrm>
                <a:off x="4614062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" name="eye"/>
              <p:cNvSpPr/>
              <p:nvPr/>
            </p:nvSpPr>
            <p:spPr>
              <a:xfrm>
                <a:off x="4665268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" name="smile"/>
              <p:cNvSpPr/>
              <p:nvPr/>
            </p:nvSpPr>
            <p:spPr>
              <a:xfrm>
                <a:off x="4619548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2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4961534" y="3864254"/>
              <a:ext cx="226771" cy="607162"/>
              <a:chOff x="4961534" y="3864254"/>
              <a:chExt cx="226771" cy="607162"/>
            </a:xfrm>
          </p:grpSpPr>
          <p:sp>
            <p:nvSpPr>
              <p:cNvPr id="723" name="arm"/>
              <p:cNvSpPr/>
              <p:nvPr/>
            </p:nvSpPr>
            <p:spPr>
              <a:xfrm>
                <a:off x="4968849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" name="arm"/>
              <p:cNvSpPr/>
              <p:nvPr/>
            </p:nvSpPr>
            <p:spPr>
              <a:xfrm>
                <a:off x="5140756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" name="pant leg"/>
              <p:cNvSpPr/>
              <p:nvPr/>
            </p:nvSpPr>
            <p:spPr>
              <a:xfrm>
                <a:off x="5009083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" name="pant leg"/>
              <p:cNvSpPr/>
              <p:nvPr/>
            </p:nvSpPr>
            <p:spPr>
              <a:xfrm>
                <a:off x="5078577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" name="hips"/>
              <p:cNvSpPr/>
              <p:nvPr/>
            </p:nvSpPr>
            <p:spPr>
              <a:xfrm>
                <a:off x="5009083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" name="shoe"/>
              <p:cNvSpPr/>
              <p:nvPr/>
            </p:nvSpPr>
            <p:spPr>
              <a:xfrm>
                <a:off x="4990795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" name="shoe"/>
              <p:cNvSpPr/>
              <p:nvPr/>
            </p:nvSpPr>
            <p:spPr>
              <a:xfrm>
                <a:off x="5085892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" name="shirt"/>
              <p:cNvSpPr/>
              <p:nvPr/>
            </p:nvSpPr>
            <p:spPr>
              <a:xfrm>
                <a:off x="5001768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" name="sleeve"/>
              <p:cNvSpPr/>
              <p:nvPr/>
            </p:nvSpPr>
            <p:spPr>
              <a:xfrm>
                <a:off x="4961534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" name="sleeve"/>
              <p:cNvSpPr/>
              <p:nvPr/>
            </p:nvSpPr>
            <p:spPr>
              <a:xfrm>
                <a:off x="5133441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" name="neck"/>
              <p:cNvSpPr/>
              <p:nvPr/>
            </p:nvSpPr>
            <p:spPr>
              <a:xfrm>
                <a:off x="5056632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" name="head"/>
              <p:cNvSpPr/>
              <p:nvPr/>
            </p:nvSpPr>
            <p:spPr>
              <a:xfrm>
                <a:off x="5010912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" name="hair"/>
              <p:cNvSpPr/>
              <p:nvPr/>
            </p:nvSpPr>
            <p:spPr>
              <a:xfrm rot="16200000">
                <a:off x="5047488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" name="eye"/>
              <p:cNvSpPr/>
              <p:nvPr/>
            </p:nvSpPr>
            <p:spPr>
              <a:xfrm>
                <a:off x="5043830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" name="eye"/>
              <p:cNvSpPr/>
              <p:nvPr/>
            </p:nvSpPr>
            <p:spPr>
              <a:xfrm>
                <a:off x="5095036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" name="smile"/>
              <p:cNvSpPr/>
              <p:nvPr/>
            </p:nvSpPr>
            <p:spPr>
              <a:xfrm>
                <a:off x="5049316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739" name="Course 8 box"/>
          <p:cNvSpPr/>
          <p:nvPr/>
        </p:nvSpPr>
        <p:spPr>
          <a:xfrm>
            <a:off x="5669279" y="2834639"/>
            <a:ext cx="1645920" cy="178308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5779007" y="289864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rial"/>
              </a:rPr>
              <a:t>Course 8</a:t>
            </a:r>
          </a:p>
        </p:txBody>
      </p:sp>
      <p:grpSp>
        <p:nvGrpSpPr>
          <p:cNvPr id="741" name="Course 8" descr="Course 8: 6 figures with a mix of class-year shirt colors (not selected)."/>
          <p:cNvGrpSpPr/>
          <p:nvPr/>
        </p:nvGrpSpPr>
        <p:grpSpPr>
          <a:xfrm>
            <a:off x="5885078" y="3178454"/>
            <a:ext cx="1086307" cy="1292962"/>
            <a:chOff x="5885078" y="3178454"/>
            <a:chExt cx="1086307" cy="1292962"/>
          </a:xfrm>
        </p:grpSpPr>
        <p:grpSp>
          <p:nvGrpSpPr>
            <p:cNvPr id="742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885078" y="3178454"/>
              <a:ext cx="226771" cy="607161"/>
              <a:chOff x="5885078" y="3178454"/>
              <a:chExt cx="226771" cy="607161"/>
            </a:xfrm>
          </p:grpSpPr>
          <p:sp>
            <p:nvSpPr>
              <p:cNvPr id="743" name="arm"/>
              <p:cNvSpPr/>
              <p:nvPr/>
            </p:nvSpPr>
            <p:spPr>
              <a:xfrm>
                <a:off x="5892393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" name="arm"/>
              <p:cNvSpPr/>
              <p:nvPr/>
            </p:nvSpPr>
            <p:spPr>
              <a:xfrm>
                <a:off x="6064300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" name="pant leg"/>
              <p:cNvSpPr/>
              <p:nvPr/>
            </p:nvSpPr>
            <p:spPr>
              <a:xfrm>
                <a:off x="5932627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" name="pant leg"/>
              <p:cNvSpPr/>
              <p:nvPr/>
            </p:nvSpPr>
            <p:spPr>
              <a:xfrm>
                <a:off x="6002121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" name="hips"/>
              <p:cNvSpPr/>
              <p:nvPr/>
            </p:nvSpPr>
            <p:spPr>
              <a:xfrm>
                <a:off x="5932627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" name="shoe"/>
              <p:cNvSpPr/>
              <p:nvPr/>
            </p:nvSpPr>
            <p:spPr>
              <a:xfrm>
                <a:off x="5914339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" name="shoe"/>
              <p:cNvSpPr/>
              <p:nvPr/>
            </p:nvSpPr>
            <p:spPr>
              <a:xfrm>
                <a:off x="6009436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" name="shirt"/>
              <p:cNvSpPr/>
              <p:nvPr/>
            </p:nvSpPr>
            <p:spPr>
              <a:xfrm>
                <a:off x="5925311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" name="sleeve"/>
              <p:cNvSpPr/>
              <p:nvPr/>
            </p:nvSpPr>
            <p:spPr>
              <a:xfrm>
                <a:off x="5885078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" name="sleeve"/>
              <p:cNvSpPr/>
              <p:nvPr/>
            </p:nvSpPr>
            <p:spPr>
              <a:xfrm>
                <a:off x="6056985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" name="neck"/>
              <p:cNvSpPr/>
              <p:nvPr/>
            </p:nvSpPr>
            <p:spPr>
              <a:xfrm>
                <a:off x="5980175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" name="head"/>
              <p:cNvSpPr/>
              <p:nvPr/>
            </p:nvSpPr>
            <p:spPr>
              <a:xfrm>
                <a:off x="5934455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" name="hair"/>
              <p:cNvSpPr/>
              <p:nvPr/>
            </p:nvSpPr>
            <p:spPr>
              <a:xfrm rot="16200000">
                <a:off x="5971031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" name="eye"/>
              <p:cNvSpPr/>
              <p:nvPr/>
            </p:nvSpPr>
            <p:spPr>
              <a:xfrm>
                <a:off x="5967374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" name="eye"/>
              <p:cNvSpPr/>
              <p:nvPr/>
            </p:nvSpPr>
            <p:spPr>
              <a:xfrm>
                <a:off x="6018580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" name="smile"/>
              <p:cNvSpPr/>
              <p:nvPr/>
            </p:nvSpPr>
            <p:spPr>
              <a:xfrm>
                <a:off x="5972860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5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314846" y="3178454"/>
              <a:ext cx="226771" cy="607161"/>
              <a:chOff x="6314846" y="3178454"/>
              <a:chExt cx="226771" cy="607161"/>
            </a:xfrm>
          </p:grpSpPr>
          <p:sp>
            <p:nvSpPr>
              <p:cNvPr id="760" name="arm"/>
              <p:cNvSpPr/>
              <p:nvPr/>
            </p:nvSpPr>
            <p:spPr>
              <a:xfrm>
                <a:off x="6322161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" name="arm"/>
              <p:cNvSpPr/>
              <p:nvPr/>
            </p:nvSpPr>
            <p:spPr>
              <a:xfrm>
                <a:off x="6494068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" name="pant leg"/>
              <p:cNvSpPr/>
              <p:nvPr/>
            </p:nvSpPr>
            <p:spPr>
              <a:xfrm>
                <a:off x="6362395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" name="pant leg"/>
              <p:cNvSpPr/>
              <p:nvPr/>
            </p:nvSpPr>
            <p:spPr>
              <a:xfrm>
                <a:off x="6431889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" name="hips"/>
              <p:cNvSpPr/>
              <p:nvPr/>
            </p:nvSpPr>
            <p:spPr>
              <a:xfrm>
                <a:off x="6362395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" name="shoe"/>
              <p:cNvSpPr/>
              <p:nvPr/>
            </p:nvSpPr>
            <p:spPr>
              <a:xfrm>
                <a:off x="6344107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" name="shoe"/>
              <p:cNvSpPr/>
              <p:nvPr/>
            </p:nvSpPr>
            <p:spPr>
              <a:xfrm>
                <a:off x="6439204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" name="shirt"/>
              <p:cNvSpPr/>
              <p:nvPr/>
            </p:nvSpPr>
            <p:spPr>
              <a:xfrm>
                <a:off x="6355079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" name="sleeve"/>
              <p:cNvSpPr/>
              <p:nvPr/>
            </p:nvSpPr>
            <p:spPr>
              <a:xfrm>
                <a:off x="6314846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" name="sleeve"/>
              <p:cNvSpPr/>
              <p:nvPr/>
            </p:nvSpPr>
            <p:spPr>
              <a:xfrm>
                <a:off x="6486753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" name="neck"/>
              <p:cNvSpPr/>
              <p:nvPr/>
            </p:nvSpPr>
            <p:spPr>
              <a:xfrm>
                <a:off x="6409943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" name="head"/>
              <p:cNvSpPr/>
              <p:nvPr/>
            </p:nvSpPr>
            <p:spPr>
              <a:xfrm>
                <a:off x="6364223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" name="hair"/>
              <p:cNvSpPr/>
              <p:nvPr/>
            </p:nvSpPr>
            <p:spPr>
              <a:xfrm rot="16200000">
                <a:off x="6400799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" name="eye"/>
              <p:cNvSpPr/>
              <p:nvPr/>
            </p:nvSpPr>
            <p:spPr>
              <a:xfrm>
                <a:off x="6397142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" name="eye"/>
              <p:cNvSpPr/>
              <p:nvPr/>
            </p:nvSpPr>
            <p:spPr>
              <a:xfrm>
                <a:off x="6448348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" name="smile"/>
              <p:cNvSpPr/>
              <p:nvPr/>
            </p:nvSpPr>
            <p:spPr>
              <a:xfrm>
                <a:off x="6402628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7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744614" y="3178454"/>
              <a:ext cx="226771" cy="607161"/>
              <a:chOff x="6744614" y="3178454"/>
              <a:chExt cx="226771" cy="607161"/>
            </a:xfrm>
          </p:grpSpPr>
          <p:sp>
            <p:nvSpPr>
              <p:cNvPr id="777" name="arm"/>
              <p:cNvSpPr/>
              <p:nvPr/>
            </p:nvSpPr>
            <p:spPr>
              <a:xfrm>
                <a:off x="6751929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" name="arm"/>
              <p:cNvSpPr/>
              <p:nvPr/>
            </p:nvSpPr>
            <p:spPr>
              <a:xfrm>
                <a:off x="6923836" y="33686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" name="pant leg"/>
              <p:cNvSpPr/>
              <p:nvPr/>
            </p:nvSpPr>
            <p:spPr>
              <a:xfrm>
                <a:off x="6792163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" name="pant leg"/>
              <p:cNvSpPr/>
              <p:nvPr/>
            </p:nvSpPr>
            <p:spPr>
              <a:xfrm>
                <a:off x="6861657" y="35387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" name="hips"/>
              <p:cNvSpPr/>
              <p:nvPr/>
            </p:nvSpPr>
            <p:spPr>
              <a:xfrm>
                <a:off x="6792163" y="35332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" name="shoe"/>
              <p:cNvSpPr/>
              <p:nvPr/>
            </p:nvSpPr>
            <p:spPr>
              <a:xfrm>
                <a:off x="6773875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" name="shoe"/>
              <p:cNvSpPr/>
              <p:nvPr/>
            </p:nvSpPr>
            <p:spPr>
              <a:xfrm>
                <a:off x="6868972" y="3749039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" name="shirt"/>
              <p:cNvSpPr/>
              <p:nvPr/>
            </p:nvSpPr>
            <p:spPr>
              <a:xfrm>
                <a:off x="6784847" y="33576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" name="sleeve"/>
              <p:cNvSpPr/>
              <p:nvPr/>
            </p:nvSpPr>
            <p:spPr>
              <a:xfrm>
                <a:off x="6744614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" name="sleeve"/>
              <p:cNvSpPr/>
              <p:nvPr/>
            </p:nvSpPr>
            <p:spPr>
              <a:xfrm>
                <a:off x="6916521" y="33649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" name="neck"/>
              <p:cNvSpPr/>
              <p:nvPr/>
            </p:nvSpPr>
            <p:spPr>
              <a:xfrm>
                <a:off x="6839712" y="33320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" name="head"/>
              <p:cNvSpPr/>
              <p:nvPr/>
            </p:nvSpPr>
            <p:spPr>
              <a:xfrm>
                <a:off x="6793992" y="32186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" name="hair"/>
              <p:cNvSpPr/>
              <p:nvPr/>
            </p:nvSpPr>
            <p:spPr>
              <a:xfrm rot="16200000">
                <a:off x="6830568" y="31784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" name="eye"/>
              <p:cNvSpPr/>
              <p:nvPr/>
            </p:nvSpPr>
            <p:spPr>
              <a:xfrm>
                <a:off x="6826910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" name="eye"/>
              <p:cNvSpPr/>
              <p:nvPr/>
            </p:nvSpPr>
            <p:spPr>
              <a:xfrm>
                <a:off x="6878116" y="32900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" name="smile"/>
              <p:cNvSpPr/>
              <p:nvPr/>
            </p:nvSpPr>
            <p:spPr>
              <a:xfrm>
                <a:off x="6832396" y="32918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9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5885078" y="3864254"/>
              <a:ext cx="226771" cy="607162"/>
              <a:chOff x="5885078" y="3864254"/>
              <a:chExt cx="226771" cy="607162"/>
            </a:xfrm>
          </p:grpSpPr>
          <p:sp>
            <p:nvSpPr>
              <p:cNvPr id="794" name="arm"/>
              <p:cNvSpPr/>
              <p:nvPr/>
            </p:nvSpPr>
            <p:spPr>
              <a:xfrm>
                <a:off x="5892393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" name="arm"/>
              <p:cNvSpPr/>
              <p:nvPr/>
            </p:nvSpPr>
            <p:spPr>
              <a:xfrm>
                <a:off x="6064300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" name="pant leg"/>
              <p:cNvSpPr/>
              <p:nvPr/>
            </p:nvSpPr>
            <p:spPr>
              <a:xfrm>
                <a:off x="5932627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" name="pant leg"/>
              <p:cNvSpPr/>
              <p:nvPr/>
            </p:nvSpPr>
            <p:spPr>
              <a:xfrm>
                <a:off x="6002121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" name="hips"/>
              <p:cNvSpPr/>
              <p:nvPr/>
            </p:nvSpPr>
            <p:spPr>
              <a:xfrm>
                <a:off x="5932627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" name="shoe"/>
              <p:cNvSpPr/>
              <p:nvPr/>
            </p:nvSpPr>
            <p:spPr>
              <a:xfrm>
                <a:off x="5914339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" name="shoe"/>
              <p:cNvSpPr/>
              <p:nvPr/>
            </p:nvSpPr>
            <p:spPr>
              <a:xfrm>
                <a:off x="6009436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" name="shirt"/>
              <p:cNvSpPr/>
              <p:nvPr/>
            </p:nvSpPr>
            <p:spPr>
              <a:xfrm>
                <a:off x="5925311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" name="sleeve"/>
              <p:cNvSpPr/>
              <p:nvPr/>
            </p:nvSpPr>
            <p:spPr>
              <a:xfrm>
                <a:off x="5885078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" name="sleeve"/>
              <p:cNvSpPr/>
              <p:nvPr/>
            </p:nvSpPr>
            <p:spPr>
              <a:xfrm>
                <a:off x="6056985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D55E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" name="neck"/>
              <p:cNvSpPr/>
              <p:nvPr/>
            </p:nvSpPr>
            <p:spPr>
              <a:xfrm>
                <a:off x="5980175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" name="head"/>
              <p:cNvSpPr/>
              <p:nvPr/>
            </p:nvSpPr>
            <p:spPr>
              <a:xfrm>
                <a:off x="5934455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" name="hair"/>
              <p:cNvSpPr/>
              <p:nvPr/>
            </p:nvSpPr>
            <p:spPr>
              <a:xfrm rot="16200000">
                <a:off x="5971031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" name="eye"/>
              <p:cNvSpPr/>
              <p:nvPr/>
            </p:nvSpPr>
            <p:spPr>
              <a:xfrm>
                <a:off x="5967374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" name="eye"/>
              <p:cNvSpPr/>
              <p:nvPr/>
            </p:nvSpPr>
            <p:spPr>
              <a:xfrm>
                <a:off x="6018580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" name="smile"/>
              <p:cNvSpPr/>
              <p:nvPr/>
            </p:nvSpPr>
            <p:spPr>
              <a:xfrm>
                <a:off x="5972860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1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314846" y="3864254"/>
              <a:ext cx="226771" cy="607162"/>
              <a:chOff x="6314846" y="3864254"/>
              <a:chExt cx="226771" cy="607162"/>
            </a:xfrm>
          </p:grpSpPr>
          <p:sp>
            <p:nvSpPr>
              <p:cNvPr id="811" name="arm"/>
              <p:cNvSpPr/>
              <p:nvPr/>
            </p:nvSpPr>
            <p:spPr>
              <a:xfrm>
                <a:off x="6322161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" name="arm"/>
              <p:cNvSpPr/>
              <p:nvPr/>
            </p:nvSpPr>
            <p:spPr>
              <a:xfrm>
                <a:off x="6494068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" name="pant leg"/>
              <p:cNvSpPr/>
              <p:nvPr/>
            </p:nvSpPr>
            <p:spPr>
              <a:xfrm>
                <a:off x="6362395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" name="pant leg"/>
              <p:cNvSpPr/>
              <p:nvPr/>
            </p:nvSpPr>
            <p:spPr>
              <a:xfrm>
                <a:off x="6431889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" name="hips"/>
              <p:cNvSpPr/>
              <p:nvPr/>
            </p:nvSpPr>
            <p:spPr>
              <a:xfrm>
                <a:off x="6362395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" name="shoe"/>
              <p:cNvSpPr/>
              <p:nvPr/>
            </p:nvSpPr>
            <p:spPr>
              <a:xfrm>
                <a:off x="6344107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" name="shoe"/>
              <p:cNvSpPr/>
              <p:nvPr/>
            </p:nvSpPr>
            <p:spPr>
              <a:xfrm>
                <a:off x="6439204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" name="shirt"/>
              <p:cNvSpPr/>
              <p:nvPr/>
            </p:nvSpPr>
            <p:spPr>
              <a:xfrm>
                <a:off x="6355079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" name="sleeve"/>
              <p:cNvSpPr/>
              <p:nvPr/>
            </p:nvSpPr>
            <p:spPr>
              <a:xfrm>
                <a:off x="6314846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" name="sleeve"/>
              <p:cNvSpPr/>
              <p:nvPr/>
            </p:nvSpPr>
            <p:spPr>
              <a:xfrm>
                <a:off x="6486753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" name="neck"/>
              <p:cNvSpPr/>
              <p:nvPr/>
            </p:nvSpPr>
            <p:spPr>
              <a:xfrm>
                <a:off x="6409943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" name="head"/>
              <p:cNvSpPr/>
              <p:nvPr/>
            </p:nvSpPr>
            <p:spPr>
              <a:xfrm>
                <a:off x="6364223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" name="hair"/>
              <p:cNvSpPr/>
              <p:nvPr/>
            </p:nvSpPr>
            <p:spPr>
              <a:xfrm rot="16200000">
                <a:off x="6400799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" name="eye"/>
              <p:cNvSpPr/>
              <p:nvPr/>
            </p:nvSpPr>
            <p:spPr>
              <a:xfrm>
                <a:off x="6397142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" name="eye"/>
              <p:cNvSpPr/>
              <p:nvPr/>
            </p:nvSpPr>
            <p:spPr>
              <a:xfrm>
                <a:off x="6448348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" name="smile"/>
              <p:cNvSpPr/>
              <p:nvPr/>
            </p:nvSpPr>
            <p:spPr>
              <a:xfrm>
                <a:off x="6402628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2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6744614" y="3864254"/>
              <a:ext cx="226771" cy="607162"/>
              <a:chOff x="6744614" y="3864254"/>
              <a:chExt cx="226771" cy="607162"/>
            </a:xfrm>
          </p:grpSpPr>
          <p:sp>
            <p:nvSpPr>
              <p:cNvPr id="828" name="arm"/>
              <p:cNvSpPr/>
              <p:nvPr/>
            </p:nvSpPr>
            <p:spPr>
              <a:xfrm>
                <a:off x="6751929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" name="arm"/>
              <p:cNvSpPr/>
              <p:nvPr/>
            </p:nvSpPr>
            <p:spPr>
              <a:xfrm>
                <a:off x="6923836" y="4054449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" name="pant leg"/>
              <p:cNvSpPr/>
              <p:nvPr/>
            </p:nvSpPr>
            <p:spPr>
              <a:xfrm>
                <a:off x="6792163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" name="pant leg"/>
              <p:cNvSpPr/>
              <p:nvPr/>
            </p:nvSpPr>
            <p:spPr>
              <a:xfrm>
                <a:off x="6861657" y="4224527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" name="hips"/>
              <p:cNvSpPr/>
              <p:nvPr/>
            </p:nvSpPr>
            <p:spPr>
              <a:xfrm>
                <a:off x="6792163" y="4219041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" name="shoe"/>
              <p:cNvSpPr/>
              <p:nvPr/>
            </p:nvSpPr>
            <p:spPr>
              <a:xfrm>
                <a:off x="6773875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" name="shoe"/>
              <p:cNvSpPr/>
              <p:nvPr/>
            </p:nvSpPr>
            <p:spPr>
              <a:xfrm>
                <a:off x="6868972" y="4434840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" name="shirt"/>
              <p:cNvSpPr/>
              <p:nvPr/>
            </p:nvSpPr>
            <p:spPr>
              <a:xfrm>
                <a:off x="6784847" y="4043476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" name="sleeve"/>
              <p:cNvSpPr/>
              <p:nvPr/>
            </p:nvSpPr>
            <p:spPr>
              <a:xfrm>
                <a:off x="6744614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" name="sleeve"/>
              <p:cNvSpPr/>
              <p:nvPr/>
            </p:nvSpPr>
            <p:spPr>
              <a:xfrm>
                <a:off x="6916521" y="4050791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" name="neck"/>
              <p:cNvSpPr/>
              <p:nvPr/>
            </p:nvSpPr>
            <p:spPr>
              <a:xfrm>
                <a:off x="6839712" y="4017873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" name="head"/>
              <p:cNvSpPr/>
              <p:nvPr/>
            </p:nvSpPr>
            <p:spPr>
              <a:xfrm>
                <a:off x="6793992" y="3904487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" name="hair"/>
              <p:cNvSpPr/>
              <p:nvPr/>
            </p:nvSpPr>
            <p:spPr>
              <a:xfrm rot="16200000">
                <a:off x="6830568" y="3864254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" name="eye"/>
              <p:cNvSpPr/>
              <p:nvPr/>
            </p:nvSpPr>
            <p:spPr>
              <a:xfrm>
                <a:off x="6826910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" name="eye"/>
              <p:cNvSpPr/>
              <p:nvPr/>
            </p:nvSpPr>
            <p:spPr>
              <a:xfrm>
                <a:off x="6878116" y="3975811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" name="smile"/>
              <p:cNvSpPr/>
              <p:nvPr/>
            </p:nvSpPr>
            <p:spPr>
              <a:xfrm>
                <a:off x="6832396" y="3977639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844" name="Sample box"/>
          <p:cNvSpPr/>
          <p:nvPr/>
        </p:nvSpPr>
        <p:spPr>
          <a:xfrm>
            <a:off x="7680960" y="868680"/>
            <a:ext cx="4160520" cy="3749039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TextBox 844"/>
          <p:cNvSpPr txBox="1"/>
          <p:nvPr/>
        </p:nvSpPr>
        <p:spPr>
          <a:xfrm>
            <a:off x="7818120" y="94183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Sample: everyone in Courses 2 and 7</a:t>
            </a:r>
          </a:p>
        </p:txBody>
      </p:sp>
      <p:grpSp>
        <p:nvGrpSpPr>
          <p:cNvPr id="846" name="Sample - 12 students" descr="Sample: all 6 students from Course 2 and all 6 from Course 7, with a mix of class years."/>
          <p:cNvGrpSpPr/>
          <p:nvPr/>
        </p:nvGrpSpPr>
        <p:grpSpPr>
          <a:xfrm>
            <a:off x="8061350" y="1880006"/>
            <a:ext cx="3061411" cy="2207361"/>
            <a:chOff x="8061350" y="1880006"/>
            <a:chExt cx="3061411" cy="2207361"/>
          </a:xfrm>
        </p:grpSpPr>
        <p:grpSp>
          <p:nvGrpSpPr>
            <p:cNvPr id="849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061350" y="1880006"/>
              <a:ext cx="226771" cy="607162"/>
              <a:chOff x="8061350" y="1880006"/>
              <a:chExt cx="226771" cy="607162"/>
            </a:xfrm>
          </p:grpSpPr>
          <p:sp>
            <p:nvSpPr>
              <p:cNvPr id="850" name="arm"/>
              <p:cNvSpPr/>
              <p:nvPr/>
            </p:nvSpPr>
            <p:spPr>
              <a:xfrm>
                <a:off x="8068665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" name="arm"/>
              <p:cNvSpPr/>
              <p:nvPr/>
            </p:nvSpPr>
            <p:spPr>
              <a:xfrm>
                <a:off x="8240572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" name="pant leg"/>
              <p:cNvSpPr/>
              <p:nvPr/>
            </p:nvSpPr>
            <p:spPr>
              <a:xfrm>
                <a:off x="8108899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" name="pant leg"/>
              <p:cNvSpPr/>
              <p:nvPr/>
            </p:nvSpPr>
            <p:spPr>
              <a:xfrm>
                <a:off x="8178393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" name="hips"/>
              <p:cNvSpPr/>
              <p:nvPr/>
            </p:nvSpPr>
            <p:spPr>
              <a:xfrm>
                <a:off x="8108899" y="22347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" name="shoe"/>
              <p:cNvSpPr/>
              <p:nvPr/>
            </p:nvSpPr>
            <p:spPr>
              <a:xfrm>
                <a:off x="8090611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" name="shoe"/>
              <p:cNvSpPr/>
              <p:nvPr/>
            </p:nvSpPr>
            <p:spPr>
              <a:xfrm>
                <a:off x="8185708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" name="shirt"/>
              <p:cNvSpPr/>
              <p:nvPr/>
            </p:nvSpPr>
            <p:spPr>
              <a:xfrm>
                <a:off x="8101584" y="20592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" name="sleeve"/>
              <p:cNvSpPr/>
              <p:nvPr/>
            </p:nvSpPr>
            <p:spPr>
              <a:xfrm>
                <a:off x="8061350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" name="sleeve"/>
              <p:cNvSpPr/>
              <p:nvPr/>
            </p:nvSpPr>
            <p:spPr>
              <a:xfrm>
                <a:off x="8233257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" name="neck"/>
              <p:cNvSpPr/>
              <p:nvPr/>
            </p:nvSpPr>
            <p:spPr>
              <a:xfrm>
                <a:off x="8156448" y="20336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" name="head"/>
              <p:cNvSpPr/>
              <p:nvPr/>
            </p:nvSpPr>
            <p:spPr>
              <a:xfrm>
                <a:off x="8110728" y="19202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" name="hair"/>
              <p:cNvSpPr/>
              <p:nvPr/>
            </p:nvSpPr>
            <p:spPr>
              <a:xfrm rot="16200000">
                <a:off x="8147304" y="18800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" name="eye"/>
              <p:cNvSpPr/>
              <p:nvPr/>
            </p:nvSpPr>
            <p:spPr>
              <a:xfrm>
                <a:off x="8143646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" name="eye"/>
              <p:cNvSpPr/>
              <p:nvPr/>
            </p:nvSpPr>
            <p:spPr>
              <a:xfrm>
                <a:off x="8194852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" name="smile"/>
              <p:cNvSpPr/>
              <p:nvPr/>
            </p:nvSpPr>
            <p:spPr>
              <a:xfrm>
                <a:off x="8149132" y="19933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66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628278" y="1880006"/>
              <a:ext cx="226771" cy="607162"/>
              <a:chOff x="8628278" y="1880006"/>
              <a:chExt cx="226771" cy="607162"/>
            </a:xfrm>
          </p:grpSpPr>
          <p:sp>
            <p:nvSpPr>
              <p:cNvPr id="867" name="arm"/>
              <p:cNvSpPr/>
              <p:nvPr/>
            </p:nvSpPr>
            <p:spPr>
              <a:xfrm>
                <a:off x="8635593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" name="arm"/>
              <p:cNvSpPr/>
              <p:nvPr/>
            </p:nvSpPr>
            <p:spPr>
              <a:xfrm>
                <a:off x="8807500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" name="pant leg"/>
              <p:cNvSpPr/>
              <p:nvPr/>
            </p:nvSpPr>
            <p:spPr>
              <a:xfrm>
                <a:off x="8675827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" name="pant leg"/>
              <p:cNvSpPr/>
              <p:nvPr/>
            </p:nvSpPr>
            <p:spPr>
              <a:xfrm>
                <a:off x="8745321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" name="hips"/>
              <p:cNvSpPr/>
              <p:nvPr/>
            </p:nvSpPr>
            <p:spPr>
              <a:xfrm>
                <a:off x="8675827" y="22347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" name="shoe"/>
              <p:cNvSpPr/>
              <p:nvPr/>
            </p:nvSpPr>
            <p:spPr>
              <a:xfrm>
                <a:off x="8657539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" name="shoe"/>
              <p:cNvSpPr/>
              <p:nvPr/>
            </p:nvSpPr>
            <p:spPr>
              <a:xfrm>
                <a:off x="8752636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" name="shirt"/>
              <p:cNvSpPr/>
              <p:nvPr/>
            </p:nvSpPr>
            <p:spPr>
              <a:xfrm>
                <a:off x="8668512" y="20592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" name="sleeve"/>
              <p:cNvSpPr/>
              <p:nvPr/>
            </p:nvSpPr>
            <p:spPr>
              <a:xfrm>
                <a:off x="8628278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" name="sleeve"/>
              <p:cNvSpPr/>
              <p:nvPr/>
            </p:nvSpPr>
            <p:spPr>
              <a:xfrm>
                <a:off x="8800185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" name="neck"/>
              <p:cNvSpPr/>
              <p:nvPr/>
            </p:nvSpPr>
            <p:spPr>
              <a:xfrm>
                <a:off x="8723376" y="20336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" name="head"/>
              <p:cNvSpPr/>
              <p:nvPr/>
            </p:nvSpPr>
            <p:spPr>
              <a:xfrm>
                <a:off x="8677656" y="19202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" name="hair"/>
              <p:cNvSpPr/>
              <p:nvPr/>
            </p:nvSpPr>
            <p:spPr>
              <a:xfrm rot="16200000">
                <a:off x="8714232" y="18800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" name="eye"/>
              <p:cNvSpPr/>
              <p:nvPr/>
            </p:nvSpPr>
            <p:spPr>
              <a:xfrm>
                <a:off x="8710574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" name="eye"/>
              <p:cNvSpPr/>
              <p:nvPr/>
            </p:nvSpPr>
            <p:spPr>
              <a:xfrm>
                <a:off x="8761780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" name="smile"/>
              <p:cNvSpPr/>
              <p:nvPr/>
            </p:nvSpPr>
            <p:spPr>
              <a:xfrm>
                <a:off x="8716060" y="19933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8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195206" y="1880006"/>
              <a:ext cx="226771" cy="607162"/>
              <a:chOff x="9195206" y="1880006"/>
              <a:chExt cx="226771" cy="607162"/>
            </a:xfrm>
          </p:grpSpPr>
          <p:sp>
            <p:nvSpPr>
              <p:cNvPr id="884" name="arm"/>
              <p:cNvSpPr/>
              <p:nvPr/>
            </p:nvSpPr>
            <p:spPr>
              <a:xfrm>
                <a:off x="9202521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" name="arm"/>
              <p:cNvSpPr/>
              <p:nvPr/>
            </p:nvSpPr>
            <p:spPr>
              <a:xfrm>
                <a:off x="9374428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" name="pant leg"/>
              <p:cNvSpPr/>
              <p:nvPr/>
            </p:nvSpPr>
            <p:spPr>
              <a:xfrm>
                <a:off x="9242755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" name="pant leg"/>
              <p:cNvSpPr/>
              <p:nvPr/>
            </p:nvSpPr>
            <p:spPr>
              <a:xfrm>
                <a:off x="9312249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" name="hips"/>
              <p:cNvSpPr/>
              <p:nvPr/>
            </p:nvSpPr>
            <p:spPr>
              <a:xfrm>
                <a:off x="9242755" y="22347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" name="shoe"/>
              <p:cNvSpPr/>
              <p:nvPr/>
            </p:nvSpPr>
            <p:spPr>
              <a:xfrm>
                <a:off x="9224467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" name="shoe"/>
              <p:cNvSpPr/>
              <p:nvPr/>
            </p:nvSpPr>
            <p:spPr>
              <a:xfrm>
                <a:off x="9319564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" name="shirt"/>
              <p:cNvSpPr/>
              <p:nvPr/>
            </p:nvSpPr>
            <p:spPr>
              <a:xfrm>
                <a:off x="9235440" y="20592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" name="sleeve"/>
              <p:cNvSpPr/>
              <p:nvPr/>
            </p:nvSpPr>
            <p:spPr>
              <a:xfrm>
                <a:off x="9195206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" name="sleeve"/>
              <p:cNvSpPr/>
              <p:nvPr/>
            </p:nvSpPr>
            <p:spPr>
              <a:xfrm>
                <a:off x="9367113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" name="neck"/>
              <p:cNvSpPr/>
              <p:nvPr/>
            </p:nvSpPr>
            <p:spPr>
              <a:xfrm>
                <a:off x="9290304" y="20336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" name="head"/>
              <p:cNvSpPr/>
              <p:nvPr/>
            </p:nvSpPr>
            <p:spPr>
              <a:xfrm>
                <a:off x="9244584" y="19202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" name="hair"/>
              <p:cNvSpPr/>
              <p:nvPr/>
            </p:nvSpPr>
            <p:spPr>
              <a:xfrm rot="16200000">
                <a:off x="9281160" y="18800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" name="eye"/>
              <p:cNvSpPr/>
              <p:nvPr/>
            </p:nvSpPr>
            <p:spPr>
              <a:xfrm>
                <a:off x="9277502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" name="eye"/>
              <p:cNvSpPr/>
              <p:nvPr/>
            </p:nvSpPr>
            <p:spPr>
              <a:xfrm>
                <a:off x="9328708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" name="smile"/>
              <p:cNvSpPr/>
              <p:nvPr/>
            </p:nvSpPr>
            <p:spPr>
              <a:xfrm>
                <a:off x="9282988" y="19933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0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762134" y="1880006"/>
              <a:ext cx="226771" cy="607162"/>
              <a:chOff x="9762134" y="1880006"/>
              <a:chExt cx="226771" cy="607162"/>
            </a:xfrm>
          </p:grpSpPr>
          <p:sp>
            <p:nvSpPr>
              <p:cNvPr id="901" name="arm"/>
              <p:cNvSpPr/>
              <p:nvPr/>
            </p:nvSpPr>
            <p:spPr>
              <a:xfrm>
                <a:off x="9769449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" name="arm"/>
              <p:cNvSpPr/>
              <p:nvPr/>
            </p:nvSpPr>
            <p:spPr>
              <a:xfrm>
                <a:off x="9941356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" name="pant leg"/>
              <p:cNvSpPr/>
              <p:nvPr/>
            </p:nvSpPr>
            <p:spPr>
              <a:xfrm>
                <a:off x="9809683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" name="pant leg"/>
              <p:cNvSpPr/>
              <p:nvPr/>
            </p:nvSpPr>
            <p:spPr>
              <a:xfrm>
                <a:off x="9879177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" name="hips"/>
              <p:cNvSpPr/>
              <p:nvPr/>
            </p:nvSpPr>
            <p:spPr>
              <a:xfrm>
                <a:off x="9809683" y="22347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" name="shoe"/>
              <p:cNvSpPr/>
              <p:nvPr/>
            </p:nvSpPr>
            <p:spPr>
              <a:xfrm>
                <a:off x="9791395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" name="shoe"/>
              <p:cNvSpPr/>
              <p:nvPr/>
            </p:nvSpPr>
            <p:spPr>
              <a:xfrm>
                <a:off x="9886492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" name="shirt"/>
              <p:cNvSpPr/>
              <p:nvPr/>
            </p:nvSpPr>
            <p:spPr>
              <a:xfrm>
                <a:off x="9802368" y="20592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" name="sleeve"/>
              <p:cNvSpPr/>
              <p:nvPr/>
            </p:nvSpPr>
            <p:spPr>
              <a:xfrm>
                <a:off x="9762134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" name="sleeve"/>
              <p:cNvSpPr/>
              <p:nvPr/>
            </p:nvSpPr>
            <p:spPr>
              <a:xfrm>
                <a:off x="9934041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56B4E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" name="neck"/>
              <p:cNvSpPr/>
              <p:nvPr/>
            </p:nvSpPr>
            <p:spPr>
              <a:xfrm>
                <a:off x="9857232" y="20336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" name="head"/>
              <p:cNvSpPr/>
              <p:nvPr/>
            </p:nvSpPr>
            <p:spPr>
              <a:xfrm>
                <a:off x="9811512" y="19202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" name="hair"/>
              <p:cNvSpPr/>
              <p:nvPr/>
            </p:nvSpPr>
            <p:spPr>
              <a:xfrm rot="16200000">
                <a:off x="9848088" y="18800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" name="eye"/>
              <p:cNvSpPr/>
              <p:nvPr/>
            </p:nvSpPr>
            <p:spPr>
              <a:xfrm>
                <a:off x="9844430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" name="eye"/>
              <p:cNvSpPr/>
              <p:nvPr/>
            </p:nvSpPr>
            <p:spPr>
              <a:xfrm>
                <a:off x="9895636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" name="smile"/>
              <p:cNvSpPr/>
              <p:nvPr/>
            </p:nvSpPr>
            <p:spPr>
              <a:xfrm>
                <a:off x="9849916" y="19933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1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329062" y="1880006"/>
              <a:ext cx="226771" cy="607162"/>
              <a:chOff x="10329062" y="1880006"/>
              <a:chExt cx="226771" cy="607162"/>
            </a:xfrm>
          </p:grpSpPr>
          <p:sp>
            <p:nvSpPr>
              <p:cNvPr id="918" name="arm"/>
              <p:cNvSpPr/>
              <p:nvPr/>
            </p:nvSpPr>
            <p:spPr>
              <a:xfrm>
                <a:off x="10336377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" name="arm"/>
              <p:cNvSpPr/>
              <p:nvPr/>
            </p:nvSpPr>
            <p:spPr>
              <a:xfrm>
                <a:off x="10508284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" name="pant leg"/>
              <p:cNvSpPr/>
              <p:nvPr/>
            </p:nvSpPr>
            <p:spPr>
              <a:xfrm>
                <a:off x="10376611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" name="pant leg"/>
              <p:cNvSpPr/>
              <p:nvPr/>
            </p:nvSpPr>
            <p:spPr>
              <a:xfrm>
                <a:off x="10446105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" name="hips"/>
              <p:cNvSpPr/>
              <p:nvPr/>
            </p:nvSpPr>
            <p:spPr>
              <a:xfrm>
                <a:off x="10376611" y="22347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" name="shoe"/>
              <p:cNvSpPr/>
              <p:nvPr/>
            </p:nvSpPr>
            <p:spPr>
              <a:xfrm>
                <a:off x="10358323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" name="shoe"/>
              <p:cNvSpPr/>
              <p:nvPr/>
            </p:nvSpPr>
            <p:spPr>
              <a:xfrm>
                <a:off x="10453420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" name="shirt"/>
              <p:cNvSpPr/>
              <p:nvPr/>
            </p:nvSpPr>
            <p:spPr>
              <a:xfrm>
                <a:off x="10369296" y="20592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" name="sleeve"/>
              <p:cNvSpPr/>
              <p:nvPr/>
            </p:nvSpPr>
            <p:spPr>
              <a:xfrm>
                <a:off x="10329062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" name="sleeve"/>
              <p:cNvSpPr/>
              <p:nvPr/>
            </p:nvSpPr>
            <p:spPr>
              <a:xfrm>
                <a:off x="10500969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" name="neck"/>
              <p:cNvSpPr/>
              <p:nvPr/>
            </p:nvSpPr>
            <p:spPr>
              <a:xfrm>
                <a:off x="10424160" y="20336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" name="head"/>
              <p:cNvSpPr/>
              <p:nvPr/>
            </p:nvSpPr>
            <p:spPr>
              <a:xfrm>
                <a:off x="10378440" y="19202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" name="hair"/>
              <p:cNvSpPr/>
              <p:nvPr/>
            </p:nvSpPr>
            <p:spPr>
              <a:xfrm rot="16200000">
                <a:off x="10415016" y="18800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" name="eye"/>
              <p:cNvSpPr/>
              <p:nvPr/>
            </p:nvSpPr>
            <p:spPr>
              <a:xfrm>
                <a:off x="10411358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" name="eye"/>
              <p:cNvSpPr/>
              <p:nvPr/>
            </p:nvSpPr>
            <p:spPr>
              <a:xfrm>
                <a:off x="10462564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" name="smile"/>
              <p:cNvSpPr/>
              <p:nvPr/>
            </p:nvSpPr>
            <p:spPr>
              <a:xfrm>
                <a:off x="10416844" y="19933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3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895990" y="1880006"/>
              <a:ext cx="226771" cy="607162"/>
              <a:chOff x="10895990" y="1880006"/>
              <a:chExt cx="226771" cy="607162"/>
            </a:xfrm>
          </p:grpSpPr>
          <p:sp>
            <p:nvSpPr>
              <p:cNvPr id="935" name="arm"/>
              <p:cNvSpPr/>
              <p:nvPr/>
            </p:nvSpPr>
            <p:spPr>
              <a:xfrm>
                <a:off x="10903305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" name="arm"/>
              <p:cNvSpPr/>
              <p:nvPr/>
            </p:nvSpPr>
            <p:spPr>
              <a:xfrm>
                <a:off x="11075212" y="20702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" name="pant leg"/>
              <p:cNvSpPr/>
              <p:nvPr/>
            </p:nvSpPr>
            <p:spPr>
              <a:xfrm>
                <a:off x="10943539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" name="pant leg"/>
              <p:cNvSpPr/>
              <p:nvPr/>
            </p:nvSpPr>
            <p:spPr>
              <a:xfrm>
                <a:off x="11013033" y="22402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" name="hips"/>
              <p:cNvSpPr/>
              <p:nvPr/>
            </p:nvSpPr>
            <p:spPr>
              <a:xfrm>
                <a:off x="10943539" y="22347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" name="shoe"/>
              <p:cNvSpPr/>
              <p:nvPr/>
            </p:nvSpPr>
            <p:spPr>
              <a:xfrm>
                <a:off x="10925251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" name="shoe"/>
              <p:cNvSpPr/>
              <p:nvPr/>
            </p:nvSpPr>
            <p:spPr>
              <a:xfrm>
                <a:off x="11020348" y="2450592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" name="shirt"/>
              <p:cNvSpPr/>
              <p:nvPr/>
            </p:nvSpPr>
            <p:spPr>
              <a:xfrm>
                <a:off x="10936224" y="20592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" name="sleeve"/>
              <p:cNvSpPr/>
              <p:nvPr/>
            </p:nvSpPr>
            <p:spPr>
              <a:xfrm>
                <a:off x="10895990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" name="sleeve"/>
              <p:cNvSpPr/>
              <p:nvPr/>
            </p:nvSpPr>
            <p:spPr>
              <a:xfrm>
                <a:off x="11067897" y="20665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" name="neck"/>
              <p:cNvSpPr/>
              <p:nvPr/>
            </p:nvSpPr>
            <p:spPr>
              <a:xfrm>
                <a:off x="10991088" y="20336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" name="head"/>
              <p:cNvSpPr/>
              <p:nvPr/>
            </p:nvSpPr>
            <p:spPr>
              <a:xfrm>
                <a:off x="10945368" y="19202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" name="hair"/>
              <p:cNvSpPr/>
              <p:nvPr/>
            </p:nvSpPr>
            <p:spPr>
              <a:xfrm rot="16200000">
                <a:off x="10981944" y="18800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" name="eye"/>
              <p:cNvSpPr/>
              <p:nvPr/>
            </p:nvSpPr>
            <p:spPr>
              <a:xfrm>
                <a:off x="10978286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" name="eye"/>
              <p:cNvSpPr/>
              <p:nvPr/>
            </p:nvSpPr>
            <p:spPr>
              <a:xfrm>
                <a:off x="11029492" y="19915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" name="smile"/>
              <p:cNvSpPr/>
              <p:nvPr/>
            </p:nvSpPr>
            <p:spPr>
              <a:xfrm>
                <a:off x="10983772" y="19933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53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061350" y="3480206"/>
              <a:ext cx="226771" cy="607161"/>
              <a:chOff x="8061350" y="3480206"/>
              <a:chExt cx="226771" cy="607161"/>
            </a:xfrm>
          </p:grpSpPr>
          <p:sp>
            <p:nvSpPr>
              <p:cNvPr id="954" name="arm"/>
              <p:cNvSpPr/>
              <p:nvPr/>
            </p:nvSpPr>
            <p:spPr>
              <a:xfrm>
                <a:off x="8068665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" name="arm"/>
              <p:cNvSpPr/>
              <p:nvPr/>
            </p:nvSpPr>
            <p:spPr>
              <a:xfrm>
                <a:off x="8240572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" name="pant leg"/>
              <p:cNvSpPr/>
              <p:nvPr/>
            </p:nvSpPr>
            <p:spPr>
              <a:xfrm>
                <a:off x="8108899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" name="pant leg"/>
              <p:cNvSpPr/>
              <p:nvPr/>
            </p:nvSpPr>
            <p:spPr>
              <a:xfrm>
                <a:off x="8178393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" name="hips"/>
              <p:cNvSpPr/>
              <p:nvPr/>
            </p:nvSpPr>
            <p:spPr>
              <a:xfrm>
                <a:off x="8108899" y="38349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" name="shoe"/>
              <p:cNvSpPr/>
              <p:nvPr/>
            </p:nvSpPr>
            <p:spPr>
              <a:xfrm>
                <a:off x="8090611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" name="shoe"/>
              <p:cNvSpPr/>
              <p:nvPr/>
            </p:nvSpPr>
            <p:spPr>
              <a:xfrm>
                <a:off x="8185708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" name="shirt"/>
              <p:cNvSpPr/>
              <p:nvPr/>
            </p:nvSpPr>
            <p:spPr>
              <a:xfrm>
                <a:off x="8101584" y="36594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" name="sleeve"/>
              <p:cNvSpPr/>
              <p:nvPr/>
            </p:nvSpPr>
            <p:spPr>
              <a:xfrm>
                <a:off x="8061350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" name="sleeve"/>
              <p:cNvSpPr/>
              <p:nvPr/>
            </p:nvSpPr>
            <p:spPr>
              <a:xfrm>
                <a:off x="8233257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" name="neck"/>
              <p:cNvSpPr/>
              <p:nvPr/>
            </p:nvSpPr>
            <p:spPr>
              <a:xfrm>
                <a:off x="8156448" y="36338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" name="head"/>
              <p:cNvSpPr/>
              <p:nvPr/>
            </p:nvSpPr>
            <p:spPr>
              <a:xfrm>
                <a:off x="8110728" y="35204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" name="hair"/>
              <p:cNvSpPr/>
              <p:nvPr/>
            </p:nvSpPr>
            <p:spPr>
              <a:xfrm rot="16200000">
                <a:off x="8147304" y="34802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" name="eye"/>
              <p:cNvSpPr/>
              <p:nvPr/>
            </p:nvSpPr>
            <p:spPr>
              <a:xfrm>
                <a:off x="8143646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" name="eye"/>
              <p:cNvSpPr/>
              <p:nvPr/>
            </p:nvSpPr>
            <p:spPr>
              <a:xfrm>
                <a:off x="8194852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" name="smile"/>
              <p:cNvSpPr/>
              <p:nvPr/>
            </p:nvSpPr>
            <p:spPr>
              <a:xfrm>
                <a:off x="8149132" y="35935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70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8628278" y="3480206"/>
              <a:ext cx="226771" cy="607161"/>
              <a:chOff x="8628278" y="3480206"/>
              <a:chExt cx="226771" cy="607161"/>
            </a:xfrm>
          </p:grpSpPr>
          <p:sp>
            <p:nvSpPr>
              <p:cNvPr id="971" name="arm"/>
              <p:cNvSpPr/>
              <p:nvPr/>
            </p:nvSpPr>
            <p:spPr>
              <a:xfrm>
                <a:off x="8635593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" name="arm"/>
              <p:cNvSpPr/>
              <p:nvPr/>
            </p:nvSpPr>
            <p:spPr>
              <a:xfrm>
                <a:off x="8807500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" name="pant leg"/>
              <p:cNvSpPr/>
              <p:nvPr/>
            </p:nvSpPr>
            <p:spPr>
              <a:xfrm>
                <a:off x="8675827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" name="pant leg"/>
              <p:cNvSpPr/>
              <p:nvPr/>
            </p:nvSpPr>
            <p:spPr>
              <a:xfrm>
                <a:off x="8745321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" name="hips"/>
              <p:cNvSpPr/>
              <p:nvPr/>
            </p:nvSpPr>
            <p:spPr>
              <a:xfrm>
                <a:off x="8675827" y="38349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" name="shoe"/>
              <p:cNvSpPr/>
              <p:nvPr/>
            </p:nvSpPr>
            <p:spPr>
              <a:xfrm>
                <a:off x="8657539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" name="shoe"/>
              <p:cNvSpPr/>
              <p:nvPr/>
            </p:nvSpPr>
            <p:spPr>
              <a:xfrm>
                <a:off x="8752636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" name="shirt"/>
              <p:cNvSpPr/>
              <p:nvPr/>
            </p:nvSpPr>
            <p:spPr>
              <a:xfrm>
                <a:off x="8668512" y="36594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" name="sleeve"/>
              <p:cNvSpPr/>
              <p:nvPr/>
            </p:nvSpPr>
            <p:spPr>
              <a:xfrm>
                <a:off x="8628278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" name="sleeve"/>
              <p:cNvSpPr/>
              <p:nvPr/>
            </p:nvSpPr>
            <p:spPr>
              <a:xfrm>
                <a:off x="8800185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" name="neck"/>
              <p:cNvSpPr/>
              <p:nvPr/>
            </p:nvSpPr>
            <p:spPr>
              <a:xfrm>
                <a:off x="8723376" y="36338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" name="head"/>
              <p:cNvSpPr/>
              <p:nvPr/>
            </p:nvSpPr>
            <p:spPr>
              <a:xfrm>
                <a:off x="8677656" y="35204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" name="hair"/>
              <p:cNvSpPr/>
              <p:nvPr/>
            </p:nvSpPr>
            <p:spPr>
              <a:xfrm rot="16200000">
                <a:off x="8714232" y="34802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" name="eye"/>
              <p:cNvSpPr/>
              <p:nvPr/>
            </p:nvSpPr>
            <p:spPr>
              <a:xfrm>
                <a:off x="8710574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" name="eye"/>
              <p:cNvSpPr/>
              <p:nvPr/>
            </p:nvSpPr>
            <p:spPr>
              <a:xfrm>
                <a:off x="8761780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" name="smile"/>
              <p:cNvSpPr/>
              <p:nvPr/>
            </p:nvSpPr>
            <p:spPr>
              <a:xfrm>
                <a:off x="8716060" y="35935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87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195206" y="3480206"/>
              <a:ext cx="226771" cy="607161"/>
              <a:chOff x="9195206" y="3480206"/>
              <a:chExt cx="226771" cy="607161"/>
            </a:xfrm>
          </p:grpSpPr>
          <p:sp>
            <p:nvSpPr>
              <p:cNvPr id="988" name="arm"/>
              <p:cNvSpPr/>
              <p:nvPr/>
            </p:nvSpPr>
            <p:spPr>
              <a:xfrm>
                <a:off x="9202521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" name="arm"/>
              <p:cNvSpPr/>
              <p:nvPr/>
            </p:nvSpPr>
            <p:spPr>
              <a:xfrm>
                <a:off x="9374428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" name="pant leg"/>
              <p:cNvSpPr/>
              <p:nvPr/>
            </p:nvSpPr>
            <p:spPr>
              <a:xfrm>
                <a:off x="9242755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" name="pant leg"/>
              <p:cNvSpPr/>
              <p:nvPr/>
            </p:nvSpPr>
            <p:spPr>
              <a:xfrm>
                <a:off x="9312249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" name="hips"/>
              <p:cNvSpPr/>
              <p:nvPr/>
            </p:nvSpPr>
            <p:spPr>
              <a:xfrm>
                <a:off x="9242755" y="38349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" name="shoe"/>
              <p:cNvSpPr/>
              <p:nvPr/>
            </p:nvSpPr>
            <p:spPr>
              <a:xfrm>
                <a:off x="9224467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" name="shoe"/>
              <p:cNvSpPr/>
              <p:nvPr/>
            </p:nvSpPr>
            <p:spPr>
              <a:xfrm>
                <a:off x="9319564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" name="shirt"/>
              <p:cNvSpPr/>
              <p:nvPr/>
            </p:nvSpPr>
            <p:spPr>
              <a:xfrm>
                <a:off x="9235440" y="36594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" name="sleeve"/>
              <p:cNvSpPr/>
              <p:nvPr/>
            </p:nvSpPr>
            <p:spPr>
              <a:xfrm>
                <a:off x="9195206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" name="sleeve"/>
              <p:cNvSpPr/>
              <p:nvPr/>
            </p:nvSpPr>
            <p:spPr>
              <a:xfrm>
                <a:off x="9367113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" name="neck"/>
              <p:cNvSpPr/>
              <p:nvPr/>
            </p:nvSpPr>
            <p:spPr>
              <a:xfrm>
                <a:off x="9290304" y="36338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" name="head"/>
              <p:cNvSpPr/>
              <p:nvPr/>
            </p:nvSpPr>
            <p:spPr>
              <a:xfrm>
                <a:off x="9244584" y="35204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" name="hair"/>
              <p:cNvSpPr/>
              <p:nvPr/>
            </p:nvSpPr>
            <p:spPr>
              <a:xfrm rot="16200000">
                <a:off x="9281160" y="34802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" name="eye"/>
              <p:cNvSpPr/>
              <p:nvPr/>
            </p:nvSpPr>
            <p:spPr>
              <a:xfrm>
                <a:off x="9277502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" name="eye"/>
              <p:cNvSpPr/>
              <p:nvPr/>
            </p:nvSpPr>
            <p:spPr>
              <a:xfrm>
                <a:off x="9328708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" name="smile"/>
              <p:cNvSpPr/>
              <p:nvPr/>
            </p:nvSpPr>
            <p:spPr>
              <a:xfrm>
                <a:off x="9282988" y="35935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04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9762134" y="3480206"/>
              <a:ext cx="226771" cy="607161"/>
              <a:chOff x="9762134" y="3480206"/>
              <a:chExt cx="226771" cy="607161"/>
            </a:xfrm>
          </p:grpSpPr>
          <p:sp>
            <p:nvSpPr>
              <p:cNvPr id="1005" name="arm"/>
              <p:cNvSpPr/>
              <p:nvPr/>
            </p:nvSpPr>
            <p:spPr>
              <a:xfrm>
                <a:off x="9769449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" name="arm"/>
              <p:cNvSpPr/>
              <p:nvPr/>
            </p:nvSpPr>
            <p:spPr>
              <a:xfrm>
                <a:off x="9941356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" name="pant leg"/>
              <p:cNvSpPr/>
              <p:nvPr/>
            </p:nvSpPr>
            <p:spPr>
              <a:xfrm>
                <a:off x="9809683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" name="pant leg"/>
              <p:cNvSpPr/>
              <p:nvPr/>
            </p:nvSpPr>
            <p:spPr>
              <a:xfrm>
                <a:off x="9879177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" name="hips"/>
              <p:cNvSpPr/>
              <p:nvPr/>
            </p:nvSpPr>
            <p:spPr>
              <a:xfrm>
                <a:off x="9809683" y="38349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" name="shoe"/>
              <p:cNvSpPr/>
              <p:nvPr/>
            </p:nvSpPr>
            <p:spPr>
              <a:xfrm>
                <a:off x="9791395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" name="shoe"/>
              <p:cNvSpPr/>
              <p:nvPr/>
            </p:nvSpPr>
            <p:spPr>
              <a:xfrm>
                <a:off x="9886492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" name="shirt"/>
              <p:cNvSpPr/>
              <p:nvPr/>
            </p:nvSpPr>
            <p:spPr>
              <a:xfrm>
                <a:off x="9802368" y="36594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" name="sleeve"/>
              <p:cNvSpPr/>
              <p:nvPr/>
            </p:nvSpPr>
            <p:spPr>
              <a:xfrm>
                <a:off x="9762134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" name="sleeve"/>
              <p:cNvSpPr/>
              <p:nvPr/>
            </p:nvSpPr>
            <p:spPr>
              <a:xfrm>
                <a:off x="9934041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" name="neck"/>
              <p:cNvSpPr/>
              <p:nvPr/>
            </p:nvSpPr>
            <p:spPr>
              <a:xfrm>
                <a:off x="9857232" y="36338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" name="head"/>
              <p:cNvSpPr/>
              <p:nvPr/>
            </p:nvSpPr>
            <p:spPr>
              <a:xfrm>
                <a:off x="9811512" y="35204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" name="hair"/>
              <p:cNvSpPr/>
              <p:nvPr/>
            </p:nvSpPr>
            <p:spPr>
              <a:xfrm rot="16200000">
                <a:off x="9848088" y="34802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" name="eye"/>
              <p:cNvSpPr/>
              <p:nvPr/>
            </p:nvSpPr>
            <p:spPr>
              <a:xfrm>
                <a:off x="9844430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" name="eye"/>
              <p:cNvSpPr/>
              <p:nvPr/>
            </p:nvSpPr>
            <p:spPr>
              <a:xfrm>
                <a:off x="9895636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" name="smile"/>
              <p:cNvSpPr/>
              <p:nvPr/>
            </p:nvSpPr>
            <p:spPr>
              <a:xfrm>
                <a:off x="9849916" y="35935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21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329062" y="3480206"/>
              <a:ext cx="226771" cy="607161"/>
              <a:chOff x="10329062" y="3480206"/>
              <a:chExt cx="226771" cy="607161"/>
            </a:xfrm>
          </p:grpSpPr>
          <p:sp>
            <p:nvSpPr>
              <p:cNvPr id="1022" name="arm"/>
              <p:cNvSpPr/>
              <p:nvPr/>
            </p:nvSpPr>
            <p:spPr>
              <a:xfrm>
                <a:off x="10336377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" name="arm"/>
              <p:cNvSpPr/>
              <p:nvPr/>
            </p:nvSpPr>
            <p:spPr>
              <a:xfrm>
                <a:off x="10508284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" name="pant leg"/>
              <p:cNvSpPr/>
              <p:nvPr/>
            </p:nvSpPr>
            <p:spPr>
              <a:xfrm>
                <a:off x="10376611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" name="pant leg"/>
              <p:cNvSpPr/>
              <p:nvPr/>
            </p:nvSpPr>
            <p:spPr>
              <a:xfrm>
                <a:off x="10446105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" name="hips"/>
              <p:cNvSpPr/>
              <p:nvPr/>
            </p:nvSpPr>
            <p:spPr>
              <a:xfrm>
                <a:off x="10376611" y="38349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" name="shoe"/>
              <p:cNvSpPr/>
              <p:nvPr/>
            </p:nvSpPr>
            <p:spPr>
              <a:xfrm>
                <a:off x="10358323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" name="shoe"/>
              <p:cNvSpPr/>
              <p:nvPr/>
            </p:nvSpPr>
            <p:spPr>
              <a:xfrm>
                <a:off x="10453420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" name="shirt"/>
              <p:cNvSpPr/>
              <p:nvPr/>
            </p:nvSpPr>
            <p:spPr>
              <a:xfrm>
                <a:off x="10369296" y="36594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" name="sleeve"/>
              <p:cNvSpPr/>
              <p:nvPr/>
            </p:nvSpPr>
            <p:spPr>
              <a:xfrm>
                <a:off x="10329062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" name="sleeve"/>
              <p:cNvSpPr/>
              <p:nvPr/>
            </p:nvSpPr>
            <p:spPr>
              <a:xfrm>
                <a:off x="10500969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CC79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" name="neck"/>
              <p:cNvSpPr/>
              <p:nvPr/>
            </p:nvSpPr>
            <p:spPr>
              <a:xfrm>
                <a:off x="10424160" y="36338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" name="head"/>
              <p:cNvSpPr/>
              <p:nvPr/>
            </p:nvSpPr>
            <p:spPr>
              <a:xfrm>
                <a:off x="10378440" y="35204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" name="hair"/>
              <p:cNvSpPr/>
              <p:nvPr/>
            </p:nvSpPr>
            <p:spPr>
              <a:xfrm rot="16200000">
                <a:off x="10415016" y="34802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" name="eye"/>
              <p:cNvSpPr/>
              <p:nvPr/>
            </p:nvSpPr>
            <p:spPr>
              <a:xfrm>
                <a:off x="10411358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" name="eye"/>
              <p:cNvSpPr/>
              <p:nvPr/>
            </p:nvSpPr>
            <p:spPr>
              <a:xfrm>
                <a:off x="10462564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" name="smile"/>
              <p:cNvSpPr/>
              <p:nvPr/>
            </p:nvSpPr>
            <p:spPr>
              <a:xfrm>
                <a:off x="10416844" y="35935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38" name="Person - regular clothes" descr="Simple gender-neutral figure with short hair in a light blue T-shirt, dark pants and dark shoes."/>
            <p:cNvGrpSpPr/>
            <p:nvPr/>
          </p:nvGrpSpPr>
          <p:grpSpPr>
            <a:xfrm>
              <a:off x="10895990" y="3480206"/>
              <a:ext cx="226771" cy="607161"/>
              <a:chOff x="10895990" y="3480206"/>
              <a:chExt cx="226771" cy="607161"/>
            </a:xfrm>
          </p:grpSpPr>
          <p:sp>
            <p:nvSpPr>
              <p:cNvPr id="1039" name="arm"/>
              <p:cNvSpPr/>
              <p:nvPr/>
            </p:nvSpPr>
            <p:spPr>
              <a:xfrm>
                <a:off x="10903305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" name="arm"/>
              <p:cNvSpPr/>
              <p:nvPr/>
            </p:nvSpPr>
            <p:spPr>
              <a:xfrm>
                <a:off x="11075212" y="3670401"/>
                <a:ext cx="40233" cy="192024"/>
              </a:xfrm>
              <a:prstGeom prst="roundRect">
                <a:avLst>
                  <a:gd name="adj" fmla="val 50000"/>
                </a:avLst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" name="pant leg"/>
              <p:cNvSpPr/>
              <p:nvPr/>
            </p:nvSpPr>
            <p:spPr>
              <a:xfrm>
                <a:off x="10943539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" name="pant leg"/>
              <p:cNvSpPr/>
              <p:nvPr/>
            </p:nvSpPr>
            <p:spPr>
              <a:xfrm>
                <a:off x="11013033" y="3840480"/>
                <a:ext cx="62179" cy="223113"/>
              </a:xfrm>
              <a:prstGeom prst="roundRect">
                <a:avLst>
                  <a:gd name="adj" fmla="val 15000"/>
                </a:avLst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" name="hips"/>
              <p:cNvSpPr/>
              <p:nvPr/>
            </p:nvSpPr>
            <p:spPr>
              <a:xfrm>
                <a:off x="10943539" y="3834993"/>
                <a:ext cx="131673" cy="64007"/>
              </a:xfrm>
              <a:prstGeom prst="rect">
                <a:avLst/>
              </a:prstGeom>
              <a:solidFill>
                <a:srgbClr val="2E3A5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" name="shoe"/>
              <p:cNvSpPr/>
              <p:nvPr/>
            </p:nvSpPr>
            <p:spPr>
              <a:xfrm>
                <a:off x="10925251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" name="shoe"/>
              <p:cNvSpPr/>
              <p:nvPr/>
            </p:nvSpPr>
            <p:spPr>
              <a:xfrm>
                <a:off x="11020348" y="4050791"/>
                <a:ext cx="76809" cy="36576"/>
              </a:xfrm>
              <a:prstGeom prst="roundRect">
                <a:avLst>
                  <a:gd name="adj" fmla="val 50000"/>
                </a:avLst>
              </a:prstGeom>
              <a:solidFill>
                <a:srgbClr val="3A3A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" name="shirt"/>
              <p:cNvSpPr/>
              <p:nvPr/>
            </p:nvSpPr>
            <p:spPr>
              <a:xfrm>
                <a:off x="10936224" y="3659428"/>
                <a:ext cx="146304" cy="201168"/>
              </a:xfrm>
              <a:prstGeom prst="roundRect">
                <a:avLst>
                  <a:gd name="adj" fmla="val 25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" name="sleeve"/>
              <p:cNvSpPr/>
              <p:nvPr/>
            </p:nvSpPr>
            <p:spPr>
              <a:xfrm>
                <a:off x="10895990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" name="sleeve"/>
              <p:cNvSpPr/>
              <p:nvPr/>
            </p:nvSpPr>
            <p:spPr>
              <a:xfrm>
                <a:off x="11067897" y="3666744"/>
                <a:ext cx="54864" cy="76809"/>
              </a:xfrm>
              <a:prstGeom prst="roundRect">
                <a:avLst>
                  <a:gd name="adj" fmla="val 40000"/>
                </a:avLst>
              </a:prstGeom>
              <a:solidFill>
                <a:srgbClr val="009E7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" name="neck"/>
              <p:cNvSpPr/>
              <p:nvPr/>
            </p:nvSpPr>
            <p:spPr>
              <a:xfrm>
                <a:off x="10991088" y="3633825"/>
                <a:ext cx="36576" cy="32918"/>
              </a:xfrm>
              <a:prstGeom prst="rect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" name="head"/>
              <p:cNvSpPr/>
              <p:nvPr/>
            </p:nvSpPr>
            <p:spPr>
              <a:xfrm>
                <a:off x="10945368" y="3520440"/>
                <a:ext cx="128015" cy="131673"/>
              </a:xfrm>
              <a:prstGeom prst="ellipse">
                <a:avLst/>
              </a:prstGeom>
              <a:solidFill>
                <a:srgbClr val="E9B8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" name="hair"/>
              <p:cNvSpPr/>
              <p:nvPr/>
            </p:nvSpPr>
            <p:spPr>
              <a:xfrm rot="16200000">
                <a:off x="10981944" y="3480206"/>
                <a:ext cx="54864" cy="131673"/>
              </a:xfrm>
              <a:prstGeom prst="flowChartDelay">
                <a:avLst/>
              </a:prstGeom>
              <a:solidFill>
                <a:srgbClr val="4A3B2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" name="eye"/>
              <p:cNvSpPr/>
              <p:nvPr/>
            </p:nvSpPr>
            <p:spPr>
              <a:xfrm>
                <a:off x="10978286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" name="eye"/>
              <p:cNvSpPr/>
              <p:nvPr/>
            </p:nvSpPr>
            <p:spPr>
              <a:xfrm>
                <a:off x="11029492" y="3591763"/>
                <a:ext cx="12801" cy="12801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" name="smile"/>
              <p:cNvSpPr/>
              <p:nvPr/>
            </p:nvSpPr>
            <p:spPr>
              <a:xfrm>
                <a:off x="10983772" y="3593592"/>
                <a:ext cx="51206" cy="36576"/>
              </a:xfrm>
              <a:prstGeom prst="arc">
                <a:avLst>
                  <a:gd name="adj1" fmla="val 1200000"/>
                  <a:gd name="adj2" fmla="val 9600000"/>
                </a:avLst>
              </a:prstGeom>
              <a:noFill/>
              <a:ln w="5080">
                <a:solidFill>
                  <a:srgbClr val="2B2B2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847" name="Sample course 2 box"/>
          <p:cNvSpPr/>
          <p:nvPr/>
        </p:nvSpPr>
        <p:spPr>
          <a:xfrm>
            <a:off x="7863840" y="1371600"/>
            <a:ext cx="3794760" cy="141732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TextBox 847"/>
          <p:cNvSpPr txBox="1"/>
          <p:nvPr/>
        </p:nvSpPr>
        <p:spPr>
          <a:xfrm>
            <a:off x="7973568" y="14356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A51C30"/>
                </a:solidFill>
                <a:latin typeface="Arial"/>
              </a:rPr>
              <a:t>Course 2</a:t>
            </a:r>
          </a:p>
        </p:txBody>
      </p:sp>
      <p:sp>
        <p:nvSpPr>
          <p:cNvPr id="951" name="Sample course 7 box"/>
          <p:cNvSpPr/>
          <p:nvPr/>
        </p:nvSpPr>
        <p:spPr>
          <a:xfrm>
            <a:off x="7863840" y="2971800"/>
            <a:ext cx="3794760" cy="141732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A51C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7973568" y="30358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A51C30"/>
                </a:solidFill>
                <a:latin typeface="Arial"/>
              </a:rPr>
              <a:t>Course 7</a:t>
            </a:r>
          </a:p>
        </p:txBody>
      </p:sp>
      <p:cxnSp>
        <p:nvCxnSpPr>
          <p:cNvPr id="1055" name="Connector 1054"/>
          <p:cNvCxnSpPr/>
          <p:nvPr/>
        </p:nvCxnSpPr>
        <p:spPr>
          <a:xfrm>
            <a:off x="7315200" y="2743200"/>
            <a:ext cx="320040" cy="0"/>
          </a:xfrm>
          <a:prstGeom prst="line">
            <a:avLst/>
          </a:prstGeom>
          <a:ln w="28575">
            <a:solidFill>
              <a:srgbClr val="A51C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6" name="TextBox 1055"/>
          <p:cNvSpPr txBox="1"/>
          <p:nvPr/>
        </p:nvSpPr>
        <p:spPr>
          <a:xfrm>
            <a:off x="320040" y="512064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Arial"/>
              </a:rPr>
              <a:t>Shirt color = class year     Crimson border = randomly selected course     Each cluster contains a mix of class years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